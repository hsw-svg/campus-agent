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bg>
    <p:bgPr>
      <a:solidFill>
        <a:srgbClr val="4A148C"/>
      </a:solidFill>
      <a:effectLst/>
    </p:bgPr>
  </p:bg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bg>
    <p:bgPr>
      <a:solidFill>
        <a:srgbClr val="F3E5F5"/>
      </a:solidFill>
      <a:effectLst/>
    </p:bgPr>
  </p:bg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9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txBody>
          <a:bodyPr/>
          <a:p>
            <a:endParaRPr/>
          </a:p>
        </p:txBody>
      </p:sp>
      <p:sp>
        <p:nvSpPr>
          <p:cNvPr id="98" name="Divider"/>
          <p:cNvSpPr/>
          <p:nvPr/>
        </p:nvSpPr>
        <p:spPr>
          <a:xfrm>
            <a:off x="457200" y="1097280"/>
            <a:ext cx="1645920" cy="23876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txBody>
          <a:bodyPr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bg>
    <p:bgPr>
      <a:solidFill>
        <a:srgbClr val="F3E5F5"/>
      </a:solidFill>
      <a:effectLst/>
    </p:bgPr>
  </p:bg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9" name="AccentBar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txBody>
          <a:bodyPr/>
          <a:p>
            <a:endParaRPr/>
          </a:p>
        </p:txBody>
      </p:sp>
      <p:sp>
        <p:nvSpPr>
          <p:cNvPr id="98" name="Divider"/>
          <p:cNvSpPr/>
          <p:nvPr/>
        </p:nvSpPr>
        <p:spPr>
          <a:xfrm>
            <a:off x="457200" y="1097280"/>
            <a:ext cx="1645920" cy="23876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txBody>
          <a:bodyPr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