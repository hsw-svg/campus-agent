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1.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2" r:id="rId2"/>
  </p:sldMasterIdLst>
  <p:notesMasterIdLst>
    <p:notesMasterId r:id="rId24"/>
  </p:notesMasterIdLst>
  <p:handoutMasterIdLst>
    <p:handoutMasterId r:id="rId25"/>
  </p:handoutMasterIdLst>
  <p:sldIdLst>
    <p:sldId id="14998467" r:id="rId3"/>
    <p:sldId id="14998473" r:id="rId4"/>
    <p:sldId id="330" r:id="rId5"/>
    <p:sldId id="14998484" r:id="rId6"/>
    <p:sldId id="14998471" r:id="rId7"/>
    <p:sldId id="795" r:id="rId8"/>
    <p:sldId id="14998486" r:id="rId9"/>
    <p:sldId id="14998470" r:id="rId10"/>
    <p:sldId id="14998472" r:id="rId11"/>
    <p:sldId id="14998483" r:id="rId12"/>
    <p:sldId id="14998474" r:id="rId13"/>
    <p:sldId id="14998475" r:id="rId14"/>
    <p:sldId id="14998469" r:id="rId15"/>
    <p:sldId id="14998476" r:id="rId16"/>
    <p:sldId id="14998477" r:id="rId17"/>
    <p:sldId id="14998480" r:id="rId18"/>
    <p:sldId id="14998479" r:id="rId19"/>
    <p:sldId id="14998482" r:id="rId20"/>
    <p:sldId id="14998481" r:id="rId21"/>
    <p:sldId id="14998485" r:id="rId22"/>
    <p:sldId id="14998521" r:id="rId23"/>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5366" autoAdjust="0"/>
  </p:normalViewPr>
  <p:slideViewPr>
    <p:cSldViewPr snapToGrid="0">
      <p:cViewPr>
        <p:scale>
          <a:sx n="80" d="100"/>
          <a:sy n="80" d="100"/>
        </p:scale>
        <p:origin x="1602" y="70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3" d="100"/>
          <a:sy n="103" d="100"/>
        </p:scale>
        <p:origin x="2624"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649B557-35A4-AF49-B20B-A79460B5972C}" type="datetimeFigureOut">
              <a:rPr kumimoji="1" lang="zh-CN" altLang="en-US" smtClean="0"/>
              <a:t>2026/7/21</a:t>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FF97CF-AF92-244E-AF79-676AEE108A77}" type="slidenum">
              <a:rPr kumimoji="1" lang="zh-CN" altLang="en-US" smtClean="0"/>
              <a:t>‹#›</a:t>
            </a:fld>
            <a:endParaRPr kumimoji="1"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4CDF98-77B9-6848-BC2D-4ABBECD0C320}" type="datetimeFigureOut">
              <a:rPr kumimoji="1" lang="zh-CN" altLang="en-US" smtClean="0"/>
              <a:t>2026/7/21</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8AF254-DD89-8441-AAD3-2FB91869DF8A}"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a:sym typeface="+mn-ea"/>
              </a:rPr>
              <a:t>模板来自于：</a:t>
            </a:r>
            <a:r>
              <a:rPr lang="en-US" altLang="zh-CN">
                <a:sym typeface="+mn-ea"/>
              </a:rPr>
              <a:t> </a:t>
            </a:r>
            <a:r>
              <a:rPr lang="zh-CN" altLang="en-US">
                <a:sym typeface="+mn-ea"/>
              </a:rPr>
              <a:t>第一</a:t>
            </a:r>
            <a:r>
              <a:rPr lang="en-US" altLang="zh-CN">
                <a:sym typeface="+mn-ea"/>
              </a:rPr>
              <a:t>PPT https://www.1ppt.com/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dirty="0">
                <a:sym typeface="+mn-ea"/>
              </a:rPr>
              <a:t>模板来自于：</a:t>
            </a:r>
            <a:r>
              <a:rPr lang="en-US" altLang="zh-CN" dirty="0">
                <a:sym typeface="+mn-ea"/>
              </a:rPr>
              <a:t> </a:t>
            </a:r>
            <a:r>
              <a:rPr lang="zh-CN" altLang="en-US" dirty="0">
                <a:sym typeface="+mn-ea"/>
              </a:rPr>
              <a:t>第一</a:t>
            </a:r>
            <a:r>
              <a:rPr lang="en-US" altLang="zh-CN" dirty="0">
                <a:sym typeface="+mn-ea"/>
              </a:rPr>
              <a:t>PPT https://www.1ppt.com/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transition/>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192C1147-C969-4112-B448-9E1A2A3D6E37}" type="datetimeFigureOut">
              <a:rPr lang="zh-CN" altLang="en-US" smtClean="0"/>
              <a:t>2026/7/21</a:t>
            </a:fld>
            <a:endParaRPr lang="zh-CN" altLang="en-US"/>
          </a:p>
        </p:txBody>
      </p:sp>
      <p:sp>
        <p:nvSpPr>
          <p:cNvPr id="3" name="Footer Placeholder 2"/>
          <p:cNvSpPr>
            <a:spLocks noGrp="1"/>
          </p:cNvSpPr>
          <p:nvPr>
            <p:ph type="ftr" sz="quarter" idx="1"/>
          </p:nvPr>
        </p:nvSpPr>
        <p:spPr/>
        <p:txBody>
          <a:bodyPr/>
          <a:lstStyle/>
          <a:p>
            <a:endParaRPr lang="zh-CN" altLang="en-US"/>
          </a:p>
        </p:txBody>
      </p:sp>
      <p:sp>
        <p:nvSpPr>
          <p:cNvPr id="4" name="Slide Number Placeholder 3"/>
          <p:cNvSpPr>
            <a:spLocks noGrp="1"/>
          </p:cNvSpPr>
          <p:nvPr>
            <p:ph type="sldNum" sz="quarter" idx="2"/>
          </p:nvPr>
        </p:nvSpPr>
        <p:spPr/>
        <p:txBody>
          <a:bodyPr/>
          <a:lstStyle/>
          <a:p>
            <a:fld id="{93AE1883-0942-4AA3-9DB2-9C7C3A0314B1}" type="slidenum">
              <a:rPr lang="zh-CN" altLang="en-US" smtClean="0"/>
              <a:t>‹#›</a:t>
            </a:fld>
            <a:endParaRPr lang="en-US"/>
          </a:p>
        </p:txBody>
      </p:sp>
      <p:sp>
        <p:nvSpPr>
          <p:cNvPr id="5"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6"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7" name="标题 1"/>
          <p:cNvSpPr txBox="1"/>
          <p:nvPr/>
        </p:nvSpPr>
        <p:spPr>
          <a:xfrm>
            <a:off x="839788" y="365125"/>
            <a:ext cx="10515600" cy="1325563"/>
          </a:xfrm>
          <a:prstGeom prst="rect">
            <a:avLst/>
          </a:prstGeom>
          <a:noFill/>
          <a:ln w="9525" cap="flat" cmpd="sng" algn="ctr">
            <a:noFill/>
            <a:prstDash val="solid"/>
            <a:round/>
            <a:headEnd type="none" w="med" len="med"/>
            <a:tailEnd type="none" w="med" len="med"/>
          </a:ln>
          <a:effectLst/>
        </p:spPr>
        <p:txBody>
          <a:bodyPr vert="horz" lIns="91440" tIns="45720" rIns="91440" bIns="45720" anchor="ctr"/>
          <a:lstStyle>
            <a:lvl1pPr marL="0" marR="0" indent="0" algn="l" defTabSz="914400" rtl="0" eaLnBrk="1" fontAlgn="auto" latinLnBrk="0" hangingPunct="1">
              <a:lnSpc>
                <a:spcPct val="90000"/>
              </a:lnSpc>
              <a:spcBef>
                <a:spcPct val="0"/>
              </a:spcBef>
              <a:spcAft>
                <a:spcPct val="0"/>
              </a:spcAft>
              <a:buClrTx/>
              <a:buSzTx/>
              <a:buFontTx/>
              <a:buNone/>
              <a:defRPr kumimoji="0" sz="4400" b="0" i="0" u="none" strike="noStrike" kern="1200" cap="none" spc="0" normalizeH="0" baseline="0" noProof="0">
                <a:solidFill>
                  <a:schemeClr val="tx1"/>
                </a:solidFill>
                <a:uLnTx/>
                <a:uFillTx/>
                <a:latin typeface="+mj-lt"/>
                <a:ea typeface="+mj-ea"/>
                <a:cs typeface="+mj-cs"/>
                <a:sym typeface="Wingdings" panose="05000000000000000000" charset="0"/>
              </a:defRPr>
            </a:lvl1pPr>
            <a:lvl2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2pPr>
            <a:lvl3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3pPr>
            <a:lvl4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4pPr>
            <a:lvl5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5pPr>
            <a:lvl6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6pPr>
            <a:lvl7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7pPr>
            <a:lvl8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8pPr>
            <a:lvl9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charset="0"/>
              </a:defRPr>
            </a:lvl9pPr>
          </a:lstStyle>
          <a:p>
            <a:r>
              <a:rPr lang="zh-CN" altLang="en-US"/>
              <a:t>单击此处编辑母版标题样式</a:t>
            </a:r>
          </a:p>
        </p:txBody>
      </p:sp>
      <p:sp>
        <p:nvSpPr>
          <p:cNvPr id="8" name="文本占位符 2"/>
          <p:cNvSpPr txBox="1"/>
          <p:nvPr/>
        </p:nvSpPr>
        <p:spPr>
          <a:xfrm>
            <a:off x="839788" y="1681163"/>
            <a:ext cx="5157787" cy="823912"/>
          </a:xfrm>
          <a:prstGeom prst="rect">
            <a:avLst/>
          </a:prstGeom>
          <a:noFill/>
          <a:ln w="9525" cap="flat" cmpd="sng" algn="ctr">
            <a:noFill/>
            <a:prstDash val="solid"/>
            <a:round/>
            <a:headEnd type="none" w="med" len="med"/>
            <a:tailEnd type="none" w="med" len="med"/>
          </a:ln>
          <a:effectLst/>
        </p:spPr>
        <p:txBody>
          <a:bodyPr vert="horz" lIns="91440" tIns="45720" rIns="91440" bIns="45720" anchor="b"/>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kumimoji="0" sz="2400" b="1" i="0" u="none" strike="noStrike" kern="1200" cap="none" spc="0" normalizeH="0" baseline="0" noProof="0">
                <a:solidFill>
                  <a:schemeClr val="tx1"/>
                </a:solidFill>
                <a:uLnTx/>
                <a:uFillTx/>
                <a:latin typeface="+mn-lt"/>
                <a:ea typeface="+mn-ea"/>
                <a:cs typeface="+mn-cs"/>
                <a:sym typeface="Wingdings" panose="05000000000000000000" charset="0"/>
              </a:defRPr>
            </a:lvl1pPr>
            <a:lvl2pPr marL="457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2000" b="1" i="0" u="none" strike="noStrike" kern="1200" cap="none" spc="0" normalizeH="0" baseline="0" noProof="0">
                <a:solidFill>
                  <a:schemeClr val="tx1"/>
                </a:solidFill>
                <a:uLnTx/>
                <a:uFillTx/>
                <a:latin typeface="+mn-lt"/>
                <a:ea typeface="+mn-ea"/>
                <a:cs typeface="+mn-cs"/>
                <a:sym typeface="Wingdings" panose="05000000000000000000" charset="0"/>
              </a:defRPr>
            </a:lvl2pPr>
            <a:lvl3pPr marL="914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800" b="1" i="0" u="none" strike="noStrike" kern="1200" cap="none" spc="0" normalizeH="0" baseline="0" noProof="0">
                <a:solidFill>
                  <a:schemeClr val="tx1"/>
                </a:solidFill>
                <a:uLnTx/>
                <a:uFillTx/>
                <a:latin typeface="+mn-lt"/>
                <a:ea typeface="+mn-ea"/>
                <a:cs typeface="+mn-cs"/>
                <a:sym typeface="Wingdings" panose="05000000000000000000" charset="0"/>
              </a:defRPr>
            </a:lvl3pPr>
            <a:lvl4pPr marL="1371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4pPr>
            <a:lvl5pPr marL="18288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5pPr>
            <a:lvl6pPr marL="22860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6pPr>
            <a:lvl7pPr marL="2743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7pPr>
            <a:lvl8pPr marL="3200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8pPr>
            <a:lvl9pPr marL="3657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9pPr>
          </a:lstStyle>
          <a:p>
            <a:pPr lvl="0"/>
            <a:r>
              <a:rPr lang="zh-CN" altLang="en-US"/>
              <a:t>单击此处编辑母版文本样式</a:t>
            </a:r>
          </a:p>
        </p:txBody>
      </p:sp>
      <p:sp>
        <p:nvSpPr>
          <p:cNvPr id="9" name="内容占位符 3"/>
          <p:cNvSpPr txBox="1"/>
          <p:nvPr/>
        </p:nvSpPr>
        <p:spPr>
          <a:xfrm>
            <a:off x="839788" y="2505075"/>
            <a:ext cx="5157787" cy="3684588"/>
          </a:xfrm>
          <a:prstGeom prst="rect">
            <a:avLst/>
          </a:prstGeom>
          <a:noFill/>
          <a:ln w="9525" cap="flat" cmpd="sng" algn="ctr">
            <a:noFill/>
            <a:prstDash val="solid"/>
            <a:round/>
            <a:headEnd type="none" w="med" len="med"/>
            <a:tailEnd type="none" w="med" len="med"/>
          </a:ln>
          <a:effectLst/>
        </p:spPr>
        <p:txBody>
          <a:bodyPr vert="horz" lIns="91440" tIns="45720" rIns="91440" bIns="45720"/>
          <a:lstStyle>
            <a:lvl1pPr marL="228600" marR="0" indent="-228600" algn="l" defTabSz="914400" rtl="0" eaLnBrk="1" fontAlgn="auto" latinLnBrk="0" hangingPunct="1">
              <a:lnSpc>
                <a:spcPct val="90000"/>
              </a:lnSpc>
              <a:spcBef>
                <a:spcPts val="1000"/>
              </a:spcBef>
              <a:spcAft>
                <a:spcPct val="0"/>
              </a:spcAft>
              <a:buClrTx/>
              <a:buSzTx/>
              <a:buFont typeface="Arial" panose="020B0604020202020204" pitchFamily="34" charset="0"/>
              <a:buChar char="•"/>
              <a:defRPr kumimoji="0" sz="2800" b="0" i="0" u="none" strike="noStrike" kern="1200" cap="none" spc="0" normalizeH="0" baseline="0" noProof="0">
                <a:solidFill>
                  <a:schemeClr val="tx1"/>
                </a:solidFill>
                <a:uLnTx/>
                <a:uFillTx/>
                <a:latin typeface="+mn-lt"/>
                <a:ea typeface="+mn-ea"/>
                <a:cs typeface="+mn-cs"/>
                <a:sym typeface="Wingdings" panose="05000000000000000000" charset="0"/>
              </a:defRPr>
            </a:lvl1pPr>
            <a:lvl2pPr marL="685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400" b="0" i="0" u="none" strike="noStrike" kern="1200" cap="none" spc="0" normalizeH="0" baseline="0" noProof="0">
                <a:solidFill>
                  <a:schemeClr val="tx1"/>
                </a:solidFill>
                <a:uLnTx/>
                <a:uFillTx/>
                <a:latin typeface="+mn-lt"/>
                <a:ea typeface="+mn-ea"/>
                <a:cs typeface="+mn-cs"/>
                <a:sym typeface="Wingdings" panose="05000000000000000000" charset="0"/>
              </a:defRPr>
            </a:lvl2pPr>
            <a:lvl3pPr marL="1143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000" b="0" i="0" u="none" strike="noStrike" kern="1200" cap="none" spc="0" normalizeH="0" baseline="0" noProof="0">
                <a:solidFill>
                  <a:schemeClr val="tx1"/>
                </a:solidFill>
                <a:uLnTx/>
                <a:uFillTx/>
                <a:latin typeface="+mn-lt"/>
                <a:ea typeface="+mn-ea"/>
                <a:cs typeface="+mn-cs"/>
                <a:sym typeface="Wingdings" panose="05000000000000000000" charset="0"/>
              </a:defRPr>
            </a:lvl3pPr>
            <a:lvl4pPr marL="1600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4pPr>
            <a:lvl5pPr marL="20574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5pPr>
            <a:lvl6pPr marL="25146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6pPr>
            <a:lvl7pPr marL="2971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7pPr>
            <a:lvl8pPr marL="3429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8pPr>
            <a:lvl9pPr marL="3886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0"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1"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2" name="页脚占位符 7"/>
          <p:cNvSpPr>
            <a:spLocks noGrp="1"/>
          </p:cNvSpPr>
          <p:nvPr>
            <p:ph type="ftr" sz="quarter" idx="11"/>
          </p:nvPr>
        </p:nvSpPr>
        <p:spPr>
          <a:xfrm>
            <a:off x="4038600" y="6356350"/>
            <a:ext cx="4114800" cy="365125"/>
          </a:xfrm>
        </p:spPr>
        <p:txBody>
          <a:bodyPr/>
          <a:lstStyle/>
          <a:p>
            <a:endParaRPr lang="zh-CN" altLang="en-US"/>
          </a:p>
        </p:txBody>
      </p:sp>
      <p:sp>
        <p:nvSpPr>
          <p:cNvPr id="13" name="灯片编号占位符 8"/>
          <p:cNvSpPr>
            <a:spLocks noGrp="1"/>
          </p:cNvSpPr>
          <p:nvPr>
            <p:ph type="sldNum" sz="quarter" idx="12"/>
          </p:nvPr>
        </p:nvSpPr>
        <p:spPr>
          <a:xfrm>
            <a:off x="8610600" y="6356350"/>
            <a:ext cx="2743200" cy="365125"/>
          </a:xfrm>
        </p:spPr>
        <p:txBody>
          <a:bodyPr/>
          <a:lstStyle/>
          <a:p>
            <a:fld id="{E9B957CC-A438-4D82-B305-22914934740F}" type="slidenum">
              <a:rPr lang="zh-CN" altLang="en-US" smtClean="0"/>
              <a:t>‹#›</a:t>
            </a:fld>
            <a:endParaRPr lang="zh-CN" altLang="en-US"/>
          </a:p>
        </p:txBody>
      </p:sp>
    </p:spTree>
  </p:cSld>
  <p:clrMapOvr>
    <a:masterClrMapping/>
  </p:clrMapOvr>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2" name="图片 1" descr="19d2e81e8088faf805514c360e08c5d2bb1e22a03e50-dOhmZK"/>
          <p:cNvPicPr>
            <a:picLocks noChangeAspect="1"/>
          </p:cNvPicPr>
          <p:nvPr userDrawn="1"/>
        </p:nvPicPr>
        <p:blipFill>
          <a:blip r:embed="rId3">
            <a:alphaModFix amt="60000"/>
          </a:blip>
          <a:stretch>
            <a:fillRect/>
          </a:stretch>
        </p:blipFill>
        <p:spPr>
          <a:xfrm>
            <a:off x="0" y="0"/>
            <a:ext cx="12192000" cy="6858000"/>
          </a:xfrm>
          <a:prstGeom prst="rect">
            <a:avLst/>
          </a:prstGeom>
        </p:spPr>
      </p:pic>
      <p:sp>
        <p:nvSpPr>
          <p:cNvPr id="3" name="椭圆 2"/>
          <p:cNvSpPr/>
          <p:nvPr userDrawn="1"/>
        </p:nvSpPr>
        <p:spPr>
          <a:xfrm>
            <a:off x="303966" y="329831"/>
            <a:ext cx="175838" cy="175838"/>
          </a:xfrm>
          <a:prstGeom prst="ellipse">
            <a:avLst/>
          </a:prstGeom>
          <a:solidFill>
            <a:srgbClr val="015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3E5CFE"/>
              </a:solidFill>
            </a:endParaRPr>
          </a:p>
        </p:txBody>
      </p:sp>
      <p:sp>
        <p:nvSpPr>
          <p:cNvPr id="5" name="椭圆 4"/>
          <p:cNvSpPr/>
          <p:nvPr userDrawn="1"/>
        </p:nvSpPr>
        <p:spPr>
          <a:xfrm>
            <a:off x="456545" y="499379"/>
            <a:ext cx="103154" cy="103154"/>
          </a:xfrm>
          <a:prstGeom prst="ellipse">
            <a:avLst/>
          </a:prstGeom>
          <a:gradFill flip="none" rotWithShape="1">
            <a:gsLst>
              <a:gs pos="12000">
                <a:schemeClr val="tx1">
                  <a:lumMod val="95000"/>
                  <a:lumOff val="5000"/>
                </a:schemeClr>
              </a:gs>
              <a:gs pos="100000">
                <a:schemeClr val="tx1">
                  <a:lumMod val="75000"/>
                  <a:lumOff val="25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kumimoji="1" lang="zh-CN" altLang="en-US" b="1">
              <a:latin typeface="微软雅黑" panose="020B0503020204020204" pitchFamily="34" charset="-122"/>
              <a:ea typeface="微软雅黑" panose="020B0503020204020204" pitchFamily="34" charset="-122"/>
            </a:endParaRPr>
          </a:p>
        </p:txBody>
      </p:sp>
      <p:sp>
        <p:nvSpPr>
          <p:cNvPr id="6" name="椭圆 5"/>
          <p:cNvSpPr/>
          <p:nvPr userDrawn="1">
            <p:custDataLst>
              <p:tags r:id="rId1"/>
            </p:custDataLst>
          </p:nvPr>
        </p:nvSpPr>
        <p:spPr>
          <a:xfrm flipH="1">
            <a:off x="682244" y="389423"/>
            <a:ext cx="259766" cy="432792"/>
          </a:xfrm>
          <a:prstGeom prst="ellipse">
            <a:avLst/>
          </a:prstGeom>
          <a:noFill/>
        </p:spPr>
        <p:txBody>
          <a:bodyPr wrap="square" rtlCol="0">
            <a:spAutoFit/>
          </a:bodyPr>
          <a:lstStyle/>
          <a:p>
            <a:endParaRPr lang="zh-CN" altLang="en-US" sz="1400">
              <a:solidFill>
                <a:schemeClr val="bg1">
                  <a:lumMod val="65000"/>
                </a:schemeClr>
              </a:solidFill>
              <a:latin typeface="微软雅黑 Light" panose="020B0502040204020203" pitchFamily="34" charset="-122"/>
              <a:ea typeface="微软雅黑 Light" panose="020B0502040204020203" pitchFamily="34" charset="-122"/>
              <a:cs typeface="阿里巴巴普惠体 M" panose="00020600040101010101" pitchFamily="18" charset="-122"/>
            </a:endParaRPr>
          </a:p>
        </p:txBody>
      </p:sp>
      <p:sp>
        <p:nvSpPr>
          <p:cNvPr id="7" name="标题 10"/>
          <p:cNvSpPr>
            <a:spLocks noGrp="1"/>
          </p:cNvSpPr>
          <p:nvPr>
            <p:ph type="title"/>
          </p:nvPr>
        </p:nvSpPr>
        <p:spPr>
          <a:xfrm>
            <a:off x="632137" y="231820"/>
            <a:ext cx="6695941" cy="430374"/>
          </a:xfrm>
          <a:prstGeom prst="rect">
            <a:avLst/>
          </a:prstGeom>
          <a:noFill/>
        </p:spPr>
        <p:txBody>
          <a:bodyPr wrap="square" rtlCol="0">
            <a:spAutoFit/>
          </a:bodyPr>
          <a:lstStyle>
            <a:lvl1pPr>
              <a:lnSpc>
                <a:spcPct val="100000"/>
              </a:lnSpc>
              <a:defRPr kumimoji="1" lang="zh-CN" altLang="en-US" sz="2000" b="1">
                <a:latin typeface="微软雅黑" panose="020B0503020204020204" pitchFamily="34" charset="-122"/>
                <a:ea typeface="微软雅黑" panose="020B0503020204020204" pitchFamily="34" charset="-122"/>
                <a:cs typeface="+mn-cs"/>
              </a:defRPr>
            </a:lvl1pPr>
          </a:lstStyle>
          <a:p>
            <a:pPr marL="0" lvl="0" defTabSz="914400">
              <a:lnSpc>
                <a:spcPct val="120000"/>
              </a:lnSpc>
            </a:pPr>
            <a:r>
              <a:rPr kumimoji="1" lang="zh-CN" altLang="en-US"/>
              <a:t>单击此处编辑母版标题样式</a:t>
            </a:r>
          </a:p>
        </p:txBody>
      </p:sp>
    </p:spTree>
  </p:cSld>
  <p:clrMapOvr>
    <a:masterClrMapping/>
  </p:clrMapOvr>
  <p:transition/>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tags" Target="../tags/tag5.xml"/><Relationship Id="rId3" Type="http://schemas.openxmlformats.org/officeDocument/2006/relationships/slideLayout" Target="../slideLayouts/slideLayout3.xml"/><Relationship Id="rId7" Type="http://schemas.openxmlformats.org/officeDocument/2006/relationships/tags" Target="../tags/tag4.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3.xml"/><Relationship Id="rId5" Type="http://schemas.openxmlformats.org/officeDocument/2006/relationships/tags" Target="../tags/tag2.xml"/><Relationship Id="rId10" Type="http://schemas.openxmlformats.org/officeDocument/2006/relationships/tags" Target="../tags/tag7.xml"/><Relationship Id="rId4" Type="http://schemas.openxmlformats.org/officeDocument/2006/relationships/theme" Target="../theme/theme1.xml"/><Relationship Id="rId9" Type="http://schemas.openxmlformats.org/officeDocument/2006/relationships/tags" Target="../tags/tag6.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6"/>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a:t>单击此处编辑母版标题样式</a:t>
            </a:r>
          </a:p>
        </p:txBody>
      </p:sp>
      <p:sp>
        <p:nvSpPr>
          <p:cNvPr id="3" name="文本占位符 2"/>
          <p:cNvSpPr>
            <a:spLocks noGrp="1"/>
          </p:cNvSpPr>
          <p:nvPr>
            <p:ph type="body" idx="1"/>
            <p:custDataLst>
              <p:tags r:id="rId7"/>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custDataLst>
              <p:tags r:id="rId8"/>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2026/7/21</a:t>
            </a:fld>
            <a:endParaRPr lang="zh-CN" altLang="en-US"/>
          </a:p>
        </p:txBody>
      </p:sp>
      <p:sp>
        <p:nvSpPr>
          <p:cNvPr id="5" name="页脚占位符 4"/>
          <p:cNvSpPr>
            <a:spLocks noGrp="1"/>
          </p:cNvSpPr>
          <p:nvPr>
            <p:ph type="ftr" sz="quarter" idx="3"/>
            <p:custDataLst>
              <p:tags r:id="rId9"/>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0"/>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a:p>
        </p:txBody>
      </p:sp>
    </p:spTree>
    <p:custDataLst>
      <p:tags r:id="rId5"/>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p:hf sldNum="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tags" Target="../tags/tag16.xml"/><Relationship Id="rId13" Type="http://schemas.openxmlformats.org/officeDocument/2006/relationships/tags" Target="../tags/tag21.xml"/><Relationship Id="rId18" Type="http://schemas.openxmlformats.org/officeDocument/2006/relationships/tags" Target="../tags/tag26.xml"/><Relationship Id="rId26" Type="http://schemas.openxmlformats.org/officeDocument/2006/relationships/tags" Target="../tags/tag34.xml"/><Relationship Id="rId39" Type="http://schemas.openxmlformats.org/officeDocument/2006/relationships/tags" Target="../tags/tag47.xml"/><Relationship Id="rId3" Type="http://schemas.openxmlformats.org/officeDocument/2006/relationships/tags" Target="../tags/tag11.xml"/><Relationship Id="rId21" Type="http://schemas.openxmlformats.org/officeDocument/2006/relationships/tags" Target="../tags/tag29.xml"/><Relationship Id="rId34" Type="http://schemas.openxmlformats.org/officeDocument/2006/relationships/tags" Target="../tags/tag42.xml"/><Relationship Id="rId42" Type="http://schemas.openxmlformats.org/officeDocument/2006/relationships/tags" Target="../tags/tag50.xml"/><Relationship Id="rId47" Type="http://schemas.openxmlformats.org/officeDocument/2006/relationships/slideLayout" Target="../slideLayouts/slideLayout3.xml"/><Relationship Id="rId7" Type="http://schemas.openxmlformats.org/officeDocument/2006/relationships/tags" Target="../tags/tag15.xml"/><Relationship Id="rId12" Type="http://schemas.openxmlformats.org/officeDocument/2006/relationships/tags" Target="../tags/tag20.xml"/><Relationship Id="rId17" Type="http://schemas.openxmlformats.org/officeDocument/2006/relationships/tags" Target="../tags/tag25.xml"/><Relationship Id="rId25" Type="http://schemas.openxmlformats.org/officeDocument/2006/relationships/tags" Target="../tags/tag33.xml"/><Relationship Id="rId33" Type="http://schemas.openxmlformats.org/officeDocument/2006/relationships/tags" Target="../tags/tag41.xml"/><Relationship Id="rId38" Type="http://schemas.openxmlformats.org/officeDocument/2006/relationships/tags" Target="../tags/tag46.xml"/><Relationship Id="rId46" Type="http://schemas.openxmlformats.org/officeDocument/2006/relationships/tags" Target="../tags/tag54.xml"/><Relationship Id="rId2" Type="http://schemas.openxmlformats.org/officeDocument/2006/relationships/tags" Target="../tags/tag10.xml"/><Relationship Id="rId16" Type="http://schemas.openxmlformats.org/officeDocument/2006/relationships/tags" Target="../tags/tag24.xml"/><Relationship Id="rId20" Type="http://schemas.openxmlformats.org/officeDocument/2006/relationships/tags" Target="../tags/tag28.xml"/><Relationship Id="rId29" Type="http://schemas.openxmlformats.org/officeDocument/2006/relationships/tags" Target="../tags/tag37.xml"/><Relationship Id="rId41" Type="http://schemas.openxmlformats.org/officeDocument/2006/relationships/tags" Target="../tags/tag49.xml"/><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tags" Target="../tags/tag19.xml"/><Relationship Id="rId24" Type="http://schemas.openxmlformats.org/officeDocument/2006/relationships/tags" Target="../tags/tag32.xml"/><Relationship Id="rId32" Type="http://schemas.openxmlformats.org/officeDocument/2006/relationships/tags" Target="../tags/tag40.xml"/><Relationship Id="rId37" Type="http://schemas.openxmlformats.org/officeDocument/2006/relationships/tags" Target="../tags/tag45.xml"/><Relationship Id="rId40" Type="http://schemas.openxmlformats.org/officeDocument/2006/relationships/tags" Target="../tags/tag48.xml"/><Relationship Id="rId45" Type="http://schemas.openxmlformats.org/officeDocument/2006/relationships/tags" Target="../tags/tag53.xml"/><Relationship Id="rId5" Type="http://schemas.openxmlformats.org/officeDocument/2006/relationships/tags" Target="../tags/tag13.xml"/><Relationship Id="rId15" Type="http://schemas.openxmlformats.org/officeDocument/2006/relationships/tags" Target="../tags/tag23.xml"/><Relationship Id="rId23" Type="http://schemas.openxmlformats.org/officeDocument/2006/relationships/tags" Target="../tags/tag31.xml"/><Relationship Id="rId28" Type="http://schemas.openxmlformats.org/officeDocument/2006/relationships/tags" Target="../tags/tag36.xml"/><Relationship Id="rId36" Type="http://schemas.openxmlformats.org/officeDocument/2006/relationships/tags" Target="../tags/tag44.xml"/><Relationship Id="rId10" Type="http://schemas.openxmlformats.org/officeDocument/2006/relationships/tags" Target="../tags/tag18.xml"/><Relationship Id="rId19" Type="http://schemas.openxmlformats.org/officeDocument/2006/relationships/tags" Target="../tags/tag27.xml"/><Relationship Id="rId31" Type="http://schemas.openxmlformats.org/officeDocument/2006/relationships/tags" Target="../tags/tag39.xml"/><Relationship Id="rId44" Type="http://schemas.openxmlformats.org/officeDocument/2006/relationships/tags" Target="../tags/tag52.xml"/><Relationship Id="rId4" Type="http://schemas.openxmlformats.org/officeDocument/2006/relationships/tags" Target="../tags/tag12.xml"/><Relationship Id="rId9" Type="http://schemas.openxmlformats.org/officeDocument/2006/relationships/tags" Target="../tags/tag17.xml"/><Relationship Id="rId14" Type="http://schemas.openxmlformats.org/officeDocument/2006/relationships/tags" Target="../tags/tag22.xml"/><Relationship Id="rId22" Type="http://schemas.openxmlformats.org/officeDocument/2006/relationships/tags" Target="../tags/tag30.xml"/><Relationship Id="rId27" Type="http://schemas.openxmlformats.org/officeDocument/2006/relationships/tags" Target="../tags/tag35.xml"/><Relationship Id="rId30" Type="http://schemas.openxmlformats.org/officeDocument/2006/relationships/tags" Target="../tags/tag38.xml"/><Relationship Id="rId35" Type="http://schemas.openxmlformats.org/officeDocument/2006/relationships/tags" Target="../tags/tag43.xml"/><Relationship Id="rId43" Type="http://schemas.openxmlformats.org/officeDocument/2006/relationships/tags" Target="../tags/tag51.xml"/><Relationship Id="rId48"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tags" Target="../tags/tag57.xml"/><Relationship Id="rId7" Type="http://schemas.openxmlformats.org/officeDocument/2006/relationships/image" Target="../media/image12.svg"/><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11.png"/><Relationship Id="rId5" Type="http://schemas.openxmlformats.org/officeDocument/2006/relationships/slideLayout" Target="../slideLayouts/slideLayout3.xml"/><Relationship Id="rId4" Type="http://schemas.openxmlformats.org/officeDocument/2006/relationships/tags" Target="../tags/tag58.xml"/></Relationships>
</file>

<file path=ppt/slides/_rels/slide8.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Layout" Target="../slideLayouts/slideLayout3.xml"/><Relationship Id="rId5" Type="http://schemas.openxmlformats.org/officeDocument/2006/relationships/tags" Target="../tags/tag63.xml"/><Relationship Id="rId4" Type="http://schemas.openxmlformats.org/officeDocument/2006/relationships/tags" Target="../tags/tag6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5.png"/><Relationship Id="rId18" Type="http://schemas.openxmlformats.org/officeDocument/2006/relationships/image" Target="../media/image30.svg"/><Relationship Id="rId26" Type="http://schemas.openxmlformats.org/officeDocument/2006/relationships/image" Target="../media/image38.svg"/><Relationship Id="rId3" Type="http://schemas.openxmlformats.org/officeDocument/2006/relationships/image" Target="../media/image15.png"/><Relationship Id="rId21" Type="http://schemas.openxmlformats.org/officeDocument/2006/relationships/image" Target="../media/image33.png"/><Relationship Id="rId34" Type="http://schemas.openxmlformats.org/officeDocument/2006/relationships/image" Target="../media/image46.svg"/><Relationship Id="rId7" Type="http://schemas.openxmlformats.org/officeDocument/2006/relationships/image" Target="../media/image19.png"/><Relationship Id="rId12" Type="http://schemas.openxmlformats.org/officeDocument/2006/relationships/image" Target="../media/image24.svg"/><Relationship Id="rId17" Type="http://schemas.openxmlformats.org/officeDocument/2006/relationships/image" Target="../media/image29.png"/><Relationship Id="rId25" Type="http://schemas.openxmlformats.org/officeDocument/2006/relationships/image" Target="../media/image37.png"/><Relationship Id="rId33" Type="http://schemas.openxmlformats.org/officeDocument/2006/relationships/image" Target="../media/image45.png"/><Relationship Id="rId2" Type="http://schemas.openxmlformats.org/officeDocument/2006/relationships/notesSlide" Target="../notesSlides/notesSlide1.xml"/><Relationship Id="rId16" Type="http://schemas.openxmlformats.org/officeDocument/2006/relationships/image" Target="../media/image28.svg"/><Relationship Id="rId20" Type="http://schemas.openxmlformats.org/officeDocument/2006/relationships/image" Target="../media/image32.svg"/><Relationship Id="rId29" Type="http://schemas.openxmlformats.org/officeDocument/2006/relationships/image" Target="../media/image41.png"/><Relationship Id="rId1" Type="http://schemas.openxmlformats.org/officeDocument/2006/relationships/slideLayout" Target="../slideLayouts/slideLayout3.xml"/><Relationship Id="rId6" Type="http://schemas.openxmlformats.org/officeDocument/2006/relationships/image" Target="../media/image18.svg"/><Relationship Id="rId11" Type="http://schemas.openxmlformats.org/officeDocument/2006/relationships/image" Target="../media/image23.png"/><Relationship Id="rId24" Type="http://schemas.openxmlformats.org/officeDocument/2006/relationships/image" Target="../media/image36.svg"/><Relationship Id="rId32" Type="http://schemas.openxmlformats.org/officeDocument/2006/relationships/image" Target="../media/image44.svg"/><Relationship Id="rId5" Type="http://schemas.openxmlformats.org/officeDocument/2006/relationships/image" Target="../media/image17.png"/><Relationship Id="rId15" Type="http://schemas.openxmlformats.org/officeDocument/2006/relationships/image" Target="../media/image27.png"/><Relationship Id="rId23" Type="http://schemas.openxmlformats.org/officeDocument/2006/relationships/image" Target="../media/image35.png"/><Relationship Id="rId28" Type="http://schemas.openxmlformats.org/officeDocument/2006/relationships/image" Target="../media/image40.svg"/><Relationship Id="rId10" Type="http://schemas.openxmlformats.org/officeDocument/2006/relationships/image" Target="../media/image22.svg"/><Relationship Id="rId19" Type="http://schemas.openxmlformats.org/officeDocument/2006/relationships/image" Target="../media/image31.png"/><Relationship Id="rId31" Type="http://schemas.openxmlformats.org/officeDocument/2006/relationships/image" Target="../media/image43.png"/><Relationship Id="rId4" Type="http://schemas.openxmlformats.org/officeDocument/2006/relationships/image" Target="../media/image16.svg"/><Relationship Id="rId9" Type="http://schemas.openxmlformats.org/officeDocument/2006/relationships/image" Target="../media/image21.png"/><Relationship Id="rId14" Type="http://schemas.openxmlformats.org/officeDocument/2006/relationships/image" Target="../media/image26.svg"/><Relationship Id="rId22" Type="http://schemas.openxmlformats.org/officeDocument/2006/relationships/image" Target="../media/image34.svg"/><Relationship Id="rId27" Type="http://schemas.openxmlformats.org/officeDocument/2006/relationships/image" Target="../media/image39.png"/><Relationship Id="rId30" Type="http://schemas.openxmlformats.org/officeDocument/2006/relationships/image" Target="../media/image42.svg"/></Relationships>
</file>

<file path=ppt/slides/_rels/slide12.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tags" Target="../tags/tag76.xml"/><Relationship Id="rId18" Type="http://schemas.openxmlformats.org/officeDocument/2006/relationships/tags" Target="../tags/tag81.xml"/><Relationship Id="rId3" Type="http://schemas.openxmlformats.org/officeDocument/2006/relationships/tags" Target="../tags/tag66.xml"/><Relationship Id="rId21" Type="http://schemas.openxmlformats.org/officeDocument/2006/relationships/tags" Target="../tags/tag84.xml"/><Relationship Id="rId7" Type="http://schemas.openxmlformats.org/officeDocument/2006/relationships/tags" Target="../tags/tag70.xml"/><Relationship Id="rId12" Type="http://schemas.openxmlformats.org/officeDocument/2006/relationships/tags" Target="../tags/tag75.xml"/><Relationship Id="rId17" Type="http://schemas.openxmlformats.org/officeDocument/2006/relationships/tags" Target="../tags/tag80.xml"/><Relationship Id="rId25" Type="http://schemas.openxmlformats.org/officeDocument/2006/relationships/slideLayout" Target="../slideLayouts/slideLayout3.xml"/><Relationship Id="rId2" Type="http://schemas.openxmlformats.org/officeDocument/2006/relationships/tags" Target="../tags/tag65.xml"/><Relationship Id="rId16" Type="http://schemas.openxmlformats.org/officeDocument/2006/relationships/tags" Target="../tags/tag79.xml"/><Relationship Id="rId20" Type="http://schemas.openxmlformats.org/officeDocument/2006/relationships/tags" Target="../tags/tag83.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tags" Target="../tags/tag74.xml"/><Relationship Id="rId24" Type="http://schemas.openxmlformats.org/officeDocument/2006/relationships/tags" Target="../tags/tag87.xml"/><Relationship Id="rId5" Type="http://schemas.openxmlformats.org/officeDocument/2006/relationships/tags" Target="../tags/tag68.xml"/><Relationship Id="rId15" Type="http://schemas.openxmlformats.org/officeDocument/2006/relationships/tags" Target="../tags/tag78.xml"/><Relationship Id="rId23" Type="http://schemas.openxmlformats.org/officeDocument/2006/relationships/tags" Target="../tags/tag86.xml"/><Relationship Id="rId10" Type="http://schemas.openxmlformats.org/officeDocument/2006/relationships/tags" Target="../tags/tag73.xml"/><Relationship Id="rId19" Type="http://schemas.openxmlformats.org/officeDocument/2006/relationships/tags" Target="../tags/tag82.xml"/><Relationship Id="rId4" Type="http://schemas.openxmlformats.org/officeDocument/2006/relationships/tags" Target="../tags/tag67.xml"/><Relationship Id="rId9" Type="http://schemas.openxmlformats.org/officeDocument/2006/relationships/tags" Target="../tags/tag72.xml"/><Relationship Id="rId14" Type="http://schemas.openxmlformats.org/officeDocument/2006/relationships/tags" Target="../tags/tag77.xml"/><Relationship Id="rId22" Type="http://schemas.openxmlformats.org/officeDocument/2006/relationships/tags" Target="../tags/tag8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tags" Target="../tags/tag100.xml"/><Relationship Id="rId18" Type="http://schemas.openxmlformats.org/officeDocument/2006/relationships/tags" Target="../tags/tag105.xml"/><Relationship Id="rId3" Type="http://schemas.openxmlformats.org/officeDocument/2006/relationships/tags" Target="../tags/tag90.xml"/><Relationship Id="rId21" Type="http://schemas.openxmlformats.org/officeDocument/2006/relationships/slideLayout" Target="../slideLayouts/slideLayout3.xml"/><Relationship Id="rId7" Type="http://schemas.openxmlformats.org/officeDocument/2006/relationships/tags" Target="../tags/tag94.xml"/><Relationship Id="rId12" Type="http://schemas.openxmlformats.org/officeDocument/2006/relationships/tags" Target="../tags/tag99.xml"/><Relationship Id="rId17" Type="http://schemas.openxmlformats.org/officeDocument/2006/relationships/tags" Target="../tags/tag104.xml"/><Relationship Id="rId2" Type="http://schemas.openxmlformats.org/officeDocument/2006/relationships/tags" Target="../tags/tag89.xml"/><Relationship Id="rId16" Type="http://schemas.openxmlformats.org/officeDocument/2006/relationships/tags" Target="../tags/tag103.xml"/><Relationship Id="rId20" Type="http://schemas.openxmlformats.org/officeDocument/2006/relationships/tags" Target="../tags/tag107.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tags" Target="../tags/tag98.xml"/><Relationship Id="rId5" Type="http://schemas.openxmlformats.org/officeDocument/2006/relationships/tags" Target="../tags/tag92.xml"/><Relationship Id="rId15" Type="http://schemas.openxmlformats.org/officeDocument/2006/relationships/tags" Target="../tags/tag102.xml"/><Relationship Id="rId10" Type="http://schemas.openxmlformats.org/officeDocument/2006/relationships/tags" Target="../tags/tag97.xml"/><Relationship Id="rId19" Type="http://schemas.openxmlformats.org/officeDocument/2006/relationships/tags" Target="../tags/tag106.xml"/><Relationship Id="rId4" Type="http://schemas.openxmlformats.org/officeDocument/2006/relationships/tags" Target="../tags/tag91.xml"/><Relationship Id="rId9" Type="http://schemas.openxmlformats.org/officeDocument/2006/relationships/tags" Target="../tags/tag96.xml"/><Relationship Id="rId14" Type="http://schemas.openxmlformats.org/officeDocument/2006/relationships/tags" Target="../tags/tag101.xml"/><Relationship Id="rId22" Type="http://schemas.openxmlformats.org/officeDocument/2006/relationships/notesSlide" Target="../notesSlides/notesSlide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49.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1" Type="http://schemas.openxmlformats.org/officeDocument/2006/relationships/slideLayout" Target="../slideLayouts/slideLayout4.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19" Type="http://schemas.openxmlformats.org/officeDocument/2006/relationships/image" Target="../media/image50.png"/><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0" y="0"/>
            <a:ext cx="12192000" cy="6858000"/>
          </a:xfrm>
          <a:prstGeom prst="rect">
            <a:avLst/>
          </a:prstGeom>
        </p:spPr>
      </p:pic>
      <p:sp>
        <p:nvSpPr>
          <p:cNvPr id="2" name="爱设计-7"/>
          <p:cNvSpPr txBox="1"/>
          <p:nvPr/>
        </p:nvSpPr>
        <p:spPr>
          <a:xfrm>
            <a:off x="729407" y="1749952"/>
            <a:ext cx="2995475" cy="1015663"/>
          </a:xfrm>
          <a:prstGeom prst="rect">
            <a:avLst/>
          </a:prstGeom>
          <a:noFill/>
          <a:effectLst/>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a:defRPr/>
            </a:pPr>
            <a:r>
              <a:rPr lang="zh-CN" altLang="en-US" sz="6600" spc="0" dirty="0">
                <a:solidFill>
                  <a:srgbClr val="275DF5"/>
                </a:solidFill>
                <a:latin typeface="汉仪综艺体简" panose="02010609000101010101" pitchFamily="49" charset="-122"/>
                <a:ea typeface="汉仪综艺体简" panose="02010609000101010101" pitchFamily="49" charset="-122"/>
              </a:rPr>
              <a:t>物联网</a:t>
            </a:r>
            <a:endParaRPr lang="zh-CN" altLang="en-US" sz="6600" spc="600" dirty="0">
              <a:solidFill>
                <a:schemeClr val="tx1"/>
              </a:solidFill>
              <a:latin typeface="汉仪综艺体简" panose="02010609000101010101" pitchFamily="49" charset="-122"/>
              <a:ea typeface="汉仪综艺体简" panose="02010609000101010101" pitchFamily="49" charset="-122"/>
              <a:cs typeface="OPPOSans H" panose="00020600040101010101" pitchFamily="18" charset="-122"/>
            </a:endParaRPr>
          </a:p>
        </p:txBody>
      </p:sp>
      <p:sp>
        <p:nvSpPr>
          <p:cNvPr id="3" name="爱设计-8"/>
          <p:cNvSpPr txBox="1"/>
          <p:nvPr/>
        </p:nvSpPr>
        <p:spPr>
          <a:xfrm>
            <a:off x="729407" y="2992638"/>
            <a:ext cx="5843606" cy="830997"/>
          </a:xfrm>
          <a:prstGeom prst="rect">
            <a:avLst/>
          </a:prstGeom>
          <a:noFill/>
          <a:effectLst/>
        </p:spPr>
        <p:txBody>
          <a:bodyPr wrap="square" lIns="0" tIns="0" rIns="0" bIns="0" rtlCol="0">
            <a:spAutoFit/>
          </a:bodyPr>
          <a:lstStyle>
            <a:defPPr>
              <a:defRPr lang="zh-CN"/>
            </a:defPPr>
            <a:lvl1pPr marR="0" lvl="0" indent="0" fontAlgn="auto">
              <a:lnSpc>
                <a:spcPct val="100000"/>
              </a:lnSpc>
              <a:spcBef>
                <a:spcPct val="0"/>
              </a:spcBef>
              <a:spcAft>
                <a:spcPct val="0"/>
              </a:spcAft>
              <a:buClrTx/>
              <a:buSzTx/>
              <a:buFontTx/>
              <a:buNone/>
              <a:defRPr sz="5400" b="1" spc="1000">
                <a:solidFill>
                  <a:srgbClr val="05050F"/>
                </a:solidFill>
                <a:latin typeface="微软雅黑" panose="020B0503020204020204" pitchFamily="34" charset="-122"/>
                <a:ea typeface="微软雅黑" panose="020B0503020204020204" pitchFamily="34" charset="-122"/>
                <a:cs typeface="OPPOSans H" panose="00020600040101010101" pitchFamily="18" charset="-122"/>
              </a:defRPr>
            </a:lvl1pPr>
          </a:lstStyle>
          <a:p>
            <a:r>
              <a:rPr lang="zh-CN" altLang="en-US" b="0" dirty="0">
                <a:latin typeface="汉仪综艺体简" panose="02010609000101010101" pitchFamily="49" charset="-122"/>
                <a:ea typeface="汉仪综艺体简" panose="02010609000101010101" pitchFamily="49" charset="-122"/>
              </a:rPr>
              <a:t>智能化功能网络</a:t>
            </a:r>
            <a:endParaRPr lang="en-US" altLang="zh-CN" b="0" dirty="0">
              <a:latin typeface="汉仪综艺体简" panose="02010609000101010101" pitchFamily="49" charset="-122"/>
              <a:ea typeface="汉仪综艺体简" panose="02010609000101010101" pitchFamily="49" charset="-122"/>
            </a:endParaRPr>
          </a:p>
        </p:txBody>
      </p:sp>
      <p:sp>
        <p:nvSpPr>
          <p:cNvPr id="5" name="爱设计-14"/>
          <p:cNvSpPr txBox="1"/>
          <p:nvPr/>
        </p:nvSpPr>
        <p:spPr>
          <a:xfrm>
            <a:off x="871573" y="5859362"/>
            <a:ext cx="9465133" cy="307340"/>
          </a:xfrm>
          <a:prstGeom prst="rect">
            <a:avLst/>
          </a:prstGeom>
          <a:noFill/>
          <a:effectLst/>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ct val="0"/>
              </a:spcBef>
              <a:spcAft>
                <a:spcPct val="0"/>
              </a:spcAft>
              <a:buClrTx/>
              <a:buSzTx/>
              <a:buFontTx/>
              <a:buNone/>
              <a:defRPr/>
            </a:pPr>
            <a:r>
              <a:rPr lang="zh-CN" altLang="en-US" sz="2000" b="1" spc="600" dirty="0">
                <a:solidFill>
                  <a:srgbClr val="05050F"/>
                </a:solidFill>
                <a:latin typeface="微软雅黑 Light" panose="020B0502040204020203" pitchFamily="34" charset="-122"/>
                <a:ea typeface="微软雅黑 Light" panose="020B0502040204020203" pitchFamily="34" charset="-122"/>
                <a:cs typeface="阿里巴巴普惠体 2.0 95 ExtraBold" panose="00020600040101010101" pitchFamily="18" charset="-122"/>
              </a:rPr>
              <a:t>演讲人：第一</a:t>
            </a:r>
            <a:r>
              <a:rPr lang="en-US" altLang="zh-CN" sz="2000" b="1" spc="600" dirty="0">
                <a:solidFill>
                  <a:srgbClr val="05050F"/>
                </a:solidFill>
                <a:latin typeface="微软雅黑 Light" panose="020B0502040204020203" pitchFamily="34" charset="-122"/>
                <a:ea typeface="微软雅黑 Light" panose="020B0502040204020203" pitchFamily="34" charset="-122"/>
                <a:cs typeface="阿里巴巴普惠体 2.0 95 ExtraBold" panose="00020600040101010101" pitchFamily="18" charset="-122"/>
              </a:rPr>
              <a:t>PPT</a:t>
            </a:r>
            <a:endParaRPr kumimoji="0" lang="zh-CN" altLang="en-US" sz="2000" b="1" u="none" strike="noStrike" kern="1200" cap="none" spc="600" normalizeH="0" baseline="0" noProof="0" dirty="0">
              <a:ln>
                <a:noFill/>
              </a:ln>
              <a:solidFill>
                <a:srgbClr val="05050F"/>
              </a:solidFill>
              <a:effectLst/>
              <a:uLnTx/>
              <a:uFillTx/>
              <a:latin typeface="微软雅黑 Light" panose="020B0502040204020203" pitchFamily="34" charset="-122"/>
              <a:ea typeface="微软雅黑 Light" panose="020B0502040204020203" pitchFamily="34" charset="-122"/>
              <a:cs typeface="阿里巴巴普惠体 2.0 95 ExtraBold" panose="00020600040101010101" pitchFamily="18" charset="-122"/>
            </a:endParaRPr>
          </a:p>
        </p:txBody>
      </p:sp>
      <p:cxnSp>
        <p:nvCxnSpPr>
          <p:cNvPr id="9" name="直线连接符 8"/>
          <p:cNvCxnSpPr/>
          <p:nvPr/>
        </p:nvCxnSpPr>
        <p:spPr>
          <a:xfrm flipH="1">
            <a:off x="3485039" y="1888219"/>
            <a:ext cx="0" cy="8805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3589970" y="1833797"/>
            <a:ext cx="2573012" cy="874407"/>
          </a:xfrm>
          <a:prstGeom prst="rect">
            <a:avLst/>
          </a:prstGeom>
          <a:noFill/>
        </p:spPr>
        <p:txBody>
          <a:bodyPr wrap="none" rtlCol="0">
            <a:spAutoFit/>
          </a:bodyPr>
          <a:lstStyle/>
          <a:p>
            <a:pPr>
              <a:lnSpc>
                <a:spcPct val="150000"/>
              </a:lnSpc>
            </a:pPr>
            <a:r>
              <a:rPr kumimoji="1" lang="en-US" altLang="zh-CN">
                <a:latin typeface="+mj-ea"/>
                <a:ea typeface="+mj-ea"/>
              </a:rPr>
              <a:t>Work</a:t>
            </a:r>
            <a:r>
              <a:rPr kumimoji="1" lang="zh-CN" altLang="en-US">
                <a:latin typeface="+mj-ea"/>
                <a:ea typeface="+mj-ea"/>
              </a:rPr>
              <a:t> </a:t>
            </a:r>
            <a:r>
              <a:rPr kumimoji="1" lang="en-US" altLang="zh-CN">
                <a:latin typeface="+mj-ea"/>
                <a:ea typeface="+mj-ea"/>
              </a:rPr>
              <a:t>Report</a:t>
            </a:r>
            <a:r>
              <a:rPr kumimoji="1" lang="zh-CN" altLang="en-US">
                <a:latin typeface="+mj-ea"/>
                <a:ea typeface="+mj-ea"/>
              </a:rPr>
              <a:t> </a:t>
            </a:r>
            <a:r>
              <a:rPr kumimoji="1" lang="en-US" altLang="zh-CN">
                <a:latin typeface="+mj-ea"/>
                <a:ea typeface="+mj-ea"/>
              </a:rPr>
              <a:t>of</a:t>
            </a:r>
          </a:p>
          <a:p>
            <a:pPr>
              <a:lnSpc>
                <a:spcPct val="150000"/>
              </a:lnSpc>
            </a:pPr>
            <a:r>
              <a:rPr kumimoji="1" lang="en-US" altLang="zh-CN">
                <a:latin typeface="+mj-ea"/>
                <a:ea typeface="+mj-ea"/>
              </a:rPr>
              <a:t>Technology</a:t>
            </a:r>
            <a:r>
              <a:rPr kumimoji="1" lang="zh-CN" altLang="en-US">
                <a:latin typeface="+mj-ea"/>
                <a:ea typeface="+mj-ea"/>
              </a:rPr>
              <a:t> </a:t>
            </a:r>
            <a:r>
              <a:rPr kumimoji="1" lang="en-US" altLang="zh-CN">
                <a:latin typeface="+mj-ea"/>
                <a:ea typeface="+mj-ea"/>
              </a:rPr>
              <a:t>Company</a:t>
            </a:r>
            <a:endParaRPr kumimoji="1" lang="zh-CN" altLang="en-US">
              <a:latin typeface="+mj-ea"/>
              <a:ea typeface="+mj-ea"/>
            </a:endParaRPr>
          </a:p>
        </p:txBody>
      </p:sp>
      <p:sp>
        <p:nvSpPr>
          <p:cNvPr id="15" name="剪去对角的矩形 14"/>
          <p:cNvSpPr/>
          <p:nvPr/>
        </p:nvSpPr>
        <p:spPr>
          <a:xfrm>
            <a:off x="741839" y="4142282"/>
            <a:ext cx="4597805" cy="614598"/>
          </a:xfrm>
          <a:prstGeom prst="snip2DiagRect">
            <a:avLst>
              <a:gd name="adj1" fmla="val 0"/>
              <a:gd name="adj2" fmla="val 38618"/>
            </a:avLst>
          </a:prstGeom>
          <a:gradFill>
            <a:gsLst>
              <a:gs pos="89000">
                <a:srgbClr val="275DF5"/>
              </a:gs>
              <a:gs pos="0">
                <a:srgbClr val="3DA4F9"/>
              </a:gs>
            </a:gsLst>
            <a:lin ang="27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2400" dirty="0">
                <a:solidFill>
                  <a:prstClr val="white"/>
                </a:solidFill>
                <a:latin typeface="+mj-ea"/>
                <a:ea typeface="+mj-ea"/>
              </a:rPr>
              <a:t>科技物联网行业研究报告</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图片 38"/>
          <p:cNvPicPr>
            <a:picLocks noChangeAspect="1"/>
          </p:cNvPicPr>
          <p:nvPr/>
        </p:nvPicPr>
        <p:blipFill>
          <a:blip r:embed="rId2"/>
          <a:stretch>
            <a:fillRect/>
          </a:stretch>
        </p:blipFill>
        <p:spPr>
          <a:xfrm>
            <a:off x="0" y="0"/>
            <a:ext cx="12192000" cy="6858000"/>
          </a:xfrm>
          <a:prstGeom prst="rect">
            <a:avLst/>
          </a:prstGeom>
        </p:spPr>
      </p:pic>
      <p:sp>
        <p:nvSpPr>
          <p:cNvPr id="40" name="圆角矩形 39"/>
          <p:cNvSpPr/>
          <p:nvPr/>
        </p:nvSpPr>
        <p:spPr>
          <a:xfrm>
            <a:off x="884903" y="2566219"/>
            <a:ext cx="2344994" cy="3096000"/>
          </a:xfrm>
          <a:prstGeom prst="roundRect">
            <a:avLst>
              <a:gd name="adj" fmla="val 7233"/>
            </a:avLst>
          </a:prstGeom>
          <a:gradFill>
            <a:gsLst>
              <a:gs pos="19000">
                <a:srgbClr val="2946ED"/>
              </a:gs>
              <a:gs pos="100000">
                <a:srgbClr val="4294FF"/>
              </a:gs>
            </a:gsLst>
            <a:path path="circle">
              <a:fillToRect r="100000" b="100000"/>
            </a:path>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kern="0">
              <a:solidFill>
                <a:prstClr val="white"/>
              </a:solidFill>
              <a:latin typeface="Helvetica"/>
              <a:ea typeface="思源黑体 CN Regular" panose="020B0500000000000000" charset="-122"/>
            </a:endParaRPr>
          </a:p>
        </p:txBody>
      </p:sp>
      <p:sp>
        <p:nvSpPr>
          <p:cNvPr id="41" name="圆角矩形 40"/>
          <p:cNvSpPr/>
          <p:nvPr/>
        </p:nvSpPr>
        <p:spPr>
          <a:xfrm>
            <a:off x="3582042" y="2566219"/>
            <a:ext cx="2344994" cy="3096000"/>
          </a:xfrm>
          <a:prstGeom prst="roundRect">
            <a:avLst>
              <a:gd name="adj" fmla="val 7233"/>
            </a:avLst>
          </a:prstGeom>
          <a:solidFill>
            <a:schemeClr val="bg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kern="0">
              <a:solidFill>
                <a:prstClr val="white"/>
              </a:solidFill>
              <a:latin typeface="Helvetica"/>
              <a:ea typeface="思源黑体 CN Regular" panose="020B0500000000000000" charset="-122"/>
            </a:endParaRPr>
          </a:p>
        </p:txBody>
      </p:sp>
      <p:sp>
        <p:nvSpPr>
          <p:cNvPr id="43" name="圆角矩形 42"/>
          <p:cNvSpPr/>
          <p:nvPr/>
        </p:nvSpPr>
        <p:spPr>
          <a:xfrm>
            <a:off x="6279181" y="2566219"/>
            <a:ext cx="2344994" cy="3096000"/>
          </a:xfrm>
          <a:prstGeom prst="roundRect">
            <a:avLst>
              <a:gd name="adj" fmla="val 7233"/>
            </a:avLst>
          </a:prstGeom>
          <a:solidFill>
            <a:schemeClr val="bg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kern="0">
              <a:solidFill>
                <a:prstClr val="white"/>
              </a:solidFill>
              <a:latin typeface="Helvetica"/>
              <a:ea typeface="思源黑体 CN Regular" panose="020B0500000000000000" charset="-122"/>
            </a:endParaRPr>
          </a:p>
        </p:txBody>
      </p:sp>
      <p:sp>
        <p:nvSpPr>
          <p:cNvPr id="44" name="圆角矩形 43"/>
          <p:cNvSpPr/>
          <p:nvPr/>
        </p:nvSpPr>
        <p:spPr>
          <a:xfrm>
            <a:off x="8976320" y="2566219"/>
            <a:ext cx="2344994" cy="3096000"/>
          </a:xfrm>
          <a:prstGeom prst="roundRect">
            <a:avLst>
              <a:gd name="adj" fmla="val 7233"/>
            </a:avLst>
          </a:prstGeom>
          <a:solidFill>
            <a:schemeClr val="bg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kern="0">
              <a:solidFill>
                <a:prstClr val="white"/>
              </a:solidFill>
              <a:latin typeface="Helvetica"/>
              <a:ea typeface="思源黑体 CN Regular" panose="020B0500000000000000" charset="-122"/>
            </a:endParaRPr>
          </a:p>
        </p:txBody>
      </p:sp>
      <p:sp>
        <p:nvSpPr>
          <p:cNvPr id="2" name="Object 101"/>
          <p:cNvSpPr txBox="1"/>
          <p:nvPr/>
        </p:nvSpPr>
        <p:spPr>
          <a:xfrm>
            <a:off x="4228168" y="1498458"/>
            <a:ext cx="3702050" cy="389594"/>
          </a:xfrm>
          <a:prstGeom prst="rect">
            <a:avLst/>
          </a:prstGeom>
        </p:spPr>
        <p:txBody>
          <a:bodyPr vert="horz" wrap="square" lIns="0" tIns="0" rIns="0" bIns="0" rtlCol="0" anchor="t" anchorCtr="0">
            <a:spAutoFit/>
          </a:bodyPr>
          <a:lstStyle/>
          <a:p>
            <a:pPr algn="ctr">
              <a:lnSpc>
                <a:spcPct val="110000"/>
              </a:lnSpc>
            </a:pPr>
            <a:r>
              <a:rPr lang="en-US" altLang="zh-CN" sz="2400">
                <a:solidFill>
                  <a:srgbClr val="2254F4"/>
                </a:solidFill>
                <a:latin typeface="OPPOSans-M"/>
                <a:ea typeface="OPPOSans-M"/>
              </a:rPr>
              <a:t>CONTENTS</a:t>
            </a:r>
            <a:endParaRPr lang="zh-CN" altLang="en-US" sz="900"/>
          </a:p>
        </p:txBody>
      </p:sp>
      <p:sp>
        <p:nvSpPr>
          <p:cNvPr id="3" name="Object 102"/>
          <p:cNvSpPr txBox="1"/>
          <p:nvPr/>
        </p:nvSpPr>
        <p:spPr>
          <a:xfrm>
            <a:off x="4842996" y="768208"/>
            <a:ext cx="2470150" cy="758797"/>
          </a:xfrm>
          <a:prstGeom prst="rect">
            <a:avLst/>
          </a:prstGeom>
        </p:spPr>
        <p:txBody>
          <a:bodyPr vert="horz" wrap="square" lIns="0" tIns="0" rIns="0" bIns="0" rtlCol="0" anchor="t" anchorCtr="0">
            <a:spAutoFit/>
          </a:bodyPr>
          <a:lstStyle/>
          <a:p>
            <a:pPr algn="ctr">
              <a:lnSpc>
                <a:spcPct val="110000"/>
              </a:lnSpc>
            </a:pPr>
            <a:r>
              <a:rPr lang="zh-CN" altLang="en-US" sz="4800" b="1" dirty="0">
                <a:solidFill>
                  <a:srgbClr val="2254F4"/>
                </a:solidFill>
                <a:latin typeface="OPPOSans-B"/>
                <a:ea typeface="OPPOSans-B"/>
              </a:rPr>
              <a:t>目录</a:t>
            </a:r>
            <a:endParaRPr lang="zh-CN" altLang="en-US" sz="900" b="1" dirty="0"/>
          </a:p>
        </p:txBody>
      </p:sp>
      <p:sp>
        <p:nvSpPr>
          <p:cNvPr id="17" name="Object 106"/>
          <p:cNvSpPr txBox="1"/>
          <p:nvPr/>
        </p:nvSpPr>
        <p:spPr>
          <a:xfrm>
            <a:off x="3791863" y="4609586"/>
            <a:ext cx="1968500" cy="483081"/>
          </a:xfrm>
          <a:prstGeom prst="rect">
            <a:avLst/>
          </a:prstGeom>
        </p:spPr>
        <p:txBody>
          <a:bodyPr vert="horz" wrap="square" lIns="0" tIns="0" rIns="0" bIns="0" rtlCol="0" anchor="t" anchorCtr="0">
            <a:spAutoFit/>
          </a:bodyPr>
          <a:lstStyle/>
          <a:p>
            <a:pPr algn="ctr">
              <a:lnSpc>
                <a:spcPct val="115000"/>
              </a:lnSpc>
            </a:pPr>
            <a:r>
              <a:rPr lang="en-US" altLang="zh-CN" sz="1400">
                <a:solidFill>
                  <a:srgbClr val="2254F4"/>
                </a:solidFill>
                <a:latin typeface="OPPOSans-R"/>
                <a:ea typeface="OPPOSans-R"/>
              </a:rPr>
              <a:t>Product </a:t>
            </a:r>
            <a:endParaRPr lang="zh-CN" altLang="en-US" sz="1400"/>
          </a:p>
          <a:p>
            <a:pPr algn="ctr">
              <a:lnSpc>
                <a:spcPct val="115000"/>
              </a:lnSpc>
            </a:pPr>
            <a:r>
              <a:rPr lang="en-US" altLang="zh-CN" sz="1400">
                <a:solidFill>
                  <a:srgbClr val="2254F4"/>
                </a:solidFill>
                <a:latin typeface="OPPOSans-R"/>
                <a:ea typeface="OPPOSans-R"/>
              </a:rPr>
              <a:t>Introduction</a:t>
            </a:r>
            <a:endParaRPr lang="zh-CN" altLang="en-US" sz="900"/>
          </a:p>
        </p:txBody>
      </p:sp>
      <p:sp>
        <p:nvSpPr>
          <p:cNvPr id="18" name="Object 107"/>
          <p:cNvSpPr txBox="1"/>
          <p:nvPr/>
        </p:nvSpPr>
        <p:spPr>
          <a:xfrm>
            <a:off x="3791861" y="4119604"/>
            <a:ext cx="1968500" cy="411010"/>
          </a:xfrm>
          <a:prstGeom prst="rect">
            <a:avLst/>
          </a:prstGeom>
        </p:spPr>
        <p:txBody>
          <a:bodyPr vert="horz" wrap="square" lIns="0" tIns="0" rIns="0" bIns="0" rtlCol="0" anchor="t" anchorCtr="0">
            <a:spAutoFit/>
          </a:bodyPr>
          <a:lstStyle/>
          <a:p>
            <a:pPr algn="ctr">
              <a:lnSpc>
                <a:spcPct val="110000"/>
              </a:lnSpc>
            </a:pPr>
            <a:r>
              <a:rPr lang="zh-CN" altLang="en-US" sz="2600" b="1" dirty="0">
                <a:solidFill>
                  <a:srgbClr val="2254F4"/>
                </a:solidFill>
                <a:latin typeface="OPPOSans-B"/>
                <a:ea typeface="OPPOSans-B"/>
              </a:rPr>
              <a:t>产品介绍</a:t>
            </a:r>
            <a:endParaRPr lang="zh-CN" altLang="en-US" sz="900" b="1" dirty="0"/>
          </a:p>
        </p:txBody>
      </p:sp>
      <p:pic>
        <p:nvPicPr>
          <p:cNvPr id="20" name="image 108"/>
          <p:cNvPicPr>
            <a:picLocks noChangeAspect="1"/>
          </p:cNvPicPr>
          <p:nvPr/>
        </p:nvPicPr>
        <p:blipFill>
          <a:blip r:embed="rId3"/>
          <a:stretch>
            <a:fillRect/>
          </a:stretch>
        </p:blipFill>
        <p:spPr>
          <a:xfrm>
            <a:off x="4508500" y="3168650"/>
            <a:ext cx="533400" cy="520700"/>
          </a:xfrm>
          <a:prstGeom prst="rect">
            <a:avLst/>
          </a:prstGeom>
        </p:spPr>
      </p:pic>
      <p:sp>
        <p:nvSpPr>
          <p:cNvPr id="24" name="Object 1012"/>
          <p:cNvSpPr txBox="1"/>
          <p:nvPr/>
        </p:nvSpPr>
        <p:spPr>
          <a:xfrm>
            <a:off x="6525728" y="4609586"/>
            <a:ext cx="1911350" cy="483081"/>
          </a:xfrm>
          <a:prstGeom prst="rect">
            <a:avLst/>
          </a:prstGeom>
        </p:spPr>
        <p:txBody>
          <a:bodyPr vert="horz" wrap="square" lIns="0" tIns="0" rIns="0" bIns="0" rtlCol="0" anchor="t" anchorCtr="0">
            <a:spAutoFit/>
          </a:bodyPr>
          <a:lstStyle/>
          <a:p>
            <a:pPr algn="ctr">
              <a:lnSpc>
                <a:spcPct val="115000"/>
              </a:lnSpc>
            </a:pPr>
            <a:r>
              <a:rPr lang="en-US" altLang="zh-CN" sz="1400">
                <a:solidFill>
                  <a:srgbClr val="2254F4"/>
                </a:solidFill>
                <a:latin typeface="OPPOSans-R"/>
                <a:ea typeface="OPPOSans-R"/>
              </a:rPr>
              <a:t>Product </a:t>
            </a:r>
            <a:endParaRPr lang="zh-CN" altLang="en-US" sz="1400"/>
          </a:p>
          <a:p>
            <a:pPr algn="ctr">
              <a:lnSpc>
                <a:spcPct val="115000"/>
              </a:lnSpc>
            </a:pPr>
            <a:r>
              <a:rPr lang="en-US" altLang="zh-CN" sz="1400">
                <a:solidFill>
                  <a:srgbClr val="2254F4"/>
                </a:solidFill>
                <a:latin typeface="OPPOSans-R"/>
                <a:ea typeface="OPPOSans-R"/>
              </a:rPr>
              <a:t>Advantages</a:t>
            </a:r>
            <a:endParaRPr lang="zh-CN" altLang="en-US" sz="900"/>
          </a:p>
        </p:txBody>
      </p:sp>
      <p:sp>
        <p:nvSpPr>
          <p:cNvPr id="25" name="Object 1013"/>
          <p:cNvSpPr txBox="1"/>
          <p:nvPr/>
        </p:nvSpPr>
        <p:spPr>
          <a:xfrm>
            <a:off x="6525727" y="4117223"/>
            <a:ext cx="1911350" cy="411010"/>
          </a:xfrm>
          <a:prstGeom prst="rect">
            <a:avLst/>
          </a:prstGeom>
        </p:spPr>
        <p:txBody>
          <a:bodyPr vert="horz" wrap="square" lIns="0" tIns="0" rIns="0" bIns="0" rtlCol="0" anchor="t" anchorCtr="0">
            <a:spAutoFit/>
          </a:bodyPr>
          <a:lstStyle/>
          <a:p>
            <a:pPr algn="ctr">
              <a:lnSpc>
                <a:spcPct val="110000"/>
              </a:lnSpc>
            </a:pPr>
            <a:r>
              <a:rPr lang="zh-CN" altLang="en-US" sz="2600" b="1" dirty="0">
                <a:solidFill>
                  <a:srgbClr val="2254F4"/>
                </a:solidFill>
                <a:latin typeface="OPPOSans-B"/>
                <a:ea typeface="OPPOSans-B"/>
              </a:rPr>
              <a:t>产品优势</a:t>
            </a:r>
            <a:endParaRPr lang="zh-CN" altLang="en-US" sz="900" b="1" dirty="0"/>
          </a:p>
        </p:txBody>
      </p:sp>
      <p:pic>
        <p:nvPicPr>
          <p:cNvPr id="26" name="image 1014"/>
          <p:cNvPicPr>
            <a:picLocks noChangeAspect="1"/>
          </p:cNvPicPr>
          <p:nvPr/>
        </p:nvPicPr>
        <p:blipFill>
          <a:blip r:embed="rId4"/>
          <a:stretch>
            <a:fillRect/>
          </a:stretch>
        </p:blipFill>
        <p:spPr>
          <a:xfrm>
            <a:off x="7181850" y="3187700"/>
            <a:ext cx="596900" cy="482600"/>
          </a:xfrm>
          <a:prstGeom prst="rect">
            <a:avLst/>
          </a:prstGeom>
        </p:spPr>
      </p:pic>
      <p:sp>
        <p:nvSpPr>
          <p:cNvPr id="30" name="Object 1018"/>
          <p:cNvSpPr txBox="1"/>
          <p:nvPr/>
        </p:nvSpPr>
        <p:spPr>
          <a:xfrm>
            <a:off x="9175465" y="4611968"/>
            <a:ext cx="1987550" cy="483081"/>
          </a:xfrm>
          <a:prstGeom prst="rect">
            <a:avLst/>
          </a:prstGeom>
        </p:spPr>
        <p:txBody>
          <a:bodyPr vert="horz" wrap="square" lIns="0" tIns="0" rIns="0" bIns="0" rtlCol="0" anchor="t" anchorCtr="0">
            <a:spAutoFit/>
          </a:bodyPr>
          <a:lstStyle/>
          <a:p>
            <a:pPr algn="ctr">
              <a:lnSpc>
                <a:spcPct val="115000"/>
              </a:lnSpc>
            </a:pPr>
            <a:r>
              <a:rPr lang="en-US" altLang="zh-CN" sz="1400">
                <a:solidFill>
                  <a:srgbClr val="2254F4"/>
                </a:solidFill>
                <a:latin typeface="OPPOSans-R"/>
                <a:ea typeface="OPPOSans-R"/>
              </a:rPr>
              <a:t>Cooperation </a:t>
            </a:r>
            <a:endParaRPr lang="zh-CN" altLang="en-US" sz="1400"/>
          </a:p>
          <a:p>
            <a:pPr algn="ctr">
              <a:lnSpc>
                <a:spcPct val="115000"/>
              </a:lnSpc>
            </a:pPr>
            <a:r>
              <a:rPr lang="en-US" altLang="zh-CN" sz="1400">
                <a:solidFill>
                  <a:srgbClr val="2254F4"/>
                </a:solidFill>
                <a:latin typeface="OPPOSans-R"/>
                <a:ea typeface="OPPOSans-R"/>
              </a:rPr>
              <a:t>Channels</a:t>
            </a:r>
            <a:endParaRPr lang="zh-CN" altLang="en-US" sz="900"/>
          </a:p>
        </p:txBody>
      </p:sp>
      <p:sp>
        <p:nvSpPr>
          <p:cNvPr id="31" name="Object 1019"/>
          <p:cNvSpPr txBox="1"/>
          <p:nvPr/>
        </p:nvSpPr>
        <p:spPr>
          <a:xfrm>
            <a:off x="9175464" y="4119604"/>
            <a:ext cx="1987550" cy="411010"/>
          </a:xfrm>
          <a:prstGeom prst="rect">
            <a:avLst/>
          </a:prstGeom>
        </p:spPr>
        <p:txBody>
          <a:bodyPr vert="horz" wrap="square" lIns="0" tIns="0" rIns="0" bIns="0" rtlCol="0" anchor="t" anchorCtr="0">
            <a:spAutoFit/>
          </a:bodyPr>
          <a:lstStyle/>
          <a:p>
            <a:pPr algn="ctr">
              <a:lnSpc>
                <a:spcPct val="110000"/>
              </a:lnSpc>
            </a:pPr>
            <a:r>
              <a:rPr lang="zh-CN" altLang="en-US" sz="2600" b="1" dirty="0">
                <a:solidFill>
                  <a:srgbClr val="2254F4"/>
                </a:solidFill>
                <a:latin typeface="OPPOSans-B"/>
                <a:ea typeface="OPPOSans-B"/>
              </a:rPr>
              <a:t>合作渠道</a:t>
            </a:r>
            <a:endParaRPr lang="zh-CN" altLang="en-US" sz="900" b="1" dirty="0"/>
          </a:p>
        </p:txBody>
      </p:sp>
      <p:pic>
        <p:nvPicPr>
          <p:cNvPr id="32" name="image 1020"/>
          <p:cNvPicPr>
            <a:picLocks noChangeAspect="1"/>
          </p:cNvPicPr>
          <p:nvPr/>
        </p:nvPicPr>
        <p:blipFill>
          <a:blip r:embed="rId5"/>
          <a:stretch>
            <a:fillRect/>
          </a:stretch>
        </p:blipFill>
        <p:spPr>
          <a:xfrm>
            <a:off x="9855200" y="3181350"/>
            <a:ext cx="622300" cy="527050"/>
          </a:xfrm>
          <a:prstGeom prst="rect">
            <a:avLst/>
          </a:prstGeom>
        </p:spPr>
      </p:pic>
      <p:sp>
        <p:nvSpPr>
          <p:cNvPr id="36" name="Object 1024"/>
          <p:cNvSpPr txBox="1"/>
          <p:nvPr/>
        </p:nvSpPr>
        <p:spPr>
          <a:xfrm>
            <a:off x="1043203" y="4610083"/>
            <a:ext cx="2095500" cy="483081"/>
          </a:xfrm>
          <a:prstGeom prst="rect">
            <a:avLst/>
          </a:prstGeom>
        </p:spPr>
        <p:txBody>
          <a:bodyPr vert="horz" wrap="square" lIns="0" tIns="0" rIns="0" bIns="0" rtlCol="0" anchor="t" anchorCtr="0">
            <a:spAutoFit/>
          </a:bodyPr>
          <a:lstStyle/>
          <a:p>
            <a:pPr algn="ctr">
              <a:lnSpc>
                <a:spcPct val="115000"/>
              </a:lnSpc>
            </a:pPr>
            <a:r>
              <a:rPr lang="en-US" altLang="zh-CN" sz="1400">
                <a:solidFill>
                  <a:srgbClr val="FFFFFF"/>
                </a:solidFill>
                <a:latin typeface="OPPOSans-R"/>
                <a:ea typeface="OPPOSans-R"/>
              </a:rPr>
              <a:t>Enterprise </a:t>
            </a:r>
            <a:endParaRPr lang="zh-CN" altLang="en-US" sz="1400"/>
          </a:p>
          <a:p>
            <a:pPr algn="ctr">
              <a:lnSpc>
                <a:spcPct val="115000"/>
              </a:lnSpc>
            </a:pPr>
            <a:r>
              <a:rPr lang="en-US" altLang="zh-CN" sz="1400">
                <a:solidFill>
                  <a:srgbClr val="FFFFFF"/>
                </a:solidFill>
                <a:latin typeface="OPPOSans-R"/>
                <a:ea typeface="OPPOSans-R"/>
              </a:rPr>
              <a:t>Introduction</a:t>
            </a:r>
            <a:endParaRPr lang="zh-CN" altLang="en-US" sz="900"/>
          </a:p>
        </p:txBody>
      </p:sp>
      <p:sp>
        <p:nvSpPr>
          <p:cNvPr id="37" name="Object 1025"/>
          <p:cNvSpPr txBox="1"/>
          <p:nvPr/>
        </p:nvSpPr>
        <p:spPr>
          <a:xfrm>
            <a:off x="1005391" y="4119604"/>
            <a:ext cx="2171700" cy="411010"/>
          </a:xfrm>
          <a:prstGeom prst="rect">
            <a:avLst/>
          </a:prstGeom>
        </p:spPr>
        <p:txBody>
          <a:bodyPr vert="horz" wrap="square" lIns="0" tIns="0" rIns="0" bIns="0" rtlCol="0" anchor="t" anchorCtr="0">
            <a:spAutoFit/>
          </a:bodyPr>
          <a:lstStyle/>
          <a:p>
            <a:pPr algn="ctr">
              <a:lnSpc>
                <a:spcPct val="110000"/>
              </a:lnSpc>
            </a:pPr>
            <a:r>
              <a:rPr lang="zh-CN" altLang="en-US" sz="2600" b="1" dirty="0">
                <a:solidFill>
                  <a:srgbClr val="FFFFFF"/>
                </a:solidFill>
                <a:latin typeface="OPPOSans-B"/>
                <a:ea typeface="OPPOSans-B"/>
              </a:rPr>
              <a:t>企业介绍</a:t>
            </a:r>
            <a:endParaRPr lang="zh-CN" altLang="en-US" sz="900" b="1" dirty="0"/>
          </a:p>
        </p:txBody>
      </p:sp>
      <p:pic>
        <p:nvPicPr>
          <p:cNvPr id="38" name="image 1026"/>
          <p:cNvPicPr>
            <a:picLocks noChangeAspect="1"/>
          </p:cNvPicPr>
          <p:nvPr/>
        </p:nvPicPr>
        <p:blipFill>
          <a:blip r:embed="rId6"/>
          <a:stretch>
            <a:fillRect/>
          </a:stretch>
        </p:blipFill>
        <p:spPr>
          <a:xfrm>
            <a:off x="1784350" y="3149600"/>
            <a:ext cx="609600" cy="552450"/>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标题 103"/>
          <p:cNvSpPr>
            <a:spLocks noGrp="1"/>
          </p:cNvSpPr>
          <p:nvPr>
            <p:ph type="title"/>
          </p:nvPr>
        </p:nvSpPr>
        <p:spPr>
          <a:xfrm>
            <a:off x="632137" y="245670"/>
            <a:ext cx="6695941" cy="402674"/>
          </a:xfrm>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Helvetica85-Heavy"/>
                <a:ea typeface="汉仪综艺体简" panose="02010609000101010101" pitchFamily="49" charset="-122"/>
                <a:cs typeface="+mn-cs"/>
              </a:rPr>
              <a:t>物联网企业介绍</a:t>
            </a:r>
          </a:p>
        </p:txBody>
      </p:sp>
      <p:sp>
        <p:nvSpPr>
          <p:cNvPr id="107" name="文本框 106"/>
          <p:cNvSpPr txBox="1"/>
          <p:nvPr/>
        </p:nvSpPr>
        <p:spPr>
          <a:xfrm>
            <a:off x="625557" y="611269"/>
            <a:ext cx="2784993" cy="276999"/>
          </a:xfrm>
          <a:prstGeom prst="rect">
            <a:avLst/>
          </a:prstGeom>
          <a:noFill/>
        </p:spPr>
        <p:txBody>
          <a:bodyPr wrap="none" rtlCol="0">
            <a:spAutoFit/>
          </a:bodyPr>
          <a:lstStyle>
            <a:defPPr>
              <a:defRPr lang="zh-CN"/>
            </a:defPPr>
            <a:lvl1pPr>
              <a:defRPr sz="1400">
                <a:solidFill>
                  <a:schemeClr val="bg1">
                    <a:lumMod val="65000"/>
                  </a:schemeClr>
                </a:solidFill>
                <a:effectLst/>
                <a:latin typeface="微软雅黑 Light" panose="020B0502040204020203" pitchFamily="34" charset="-122"/>
                <a:ea typeface="微软雅黑 Light" panose="020B0502040204020203" pitchFamily="34" charset="-122"/>
                <a:cs typeface="阿里巴巴普惠体 M" panose="00020600040101010101" pitchFamily="18"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altLang="zh-CN" sz="1200" spc="300"/>
              <a:t>Design Project Directory</a:t>
            </a:r>
          </a:p>
        </p:txBody>
      </p:sp>
      <p:sp>
        <p:nvSpPr>
          <p:cNvPr id="3" name="不完整圆 235"/>
          <p:cNvSpPr/>
          <p:nvPr/>
        </p:nvSpPr>
        <p:spPr>
          <a:xfrm>
            <a:off x="1493724" y="5592602"/>
            <a:ext cx="9203283" cy="998588"/>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28575" cap="flat" cmpd="sng" algn="ctr">
            <a:gradFill flip="none" rotWithShape="1">
              <a:gsLst>
                <a:gs pos="0">
                  <a:srgbClr val="47A8FA">
                    <a:alpha val="0"/>
                  </a:srgbClr>
                </a:gs>
                <a:gs pos="100000">
                  <a:srgbClr val="47A8FA"/>
                </a:gs>
              </a:gsLst>
              <a:lin ang="5400000" scaled="1"/>
            </a:gra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矩形: 圆角 588"/>
          <p:cNvSpPr/>
          <p:nvPr/>
        </p:nvSpPr>
        <p:spPr>
          <a:xfrm>
            <a:off x="2460443" y="1060384"/>
            <a:ext cx="7269845" cy="589099"/>
          </a:xfrm>
          <a:prstGeom prst="roundRect">
            <a:avLst>
              <a:gd name="adj" fmla="val 50000"/>
            </a:avLst>
          </a:prstGeom>
          <a:gradFill flip="none" rotWithShape="1">
            <a:gsLst>
              <a:gs pos="0">
                <a:srgbClr val="FFFFFF"/>
              </a:gs>
              <a:gs pos="100000">
                <a:srgbClr val="FFFFFF"/>
              </a:gs>
              <a:gs pos="46000">
                <a:srgbClr val="275DF5">
                  <a:lumMod val="5000"/>
                  <a:lumOff val="95000"/>
                </a:srgbClr>
              </a:gs>
            </a:gsLst>
            <a:path path="circle">
              <a:fillToRect r="100000" b="100000"/>
            </a:path>
            <a:tileRect l="-100000" t="-100000"/>
          </a:gradFill>
          <a:ln w="12700" cap="flat" cmpd="sng" algn="ctr">
            <a:solidFill>
              <a:srgbClr val="47A8FA"/>
            </a:solidFill>
            <a:prstDash val="dash"/>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梯形 322"/>
          <p:cNvSpPr/>
          <p:nvPr/>
        </p:nvSpPr>
        <p:spPr>
          <a:xfrm>
            <a:off x="2508917" y="4902097"/>
            <a:ext cx="7172897" cy="773444"/>
          </a:xfrm>
          <a:custGeom>
            <a:avLst/>
            <a:gdLst>
              <a:gd name="connsiteX0" fmla="*/ 0 w 965390"/>
              <a:gd name="connsiteY0" fmla="*/ 697627 h 697627"/>
              <a:gd name="connsiteX1" fmla="*/ 174407 w 965390"/>
              <a:gd name="connsiteY1" fmla="*/ 0 h 697627"/>
              <a:gd name="connsiteX2" fmla="*/ 790983 w 965390"/>
              <a:gd name="connsiteY2" fmla="*/ 0 h 697627"/>
              <a:gd name="connsiteX3" fmla="*/ 965390 w 965390"/>
              <a:gd name="connsiteY3" fmla="*/ 697627 h 697627"/>
              <a:gd name="connsiteX4" fmla="*/ 0 w 965390"/>
              <a:gd name="connsiteY4" fmla="*/ 697627 h 697627"/>
              <a:gd name="connsiteX0-1" fmla="*/ 0 w 965390"/>
              <a:gd name="connsiteY0-2" fmla="*/ 697627 h 697627"/>
              <a:gd name="connsiteX1-3" fmla="*/ 174407 w 965390"/>
              <a:gd name="connsiteY1-4" fmla="*/ 0 h 697627"/>
              <a:gd name="connsiteX2-5" fmla="*/ 790983 w 965390"/>
              <a:gd name="connsiteY2-6" fmla="*/ 0 h 697627"/>
              <a:gd name="connsiteX3-7" fmla="*/ 965390 w 965390"/>
              <a:gd name="connsiteY3-8" fmla="*/ 697627 h 697627"/>
              <a:gd name="connsiteX4-9" fmla="*/ 0 w 965390"/>
              <a:gd name="connsiteY4-10" fmla="*/ 697627 h 697627"/>
              <a:gd name="connsiteX0-11" fmla="*/ 0 w 965390"/>
              <a:gd name="connsiteY0-12" fmla="*/ 697627 h 697627"/>
              <a:gd name="connsiteX1-13" fmla="*/ 174407 w 965390"/>
              <a:gd name="connsiteY1-14" fmla="*/ 0 h 697627"/>
              <a:gd name="connsiteX2-15" fmla="*/ 790983 w 965390"/>
              <a:gd name="connsiteY2-16" fmla="*/ 0 h 697627"/>
              <a:gd name="connsiteX3-17" fmla="*/ 965390 w 965390"/>
              <a:gd name="connsiteY3-18" fmla="*/ 697627 h 697627"/>
              <a:gd name="connsiteX4-19" fmla="*/ 0 w 965390"/>
              <a:gd name="connsiteY4-20" fmla="*/ 697627 h 697627"/>
              <a:gd name="connsiteX0-21" fmla="*/ 0 w 965390"/>
              <a:gd name="connsiteY0-22" fmla="*/ 697627 h 697627"/>
              <a:gd name="connsiteX1-23" fmla="*/ 174407 w 965390"/>
              <a:gd name="connsiteY1-24" fmla="*/ 0 h 697627"/>
              <a:gd name="connsiteX2-25" fmla="*/ 790983 w 965390"/>
              <a:gd name="connsiteY2-26" fmla="*/ 0 h 697627"/>
              <a:gd name="connsiteX3-27" fmla="*/ 965390 w 965390"/>
              <a:gd name="connsiteY3-28" fmla="*/ 697627 h 697627"/>
              <a:gd name="connsiteX4-29" fmla="*/ 0 w 965390"/>
              <a:gd name="connsiteY4-30" fmla="*/ 697627 h 697627"/>
              <a:gd name="connsiteX0-31" fmla="*/ 0 w 965390"/>
              <a:gd name="connsiteY0-32" fmla="*/ 697627 h 697627"/>
              <a:gd name="connsiteX1-33" fmla="*/ 174407 w 965390"/>
              <a:gd name="connsiteY1-34" fmla="*/ 0 h 697627"/>
              <a:gd name="connsiteX2-35" fmla="*/ 790983 w 965390"/>
              <a:gd name="connsiteY2-36" fmla="*/ 0 h 697627"/>
              <a:gd name="connsiteX3-37" fmla="*/ 965390 w 965390"/>
              <a:gd name="connsiteY3-38" fmla="*/ 697627 h 697627"/>
              <a:gd name="connsiteX4-39" fmla="*/ 0 w 965390"/>
              <a:gd name="connsiteY4-40" fmla="*/ 697627 h 697627"/>
              <a:gd name="connsiteX0-41" fmla="*/ 0 w 965390"/>
              <a:gd name="connsiteY0-42" fmla="*/ 697627 h 697627"/>
              <a:gd name="connsiteX1-43" fmla="*/ 174407 w 965390"/>
              <a:gd name="connsiteY1-44" fmla="*/ 0 h 697627"/>
              <a:gd name="connsiteX2-45" fmla="*/ 745261 w 965390"/>
              <a:gd name="connsiteY2-46" fmla="*/ 0 h 697627"/>
              <a:gd name="connsiteX3-47" fmla="*/ 965390 w 965390"/>
              <a:gd name="connsiteY3-48" fmla="*/ 697627 h 697627"/>
              <a:gd name="connsiteX4-49" fmla="*/ 0 w 965390"/>
              <a:gd name="connsiteY4-50" fmla="*/ 697627 h 697627"/>
              <a:gd name="connsiteX0-51" fmla="*/ 0 w 965390"/>
              <a:gd name="connsiteY0-52" fmla="*/ 697627 h 697627"/>
              <a:gd name="connsiteX1-53" fmla="*/ 197267 w 965390"/>
              <a:gd name="connsiteY1-54" fmla="*/ 0 h 697627"/>
              <a:gd name="connsiteX2-55" fmla="*/ 745261 w 965390"/>
              <a:gd name="connsiteY2-56" fmla="*/ 0 h 697627"/>
              <a:gd name="connsiteX3-57" fmla="*/ 965390 w 965390"/>
              <a:gd name="connsiteY3-58" fmla="*/ 697627 h 697627"/>
              <a:gd name="connsiteX4-59" fmla="*/ 0 w 965390"/>
              <a:gd name="connsiteY4-60" fmla="*/ 697627 h 69762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65390" h="697627">
                <a:moveTo>
                  <a:pt x="0" y="697627"/>
                </a:moveTo>
                <a:cubicBezTo>
                  <a:pt x="142112" y="493080"/>
                  <a:pt x="223106" y="307190"/>
                  <a:pt x="197267" y="0"/>
                </a:cubicBezTo>
                <a:lnTo>
                  <a:pt x="745261" y="0"/>
                </a:lnTo>
                <a:cubicBezTo>
                  <a:pt x="747414" y="269867"/>
                  <a:pt x="823278" y="399774"/>
                  <a:pt x="965390" y="697627"/>
                </a:cubicBezTo>
                <a:lnTo>
                  <a:pt x="0" y="697627"/>
                </a:lnTo>
                <a:close/>
              </a:path>
            </a:pathLst>
          </a:custGeom>
          <a:gradFill flip="none" rotWithShape="1">
            <a:gsLst>
              <a:gs pos="0">
                <a:srgbClr val="47A8FA">
                  <a:alpha val="0"/>
                </a:srgbClr>
              </a:gs>
              <a:gs pos="100000">
                <a:srgbClr val="47A8FA">
                  <a:alpha val="30000"/>
                </a:srgbClr>
              </a:gs>
            </a:gsLst>
            <a:lin ang="16200000" scaled="1"/>
          </a:gradFill>
          <a:ln w="12700" cap="flat" cmpd="sng" algn="ctr">
            <a:gradFill flip="none" rotWithShape="1">
              <a:gsLst>
                <a:gs pos="50500">
                  <a:srgbClr val="47A8FA"/>
                </a:gs>
                <a:gs pos="0">
                  <a:srgbClr val="275DF5">
                    <a:lumMod val="20000"/>
                    <a:lumOff val="80000"/>
                    <a:alpha val="0"/>
                  </a:srgbClr>
                </a:gs>
                <a:gs pos="100000">
                  <a:srgbClr val="275DF5">
                    <a:lumMod val="30000"/>
                    <a:lumOff val="70000"/>
                    <a:alpha val="0"/>
                  </a:srgbClr>
                </a:gs>
              </a:gsLst>
              <a:lin ang="5400000" scaled="1"/>
            </a:gra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不完整圆 235"/>
          <p:cNvSpPr/>
          <p:nvPr/>
        </p:nvSpPr>
        <p:spPr>
          <a:xfrm>
            <a:off x="2783432" y="4490927"/>
            <a:ext cx="6688215" cy="634673"/>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gradFill>
            <a:gsLst>
              <a:gs pos="0">
                <a:srgbClr val="FFFFFF">
                  <a:alpha val="0"/>
                </a:srgbClr>
              </a:gs>
              <a:gs pos="40000">
                <a:srgbClr val="FFFFFF"/>
              </a:gs>
            </a:gsLst>
            <a:lin ang="5400000" scaled="1"/>
          </a:gradFill>
          <a:ln w="76200" cap="flat" cmpd="sng" algn="ctr">
            <a:gradFill flip="none" rotWithShape="1">
              <a:gsLst>
                <a:gs pos="0">
                  <a:srgbClr val="2577F7">
                    <a:alpha val="0"/>
                  </a:srgbClr>
                </a:gs>
                <a:gs pos="100000">
                  <a:srgbClr val="2577F7"/>
                </a:gs>
              </a:gsLst>
              <a:lin ang="5400000" scaled="1"/>
            </a:gra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不完整圆 235"/>
          <p:cNvSpPr/>
          <p:nvPr/>
        </p:nvSpPr>
        <p:spPr>
          <a:xfrm>
            <a:off x="2292356" y="5011509"/>
            <a:ext cx="7606019" cy="998588"/>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76200" cap="flat" cmpd="sng" algn="ctr">
            <a:gradFill flip="none" rotWithShape="1">
              <a:gsLst>
                <a:gs pos="0">
                  <a:srgbClr val="2577F7">
                    <a:alpha val="0"/>
                  </a:srgbClr>
                </a:gs>
                <a:gs pos="100000">
                  <a:srgbClr val="2577F7"/>
                </a:gs>
              </a:gsLst>
              <a:lin ang="5400000" scaled="1"/>
            </a:gradFill>
            <a:prstDash val="solid"/>
            <a:miter lim="800000"/>
          </a:ln>
          <a:effectLst/>
        </p:spPr>
        <p:txBody>
          <a:bodyPr rtlCol="0" anchor="ctr"/>
          <a:lstStyle/>
          <a:p>
            <a:pPr algn="ctr"/>
            <a:endParaRPr lang="zh-CN" altLang="en-US" b="1" kern="0">
              <a:solidFill>
                <a:srgbClr val="FFFFFF"/>
              </a:solidFill>
              <a:ea typeface="方正风雅宋简体" panose="02000000000000000000" pitchFamily="2" charset="-122"/>
              <a:sym typeface="微软雅黑" panose="020B0503020204020204" pitchFamily="34" charset="-122"/>
            </a:endParaRPr>
          </a:p>
        </p:txBody>
      </p:sp>
      <p:sp>
        <p:nvSpPr>
          <p:cNvPr id="13" name="椭圆 12"/>
          <p:cNvSpPr/>
          <p:nvPr/>
        </p:nvSpPr>
        <p:spPr>
          <a:xfrm>
            <a:off x="3046380" y="4028093"/>
            <a:ext cx="592984" cy="592983"/>
          </a:xfrm>
          <a:prstGeom prst="ellipse">
            <a:avLst/>
          </a:prstGeom>
          <a:gradFill flip="none" rotWithShape="1">
            <a:gsLst>
              <a:gs pos="23000">
                <a:srgbClr val="275DF5"/>
              </a:gs>
              <a:gs pos="100000">
                <a:srgbClr val="275DF5">
                  <a:lumMod val="80000"/>
                  <a:lumOff val="20000"/>
                </a:srgbClr>
              </a:gs>
            </a:gsLst>
            <a:path path="circle">
              <a:fillToRect l="100000" t="100000"/>
            </a:path>
            <a:tileRect r="-100000" b="-100000"/>
          </a:gradFill>
          <a:ln w="38100" cap="flat" cmpd="sng" algn="ctr">
            <a:noFill/>
            <a:prstDash val="solid"/>
            <a:miter lim="800000"/>
          </a:ln>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solidFill>
              <a:effectLst>
                <a:outerShdw blurRad="137160" dist="41148" dir="2699997" algn="tl">
                  <a:srgbClr val="000000">
                    <a:alpha val="40000"/>
                  </a:srgbClr>
                </a:outerShdw>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Oval 6+"/>
          <p:cNvSpPr/>
          <p:nvPr/>
        </p:nvSpPr>
        <p:spPr>
          <a:xfrm>
            <a:off x="2957997" y="3939710"/>
            <a:ext cx="769750" cy="769750"/>
          </a:xfrm>
          <a:prstGeom prst="ellipse">
            <a:avLst/>
          </a:prstGeom>
          <a:noFill/>
          <a:ln w="6350" cap="flat" cmpd="sng" algn="ctr">
            <a:solidFill>
              <a:srgbClr val="275DF5"/>
            </a:solidFill>
            <a:prstDash val="dash"/>
            <a:miter lim="800000"/>
          </a:ln>
          <a:effectLst>
            <a:outerShdw blurRad="411480" dist="123444" dir="5400000" sx="108000" sy="108000" algn="ctr" rotWithShape="0">
              <a:srgbClr val="275DF5">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solidFill>
              <a:effectLst>
                <a:outerShdw blurRad="137160" dist="41148" dir="2699997" algn="tl">
                  <a:srgbClr val="000000">
                    <a:alpha val="40000"/>
                  </a:srgbClr>
                </a:outerShdw>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椭圆 14"/>
          <p:cNvSpPr/>
          <p:nvPr>
            <p:custDataLst>
              <p:tags r:id="rId1"/>
            </p:custDataLst>
          </p:nvPr>
        </p:nvSpPr>
        <p:spPr>
          <a:xfrm flipH="1">
            <a:off x="3448679" y="3926253"/>
            <a:ext cx="84130" cy="84130"/>
          </a:xfrm>
          <a:prstGeom prst="ellipse">
            <a:avLst/>
          </a:prstGeom>
          <a:solidFill>
            <a:srgbClr val="FFFFFF"/>
          </a:solidFill>
          <a:ln w="12700" cap="flat" cmpd="sng" algn="ctr">
            <a:noFill/>
            <a:prstDash val="solid"/>
            <a:miter lim="800000"/>
          </a:ln>
          <a:effectLst>
            <a:outerShdw blurRad="137160" algn="ctr" rotWithShape="0">
              <a:srgbClr val="275DF5">
                <a:lumMod val="50000"/>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椭圆 15"/>
          <p:cNvSpPr/>
          <p:nvPr/>
        </p:nvSpPr>
        <p:spPr>
          <a:xfrm flipH="1">
            <a:off x="3471729" y="3949292"/>
            <a:ext cx="38063" cy="38063"/>
          </a:xfrm>
          <a:prstGeom prst="ellipse">
            <a:avLst/>
          </a:prstGeom>
          <a:solidFill>
            <a:srgbClr val="275DF5"/>
          </a:solidFill>
          <a:ln w="12700" cap="flat" cmpd="sng" algn="ctr">
            <a:noFill/>
            <a:prstDash val="solid"/>
            <a:miter lim="800000"/>
          </a:ln>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文本框 16"/>
          <p:cNvSpPr txBox="1"/>
          <p:nvPr/>
        </p:nvSpPr>
        <p:spPr>
          <a:xfrm>
            <a:off x="3193527" y="3635828"/>
            <a:ext cx="834098" cy="246221"/>
          </a:xfrm>
          <a:prstGeom prst="rect">
            <a:avLst/>
          </a:prstGeom>
          <a:noFill/>
        </p:spPr>
        <p:txBody>
          <a:bodyPr wrap="square">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r>
              <a:rPr lang="zh-CN" altLang="en-US"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替换文字</a:t>
            </a:r>
          </a:p>
        </p:txBody>
      </p:sp>
      <p:sp>
        <p:nvSpPr>
          <p:cNvPr id="18" name="椭圆 17"/>
          <p:cNvSpPr/>
          <p:nvPr>
            <p:custDataLst>
              <p:tags r:id="rId2"/>
            </p:custDataLst>
          </p:nvPr>
        </p:nvSpPr>
        <p:spPr>
          <a:xfrm flipH="1">
            <a:off x="2976818" y="4067219"/>
            <a:ext cx="84130" cy="84130"/>
          </a:xfrm>
          <a:prstGeom prst="ellipse">
            <a:avLst/>
          </a:prstGeom>
          <a:solidFill>
            <a:srgbClr val="FFFFFF"/>
          </a:solidFill>
          <a:ln w="12700" cap="flat" cmpd="sng" algn="ctr">
            <a:noFill/>
            <a:prstDash val="solid"/>
            <a:miter lim="800000"/>
          </a:ln>
          <a:effectLst>
            <a:outerShdw blurRad="137160" algn="ctr" rotWithShape="0">
              <a:srgbClr val="275DF5">
                <a:lumMod val="50000"/>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椭圆 18"/>
          <p:cNvSpPr/>
          <p:nvPr/>
        </p:nvSpPr>
        <p:spPr>
          <a:xfrm flipH="1">
            <a:off x="2999868" y="4090258"/>
            <a:ext cx="38063" cy="38063"/>
          </a:xfrm>
          <a:prstGeom prst="ellipse">
            <a:avLst/>
          </a:prstGeom>
          <a:solidFill>
            <a:srgbClr val="275DF5"/>
          </a:solidFill>
          <a:ln w="12700" cap="flat" cmpd="sng" algn="ctr">
            <a:noFill/>
            <a:prstDash val="solid"/>
            <a:miter lim="800000"/>
          </a:ln>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文本框 19"/>
          <p:cNvSpPr txBox="1"/>
          <p:nvPr/>
        </p:nvSpPr>
        <p:spPr>
          <a:xfrm>
            <a:off x="2599679" y="3807799"/>
            <a:ext cx="798152" cy="246221"/>
          </a:xfrm>
          <a:prstGeom prst="rect">
            <a:avLst/>
          </a:prstGeom>
          <a:noFill/>
        </p:spPr>
        <p:txBody>
          <a:bodyPr wrap="square">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r>
              <a:rPr lang="zh-CN" altLang="en-US"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替换文字</a:t>
            </a:r>
          </a:p>
        </p:txBody>
      </p:sp>
      <p:sp>
        <p:nvSpPr>
          <p:cNvPr id="21" name="文本框 20"/>
          <p:cNvSpPr txBox="1"/>
          <p:nvPr/>
        </p:nvSpPr>
        <p:spPr>
          <a:xfrm>
            <a:off x="2988186" y="4185065"/>
            <a:ext cx="714027" cy="261354"/>
          </a:xfrm>
          <a:prstGeom prst="rect">
            <a:avLst/>
          </a:prstGeom>
          <a:noFill/>
        </p:spPr>
        <p:txBody>
          <a:bodyPr wrap="square">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lnSpc>
                <a:spcPct val="120000"/>
              </a:lnSpc>
            </a:pPr>
            <a:r>
              <a:rPr lang="zh-CN" altLang="en-US" sz="1000" b="1">
                <a:solidFill>
                  <a:schemeClr val="bg1"/>
                </a:solidFill>
                <a:latin typeface="微软雅黑" panose="020B0503020204020204" pitchFamily="34" charset="-122"/>
                <a:ea typeface="微软雅黑" panose="020B0503020204020204" pitchFamily="34" charset="-122"/>
              </a:rPr>
              <a:t>替换文字</a:t>
            </a:r>
            <a:endParaRPr lang="zh-CN" altLang="en-US" sz="100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任意多边形: 形状 537"/>
          <p:cNvSpPr/>
          <p:nvPr/>
        </p:nvSpPr>
        <p:spPr>
          <a:xfrm>
            <a:off x="4865705" y="1657310"/>
            <a:ext cx="2459320" cy="3427337"/>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6">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rgbClr val="3DA4F9">
                  <a:alpha val="20000"/>
                </a:srgbClr>
              </a:gs>
              <a:gs pos="100000">
                <a:srgbClr val="3DA4F9">
                  <a:lumMod val="90000"/>
                  <a:lumOff val="10000"/>
                </a:srgbClr>
              </a:gs>
            </a:gsLst>
            <a:path path="circle">
              <a:fillToRect t="100000" r="100000"/>
            </a:path>
            <a:tileRect l="-100000" b="-100000"/>
          </a:gradFill>
          <a:ln w="38100" cap="flat" cmpd="sng" algn="ctr">
            <a:noFill/>
            <a:prstDash val="solid"/>
            <a:miter lim="800000"/>
          </a:ln>
          <a:effectLst>
            <a:outerShdw blurRad="254000" dist="123444" dir="5400000" sx="99000" sy="99000" algn="ctr" rotWithShape="0">
              <a:srgbClr val="3DA4F9">
                <a:alpha val="40000"/>
              </a:srgbClr>
            </a:outerShdw>
          </a:effectLst>
        </p:spPr>
        <p:txBody>
          <a:bodyPr wrap="square" lIns="98755" tIns="49378" rIns="98755" bIns="49378" rtlCol="0" anchor="ctr">
            <a:noAutofit/>
          </a:bodyPr>
          <a:lstStyle/>
          <a:p>
            <a:pPr algn="ctr"/>
            <a:endParaRPr lang="zh-CN" altLang="en-US" sz="2000" kern="0">
              <a:solidFill>
                <a:srgbClr val="FFFFFF"/>
              </a:solidFill>
              <a:effectLst>
                <a:outerShdw blurRad="137160" dist="41148" dir="2699997" algn="tl">
                  <a:srgbClr val="000000">
                    <a:alpha val="40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文本框 24"/>
          <p:cNvSpPr txBox="1"/>
          <p:nvPr/>
        </p:nvSpPr>
        <p:spPr>
          <a:xfrm>
            <a:off x="5233047" y="3906387"/>
            <a:ext cx="1724636" cy="328936"/>
          </a:xfrm>
          <a:prstGeom prst="rect">
            <a:avLst/>
          </a:prstGeom>
          <a:noFill/>
        </p:spPr>
        <p:txBody>
          <a:bodyPr wrap="square">
            <a:spAutoFit/>
          </a:bodyPr>
          <a:lstStyle>
            <a:defPPr>
              <a:defRPr lang="zh-CN"/>
            </a:defPPr>
            <a:lvl1pPr marR="0" lvl="0" indent="0" algn="ctr" fontAlgn="auto">
              <a:lnSpc>
                <a:spcPct val="120000"/>
              </a:lnSpc>
              <a:spcBef>
                <a:spcPct val="0"/>
              </a:spcBef>
              <a:spcAft>
                <a:spcPct val="0"/>
              </a:spcAft>
              <a:buClrTx/>
              <a:buSzTx/>
              <a:buFontTx/>
              <a:buNone/>
              <a:defRPr kumimoji="0" sz="1600" b="1" u="none" strike="noStrike" cap="none" spc="0" normalizeH="0" baseline="0">
                <a:ln>
                  <a:noFill/>
                </a:ln>
                <a:solidFill>
                  <a:srgbClr val="FFFFFF"/>
                </a:solidFill>
                <a:effectLst/>
                <a:uLnTx/>
                <a:uFillTx/>
                <a:latin typeface="MiSans" panose="00000500000000000000" pitchFamily="2" charset="-122"/>
                <a:ea typeface="MiSans" panose="00000500000000000000" pitchFamily="2" charset="-122"/>
              </a:defRPr>
            </a:lvl1pPr>
          </a:lstStyle>
          <a:p>
            <a:r>
              <a:rPr lang="zh-CN" altLang="en-US" sz="1400">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sym typeface="+mn-ea"/>
              </a:rPr>
              <a:t>点击此处替换文字</a:t>
            </a:r>
          </a:p>
        </p:txBody>
      </p:sp>
      <p:sp>
        <p:nvSpPr>
          <p:cNvPr id="26" name="文本框 25"/>
          <p:cNvSpPr txBox="1"/>
          <p:nvPr/>
        </p:nvSpPr>
        <p:spPr>
          <a:xfrm>
            <a:off x="5485794" y="2402896"/>
            <a:ext cx="1219143" cy="587469"/>
          </a:xfrm>
          <a:prstGeom prst="rect">
            <a:avLst/>
          </a:prstGeom>
          <a:noFill/>
        </p:spPr>
        <p:txBody>
          <a:bodyPr wrap="square">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lnSpc>
                <a:spcPct val="120000"/>
              </a:lnSpc>
            </a:pPr>
            <a:r>
              <a:rPr lang="zh-CN" altLang="en-US" b="1">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sym typeface="微软雅黑" panose="020B0503020204020204" pitchFamily="34" charset="-122"/>
              </a:rPr>
              <a:t>点击此处替换文字</a:t>
            </a:r>
          </a:p>
        </p:txBody>
      </p:sp>
      <p:sp>
        <p:nvSpPr>
          <p:cNvPr id="27" name="不完整圆 235"/>
          <p:cNvSpPr/>
          <p:nvPr/>
        </p:nvSpPr>
        <p:spPr>
          <a:xfrm>
            <a:off x="3281195" y="3068867"/>
            <a:ext cx="5651011" cy="527005"/>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76200" cap="flat" cmpd="sng" algn="ctr">
            <a:gradFill flip="none" rotWithShape="1">
              <a:gsLst>
                <a:gs pos="0">
                  <a:srgbClr val="2577F7">
                    <a:alpha val="0"/>
                  </a:srgbClr>
                </a:gs>
                <a:gs pos="100000">
                  <a:srgbClr val="2577F7"/>
                </a:gs>
              </a:gsLst>
              <a:lin ang="5400000" scaled="1"/>
            </a:gradFill>
            <a:prstDash val="solid"/>
            <a:miter lim="800000"/>
          </a:ln>
          <a:effectLst/>
        </p:spPr>
        <p:txBody>
          <a:bodyPr rtlCol="0" anchor="ctr"/>
          <a:lstStyle/>
          <a:p>
            <a:pPr algn="ctr"/>
            <a:endParaRPr lang="zh-CN" altLang="en-US" b="1" kern="0">
              <a:solidFill>
                <a:srgbClr val="FFFFFF"/>
              </a:solidFill>
              <a:ea typeface="方正风雅宋简体" panose="02000000000000000000" pitchFamily="2" charset="-122"/>
              <a:sym typeface="微软雅黑" panose="020B0503020204020204" pitchFamily="34" charset="-122"/>
            </a:endParaRPr>
          </a:p>
        </p:txBody>
      </p:sp>
      <p:sp>
        <p:nvSpPr>
          <p:cNvPr id="28" name="矩形: 圆角 573"/>
          <p:cNvSpPr/>
          <p:nvPr/>
        </p:nvSpPr>
        <p:spPr>
          <a:xfrm>
            <a:off x="3601928" y="2357272"/>
            <a:ext cx="1800000" cy="885628"/>
          </a:xfrm>
          <a:prstGeom prst="roundRect">
            <a:avLst>
              <a:gd name="adj" fmla="val 5562"/>
            </a:avLst>
          </a:prstGeom>
          <a:gradFill flip="none" rotWithShape="1">
            <a:gsLst>
              <a:gs pos="0">
                <a:srgbClr val="FFFFFF"/>
              </a:gs>
              <a:gs pos="100000">
                <a:srgbClr val="FFFFFF"/>
              </a:gs>
              <a:gs pos="46000">
                <a:srgbClr val="275DF5">
                  <a:lumMod val="5000"/>
                  <a:lumOff val="95000"/>
                </a:srgbClr>
              </a:gs>
            </a:gsLst>
            <a:path path="circle">
              <a:fillToRect r="100000" b="100000"/>
            </a:path>
            <a:tileRect l="-100000" t="-100000"/>
          </a:gradFill>
          <a:ln w="12700" cap="flat" cmpd="sng" algn="ctr">
            <a:gradFill>
              <a:gsLst>
                <a:gs pos="100000">
                  <a:srgbClr val="275DF5">
                    <a:lumMod val="5000"/>
                    <a:lumOff val="95000"/>
                  </a:srgbClr>
                </a:gs>
                <a:gs pos="0">
                  <a:srgbClr val="275DF5"/>
                </a:gs>
              </a:gsLst>
              <a:lin ang="5400000" scaled="1"/>
            </a:gra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文本框 28"/>
          <p:cNvSpPr txBox="1"/>
          <p:nvPr/>
        </p:nvSpPr>
        <p:spPr>
          <a:xfrm>
            <a:off x="3740900" y="2380162"/>
            <a:ext cx="1522056" cy="253916"/>
          </a:xfrm>
          <a:prstGeom prst="rect">
            <a:avLst/>
          </a:prstGeom>
          <a:noFill/>
        </p:spPr>
        <p:txBody>
          <a:bodyPr wrap="square">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marL="0" marR="0" lvl="0" indent="0" algn="ctr" defTabSz="914400" eaLnBrk="1" fontAlgn="auto" latinLnBrk="0" hangingPunct="1">
              <a:spcBef>
                <a:spcPct val="0"/>
              </a:spcBef>
              <a:spcAft>
                <a:spcPct val="0"/>
              </a:spcAft>
              <a:buClrTx/>
              <a:buSzTx/>
              <a:buFontTx/>
              <a:buNone/>
              <a:defRPr/>
            </a:pPr>
            <a:r>
              <a:rPr kumimoji="0" lang="zh-CN" altLang="en-US" sz="1050" b="0" i="0" u="none" strike="noStrike" kern="0" cap="none" spc="0" normalizeH="0" baseline="0" noProof="0">
                <a:ln>
                  <a:noFill/>
                </a:ln>
                <a:solidFill>
                  <a:srgbClr val="275DF5"/>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点击此处替换文字</a:t>
            </a:r>
          </a:p>
        </p:txBody>
      </p:sp>
      <p:pic>
        <p:nvPicPr>
          <p:cNvPr id="31" name="图片 30"/>
          <p:cNvPicPr>
            <a:picLocks noChangeAspect="1"/>
          </p:cNvPicPr>
          <p:nvPr/>
        </p:nvPicPr>
        <p:blipFill>
          <a:blip r:embed="rId48"/>
          <a:srcRect l="36442" r="36442"/>
          <a:stretch>
            <a:fillRect/>
          </a:stretch>
        </p:blipFill>
        <p:spPr>
          <a:xfrm>
            <a:off x="3935540" y="3158576"/>
            <a:ext cx="1132776" cy="354544"/>
          </a:xfrm>
          <a:prstGeom prst="rect">
            <a:avLst/>
          </a:prstGeom>
        </p:spPr>
      </p:pic>
      <p:sp>
        <p:nvSpPr>
          <p:cNvPr id="32" name="文本框 31"/>
          <p:cNvSpPr txBox="1"/>
          <p:nvPr/>
        </p:nvSpPr>
        <p:spPr>
          <a:xfrm>
            <a:off x="4889365" y="1112171"/>
            <a:ext cx="2412000" cy="276999"/>
          </a:xfrm>
          <a:prstGeom prst="rect">
            <a:avLst/>
          </a:prstGeom>
          <a:noFill/>
        </p:spPr>
        <p:txBody>
          <a:bodyPr wrap="square" anchor="ctr" anchorCtr="0">
            <a:spAutoFit/>
          </a:bodyPr>
          <a:lstStyle>
            <a:defPPr>
              <a:defRPr lang="zh-CN"/>
            </a:defPPr>
            <a:lvl1pPr marR="0" lvl="0" indent="0" algn="ctr" fontAlgn="auto">
              <a:lnSpc>
                <a:spcPct val="120000"/>
              </a:lnSpc>
              <a:spcBef>
                <a:spcPct val="0"/>
              </a:spcBef>
              <a:spcAft>
                <a:spcPct val="0"/>
              </a:spcAft>
              <a:buClrTx/>
              <a:buSzTx/>
              <a:buFontTx/>
              <a:buNone/>
              <a:defRPr kumimoji="0" sz="1200" b="1" u="none" strike="noStrike" cap="none" spc="0" normalizeH="0" baseline="0">
                <a:ln>
                  <a:noFill/>
                </a:ln>
                <a:solidFill>
                  <a:srgbClr val="275DF5"/>
                </a:solidFill>
                <a:effectLst/>
                <a:uLnTx/>
                <a:uFillTx/>
                <a:latin typeface="微软雅黑" panose="020B0503020204020204" pitchFamily="34" charset="-122"/>
                <a:ea typeface="微软雅黑" panose="020B0503020204020204" pitchFamily="34" charset="-122"/>
              </a:defRPr>
            </a:lvl1pPr>
          </a:lstStyle>
          <a:p>
            <a:pPr>
              <a:lnSpc>
                <a:spcPct val="100000"/>
              </a:lnSpc>
            </a:pPr>
            <a:r>
              <a:rPr lang="zh-CN" altLang="en-US">
                <a:sym typeface="+mn-ea"/>
              </a:rPr>
              <a:t>提升数据智能服务水平</a:t>
            </a:r>
          </a:p>
        </p:txBody>
      </p:sp>
      <p:sp>
        <p:nvSpPr>
          <p:cNvPr id="34" name="文本框 33"/>
          <p:cNvSpPr txBox="1"/>
          <p:nvPr/>
        </p:nvSpPr>
        <p:spPr>
          <a:xfrm>
            <a:off x="4769889" y="1400571"/>
            <a:ext cx="1260000" cy="169021"/>
          </a:xfrm>
          <a:prstGeom prst="rect">
            <a:avLst/>
          </a:prstGeom>
          <a:noFill/>
        </p:spPr>
        <p:txBody>
          <a:bodyPr wrap="square" lIns="0" tIns="0" rIns="0" bIns="0" anchor="ctr" anchorCtr="0">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lnSpc>
                <a:spcPct val="120000"/>
              </a:lnSpc>
            </a:pPr>
            <a:r>
              <a:rPr lang="zh-CN" altLang="en-US"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点击此处替换文字</a:t>
            </a:r>
          </a:p>
        </p:txBody>
      </p:sp>
      <p:sp>
        <p:nvSpPr>
          <p:cNvPr id="37" name="文本框 36"/>
          <p:cNvSpPr txBox="1"/>
          <p:nvPr/>
        </p:nvSpPr>
        <p:spPr>
          <a:xfrm>
            <a:off x="5128216" y="6076507"/>
            <a:ext cx="1934298" cy="307777"/>
          </a:xfrm>
          <a:prstGeom prst="rect">
            <a:avLst/>
          </a:prstGeom>
          <a:noFill/>
        </p:spPr>
        <p:txBody>
          <a:bodyPr wrap="square" anchor="ctr" anchorCtr="0">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lvl="0" algn="ctr" fontAlgn="base">
              <a:buClrTx/>
              <a:buSzTx/>
              <a:buFontTx/>
            </a:pPr>
            <a:r>
              <a:rPr lang="zh-CN" altLang="en-US" b="1">
                <a:solidFill>
                  <a:srgbClr val="2577F7"/>
                </a:solidFill>
                <a:latin typeface="微软雅黑" panose="020B0503020204020204" pitchFamily="34" charset="-122"/>
                <a:ea typeface="微软雅黑" panose="020B0503020204020204" pitchFamily="34" charset="-122"/>
                <a:cs typeface="微软雅黑" panose="020B0503020204020204" pitchFamily="34" charset="-122"/>
                <a:sym typeface="+mn-ea"/>
              </a:rPr>
              <a:t>替换文字</a:t>
            </a:r>
          </a:p>
        </p:txBody>
      </p:sp>
      <p:sp>
        <p:nvSpPr>
          <p:cNvPr id="38" name="文本框 37"/>
          <p:cNvSpPr txBox="1"/>
          <p:nvPr/>
        </p:nvSpPr>
        <p:spPr>
          <a:xfrm>
            <a:off x="4839919" y="5196182"/>
            <a:ext cx="2532051" cy="307777"/>
          </a:xfrm>
          <a:prstGeom prst="rect">
            <a:avLst/>
          </a:prstGeom>
          <a:noFill/>
        </p:spPr>
        <p:txBody>
          <a:bodyPr wrap="square" anchor="ctr" anchorCtr="0">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r>
              <a:rPr lang="zh-CN" altLang="en-US" b="1">
                <a:solidFill>
                  <a:srgbClr val="275DF5"/>
                </a:solidFill>
                <a:latin typeface="微软雅黑" panose="020B0503020204020204" pitchFamily="34" charset="-122"/>
                <a:ea typeface="微软雅黑" panose="020B0503020204020204" pitchFamily="34" charset="-122"/>
                <a:sym typeface="微软雅黑" panose="020B0503020204020204" pitchFamily="34" charset="-122"/>
              </a:rPr>
              <a:t>点击此处输入所需文字</a:t>
            </a:r>
          </a:p>
        </p:txBody>
      </p:sp>
      <p:sp>
        <p:nvSpPr>
          <p:cNvPr id="39" name="椭圆 38"/>
          <p:cNvSpPr/>
          <p:nvPr/>
        </p:nvSpPr>
        <p:spPr>
          <a:xfrm>
            <a:off x="4196526" y="4197655"/>
            <a:ext cx="592984" cy="592983"/>
          </a:xfrm>
          <a:prstGeom prst="ellipse">
            <a:avLst/>
          </a:prstGeom>
          <a:gradFill flip="none" rotWithShape="1">
            <a:gsLst>
              <a:gs pos="23000">
                <a:srgbClr val="275DF5"/>
              </a:gs>
              <a:gs pos="100000">
                <a:srgbClr val="275DF5">
                  <a:lumMod val="80000"/>
                  <a:lumOff val="20000"/>
                </a:srgbClr>
              </a:gs>
            </a:gsLst>
            <a:path path="circle">
              <a:fillToRect l="100000" t="100000"/>
            </a:path>
            <a:tileRect r="-100000" b="-100000"/>
          </a:gradFill>
          <a:ln w="38100" cap="flat" cmpd="sng" algn="ctr">
            <a:noFill/>
            <a:prstDash val="solid"/>
            <a:miter lim="800000"/>
          </a:ln>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solidFill>
              <a:effectLst>
                <a:outerShdw blurRad="137160" dist="41148" dir="2699997" algn="tl">
                  <a:srgbClr val="000000">
                    <a:alpha val="40000"/>
                  </a:srgbClr>
                </a:outerShdw>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0" name="Oval 6+"/>
          <p:cNvSpPr/>
          <p:nvPr/>
        </p:nvSpPr>
        <p:spPr>
          <a:xfrm>
            <a:off x="4108143" y="4109272"/>
            <a:ext cx="769750" cy="769750"/>
          </a:xfrm>
          <a:prstGeom prst="ellipse">
            <a:avLst/>
          </a:prstGeom>
          <a:noFill/>
          <a:ln w="6350" cap="flat" cmpd="sng" algn="ctr">
            <a:solidFill>
              <a:srgbClr val="275DF5"/>
            </a:solidFill>
            <a:prstDash val="dash"/>
            <a:miter lim="800000"/>
          </a:ln>
          <a:effectLst>
            <a:outerShdw blurRad="411480" dist="123444" dir="5400000" sx="108000" sy="108000" algn="ctr" rotWithShape="0">
              <a:srgbClr val="275DF5">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solidFill>
              <a:effectLst>
                <a:outerShdw blurRad="137160" dist="41148" dir="2699997" algn="tl">
                  <a:srgbClr val="000000">
                    <a:alpha val="40000"/>
                  </a:srgbClr>
                </a:outerShdw>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 name="椭圆 40"/>
          <p:cNvSpPr/>
          <p:nvPr>
            <p:custDataLst>
              <p:tags r:id="rId3"/>
            </p:custDataLst>
          </p:nvPr>
        </p:nvSpPr>
        <p:spPr>
          <a:xfrm flipH="1">
            <a:off x="4636934" y="4100296"/>
            <a:ext cx="84130" cy="84130"/>
          </a:xfrm>
          <a:prstGeom prst="ellipse">
            <a:avLst/>
          </a:prstGeom>
          <a:solidFill>
            <a:srgbClr val="FFFFFF"/>
          </a:solidFill>
          <a:ln w="12700" cap="flat" cmpd="sng" algn="ctr">
            <a:noFill/>
            <a:prstDash val="solid"/>
            <a:miter lim="800000"/>
          </a:ln>
          <a:effectLst>
            <a:outerShdw blurRad="137160" algn="ctr" rotWithShape="0">
              <a:srgbClr val="275DF5">
                <a:lumMod val="50000"/>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2" name="椭圆 41"/>
          <p:cNvSpPr/>
          <p:nvPr/>
        </p:nvSpPr>
        <p:spPr>
          <a:xfrm flipH="1">
            <a:off x="4659984" y="4123335"/>
            <a:ext cx="38063" cy="38063"/>
          </a:xfrm>
          <a:prstGeom prst="ellipse">
            <a:avLst/>
          </a:prstGeom>
          <a:solidFill>
            <a:srgbClr val="275DF5"/>
          </a:solidFill>
          <a:ln w="12700" cap="flat" cmpd="sng" algn="ctr">
            <a:noFill/>
            <a:prstDash val="solid"/>
            <a:miter lim="800000"/>
          </a:ln>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3" name="椭圆 42"/>
          <p:cNvSpPr/>
          <p:nvPr>
            <p:custDataLst>
              <p:tags r:id="rId4"/>
            </p:custDataLst>
          </p:nvPr>
        </p:nvSpPr>
        <p:spPr>
          <a:xfrm flipH="1">
            <a:off x="4208860" y="4153115"/>
            <a:ext cx="84130" cy="84130"/>
          </a:xfrm>
          <a:prstGeom prst="ellipse">
            <a:avLst/>
          </a:prstGeom>
          <a:solidFill>
            <a:srgbClr val="FFFFFF"/>
          </a:solidFill>
          <a:ln w="12700" cap="flat" cmpd="sng" algn="ctr">
            <a:noFill/>
            <a:prstDash val="solid"/>
            <a:miter lim="800000"/>
          </a:ln>
          <a:effectLst>
            <a:outerShdw blurRad="137160" algn="ctr" rotWithShape="0">
              <a:srgbClr val="275DF5">
                <a:lumMod val="50000"/>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4" name="椭圆 43"/>
          <p:cNvSpPr/>
          <p:nvPr/>
        </p:nvSpPr>
        <p:spPr>
          <a:xfrm flipH="1">
            <a:off x="4231910" y="4176154"/>
            <a:ext cx="38063" cy="38063"/>
          </a:xfrm>
          <a:prstGeom prst="ellipse">
            <a:avLst/>
          </a:prstGeom>
          <a:solidFill>
            <a:srgbClr val="275DF5"/>
          </a:solidFill>
          <a:ln w="12700" cap="flat" cmpd="sng" algn="ctr">
            <a:noFill/>
            <a:prstDash val="solid"/>
            <a:miter lim="800000"/>
          </a:ln>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5" name="文本框 44"/>
          <p:cNvSpPr txBox="1"/>
          <p:nvPr/>
        </p:nvSpPr>
        <p:spPr>
          <a:xfrm>
            <a:off x="4409649" y="3767836"/>
            <a:ext cx="764458" cy="246221"/>
          </a:xfrm>
          <a:prstGeom prst="rect">
            <a:avLst/>
          </a:prstGeom>
          <a:noFill/>
        </p:spPr>
        <p:txBody>
          <a:bodyPr wrap="square">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r>
              <a:rPr lang="zh-CN" altLang="en-US"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替换文字</a:t>
            </a:r>
          </a:p>
        </p:txBody>
      </p:sp>
      <p:sp>
        <p:nvSpPr>
          <p:cNvPr id="46" name="文本框 45"/>
          <p:cNvSpPr txBox="1"/>
          <p:nvPr/>
        </p:nvSpPr>
        <p:spPr>
          <a:xfrm>
            <a:off x="3747569" y="3902691"/>
            <a:ext cx="798152" cy="246221"/>
          </a:xfrm>
          <a:prstGeom prst="rect">
            <a:avLst/>
          </a:prstGeom>
          <a:noFill/>
        </p:spPr>
        <p:txBody>
          <a:bodyPr wrap="square">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r>
              <a:rPr lang="zh-CN" altLang="en-US"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替换文字</a:t>
            </a:r>
          </a:p>
        </p:txBody>
      </p:sp>
      <p:sp>
        <p:nvSpPr>
          <p:cNvPr id="47" name="椭圆 46"/>
          <p:cNvSpPr/>
          <p:nvPr/>
        </p:nvSpPr>
        <p:spPr>
          <a:xfrm>
            <a:off x="7359779" y="4211384"/>
            <a:ext cx="592984" cy="592983"/>
          </a:xfrm>
          <a:prstGeom prst="ellipse">
            <a:avLst/>
          </a:prstGeom>
          <a:gradFill flip="none" rotWithShape="1">
            <a:gsLst>
              <a:gs pos="23000">
                <a:srgbClr val="275DF5"/>
              </a:gs>
              <a:gs pos="100000">
                <a:srgbClr val="275DF5">
                  <a:lumMod val="80000"/>
                  <a:lumOff val="20000"/>
                </a:srgbClr>
              </a:gs>
            </a:gsLst>
            <a:path path="circle">
              <a:fillToRect l="100000" t="100000"/>
            </a:path>
            <a:tileRect r="-100000" b="-100000"/>
          </a:gradFill>
          <a:ln w="38100" cap="flat" cmpd="sng" algn="ctr">
            <a:noFill/>
            <a:prstDash val="solid"/>
            <a:miter lim="800000"/>
          </a:ln>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solidFill>
              <a:effectLst>
                <a:outerShdw blurRad="137160" dist="41148" dir="2699997" algn="tl">
                  <a:srgbClr val="000000">
                    <a:alpha val="40000"/>
                  </a:srgbClr>
                </a:outerShdw>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8" name="Oval 6+"/>
          <p:cNvSpPr/>
          <p:nvPr/>
        </p:nvSpPr>
        <p:spPr>
          <a:xfrm>
            <a:off x="7271396" y="4123001"/>
            <a:ext cx="769750" cy="769750"/>
          </a:xfrm>
          <a:prstGeom prst="ellipse">
            <a:avLst/>
          </a:prstGeom>
          <a:noFill/>
          <a:ln w="6350" cap="flat" cmpd="sng" algn="ctr">
            <a:solidFill>
              <a:srgbClr val="275DF5"/>
            </a:solidFill>
            <a:prstDash val="dash"/>
            <a:miter lim="800000"/>
          </a:ln>
          <a:effectLst>
            <a:outerShdw blurRad="411480" dist="123444" dir="5400000" sx="108000" sy="108000" algn="ctr" rotWithShape="0">
              <a:srgbClr val="275DF5">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solidFill>
              <a:effectLst>
                <a:outerShdw blurRad="137160" dist="41148" dir="2699997" algn="tl">
                  <a:srgbClr val="000000">
                    <a:alpha val="40000"/>
                  </a:srgbClr>
                </a:outerShdw>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9" name="椭圆 48"/>
          <p:cNvSpPr/>
          <p:nvPr>
            <p:custDataLst>
              <p:tags r:id="rId5"/>
            </p:custDataLst>
          </p:nvPr>
        </p:nvSpPr>
        <p:spPr>
          <a:xfrm flipH="1">
            <a:off x="7878456" y="4166844"/>
            <a:ext cx="84130" cy="84130"/>
          </a:xfrm>
          <a:prstGeom prst="ellipse">
            <a:avLst/>
          </a:prstGeom>
          <a:solidFill>
            <a:srgbClr val="FFFFFF"/>
          </a:solidFill>
          <a:ln w="12700" cap="flat" cmpd="sng" algn="ctr">
            <a:noFill/>
            <a:prstDash val="solid"/>
            <a:miter lim="800000"/>
          </a:ln>
          <a:effectLst>
            <a:outerShdw blurRad="137160" algn="ctr" rotWithShape="0">
              <a:srgbClr val="275DF5">
                <a:lumMod val="50000"/>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0" name="椭圆 49"/>
          <p:cNvSpPr/>
          <p:nvPr/>
        </p:nvSpPr>
        <p:spPr>
          <a:xfrm flipH="1">
            <a:off x="7901506" y="4189883"/>
            <a:ext cx="38063" cy="38063"/>
          </a:xfrm>
          <a:prstGeom prst="ellipse">
            <a:avLst/>
          </a:prstGeom>
          <a:solidFill>
            <a:srgbClr val="275DF5"/>
          </a:solidFill>
          <a:ln w="12700" cap="flat" cmpd="sng" algn="ctr">
            <a:noFill/>
            <a:prstDash val="solid"/>
            <a:miter lim="800000"/>
          </a:ln>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 name="文本框 50"/>
          <p:cNvSpPr txBox="1"/>
          <p:nvPr/>
        </p:nvSpPr>
        <p:spPr>
          <a:xfrm>
            <a:off x="7586067" y="3871154"/>
            <a:ext cx="798152" cy="246221"/>
          </a:xfrm>
          <a:prstGeom prst="rect">
            <a:avLst/>
          </a:prstGeom>
          <a:noFill/>
        </p:spPr>
        <p:txBody>
          <a:bodyPr wrap="square">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r>
              <a:rPr lang="zh-CN" altLang="en-US"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替换文字</a:t>
            </a:r>
          </a:p>
        </p:txBody>
      </p:sp>
      <p:sp>
        <p:nvSpPr>
          <p:cNvPr id="52" name="椭圆 51"/>
          <p:cNvSpPr/>
          <p:nvPr>
            <p:custDataLst>
              <p:tags r:id="rId6"/>
            </p:custDataLst>
          </p:nvPr>
        </p:nvSpPr>
        <p:spPr>
          <a:xfrm flipH="1">
            <a:off x="7378000" y="4149531"/>
            <a:ext cx="84130" cy="84130"/>
          </a:xfrm>
          <a:prstGeom prst="ellipse">
            <a:avLst/>
          </a:prstGeom>
          <a:solidFill>
            <a:srgbClr val="FFFFFF"/>
          </a:solidFill>
          <a:ln w="12700" cap="flat" cmpd="sng" algn="ctr">
            <a:noFill/>
            <a:prstDash val="solid"/>
            <a:miter lim="800000"/>
          </a:ln>
          <a:effectLst>
            <a:outerShdw blurRad="137160" algn="ctr" rotWithShape="0">
              <a:srgbClr val="275DF5">
                <a:lumMod val="50000"/>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3" name="椭圆 52"/>
          <p:cNvSpPr/>
          <p:nvPr/>
        </p:nvSpPr>
        <p:spPr>
          <a:xfrm flipH="1">
            <a:off x="7401050" y="4172570"/>
            <a:ext cx="38063" cy="38063"/>
          </a:xfrm>
          <a:prstGeom prst="ellipse">
            <a:avLst/>
          </a:prstGeom>
          <a:solidFill>
            <a:srgbClr val="275DF5"/>
          </a:solidFill>
          <a:ln w="12700" cap="flat" cmpd="sng" algn="ctr">
            <a:noFill/>
            <a:prstDash val="solid"/>
            <a:miter lim="800000"/>
          </a:ln>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4" name="文本框 53"/>
          <p:cNvSpPr txBox="1"/>
          <p:nvPr/>
        </p:nvSpPr>
        <p:spPr>
          <a:xfrm>
            <a:off x="6854406" y="3779230"/>
            <a:ext cx="798152" cy="246221"/>
          </a:xfrm>
          <a:prstGeom prst="rect">
            <a:avLst/>
          </a:prstGeom>
          <a:noFill/>
        </p:spPr>
        <p:txBody>
          <a:bodyPr wrap="square">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r>
              <a:rPr lang="zh-CN" altLang="en-US"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替换文字</a:t>
            </a:r>
          </a:p>
        </p:txBody>
      </p:sp>
      <p:sp>
        <p:nvSpPr>
          <p:cNvPr id="55" name="椭圆 54"/>
          <p:cNvSpPr/>
          <p:nvPr/>
        </p:nvSpPr>
        <p:spPr>
          <a:xfrm>
            <a:off x="8603272" y="4033409"/>
            <a:ext cx="592984" cy="592983"/>
          </a:xfrm>
          <a:prstGeom prst="ellipse">
            <a:avLst/>
          </a:prstGeom>
          <a:gradFill flip="none" rotWithShape="1">
            <a:gsLst>
              <a:gs pos="23000">
                <a:srgbClr val="275DF5"/>
              </a:gs>
              <a:gs pos="100000">
                <a:srgbClr val="275DF5">
                  <a:lumMod val="80000"/>
                  <a:lumOff val="20000"/>
                </a:srgbClr>
              </a:gs>
            </a:gsLst>
            <a:path path="circle">
              <a:fillToRect l="100000" t="100000"/>
            </a:path>
            <a:tileRect r="-100000" b="-100000"/>
          </a:gradFill>
          <a:ln w="38100" cap="flat" cmpd="sng" algn="ctr">
            <a:noFill/>
            <a:prstDash val="solid"/>
            <a:miter lim="800000"/>
          </a:ln>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solidFill>
              <a:effectLst>
                <a:outerShdw blurRad="137160" dist="41148" dir="2699997" algn="tl">
                  <a:srgbClr val="000000">
                    <a:alpha val="40000"/>
                  </a:srgbClr>
                </a:outerShdw>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6" name="Oval 6+"/>
          <p:cNvSpPr/>
          <p:nvPr/>
        </p:nvSpPr>
        <p:spPr>
          <a:xfrm>
            <a:off x="8514889" y="3945026"/>
            <a:ext cx="769750" cy="769750"/>
          </a:xfrm>
          <a:prstGeom prst="ellipse">
            <a:avLst/>
          </a:prstGeom>
          <a:noFill/>
          <a:ln w="6350" cap="flat" cmpd="sng" algn="ctr">
            <a:solidFill>
              <a:srgbClr val="275DF5"/>
            </a:solidFill>
            <a:prstDash val="dash"/>
            <a:miter lim="800000"/>
          </a:ln>
          <a:effectLst>
            <a:outerShdw blurRad="411480" dist="123444" dir="5400000" sx="108000" sy="108000" algn="ctr" rotWithShape="0">
              <a:srgbClr val="275DF5">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solidFill>
              <a:effectLst>
                <a:outerShdw blurRad="137160" dist="41148" dir="2699997" algn="tl">
                  <a:srgbClr val="000000">
                    <a:alpha val="40000"/>
                  </a:srgbClr>
                </a:outerShdw>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7" name="椭圆 56"/>
          <p:cNvSpPr/>
          <p:nvPr>
            <p:custDataLst>
              <p:tags r:id="rId7"/>
            </p:custDataLst>
          </p:nvPr>
        </p:nvSpPr>
        <p:spPr>
          <a:xfrm flipH="1">
            <a:off x="9121949" y="3988869"/>
            <a:ext cx="84130" cy="84130"/>
          </a:xfrm>
          <a:prstGeom prst="ellipse">
            <a:avLst/>
          </a:prstGeom>
          <a:solidFill>
            <a:srgbClr val="FFFFFF"/>
          </a:solidFill>
          <a:ln w="12700" cap="flat" cmpd="sng" algn="ctr">
            <a:noFill/>
            <a:prstDash val="solid"/>
            <a:miter lim="800000"/>
          </a:ln>
          <a:effectLst>
            <a:outerShdw blurRad="137160" algn="ctr" rotWithShape="0">
              <a:srgbClr val="275DF5">
                <a:lumMod val="50000"/>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 name="椭圆 57"/>
          <p:cNvSpPr/>
          <p:nvPr/>
        </p:nvSpPr>
        <p:spPr>
          <a:xfrm flipH="1">
            <a:off x="9144999" y="4011908"/>
            <a:ext cx="38063" cy="38063"/>
          </a:xfrm>
          <a:prstGeom prst="ellipse">
            <a:avLst/>
          </a:prstGeom>
          <a:solidFill>
            <a:srgbClr val="275DF5"/>
          </a:solidFill>
          <a:ln w="12700" cap="flat" cmpd="sng" algn="ctr">
            <a:noFill/>
            <a:prstDash val="solid"/>
            <a:miter lim="800000"/>
          </a:ln>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 name="文本框 58"/>
          <p:cNvSpPr txBox="1"/>
          <p:nvPr/>
        </p:nvSpPr>
        <p:spPr>
          <a:xfrm>
            <a:off x="8946938" y="3686633"/>
            <a:ext cx="798152" cy="246221"/>
          </a:xfrm>
          <a:prstGeom prst="rect">
            <a:avLst/>
          </a:prstGeom>
          <a:noFill/>
        </p:spPr>
        <p:txBody>
          <a:bodyPr wrap="square">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r>
              <a:rPr lang="zh-CN" altLang="en-US"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替换文字</a:t>
            </a:r>
          </a:p>
        </p:txBody>
      </p:sp>
      <p:sp>
        <p:nvSpPr>
          <p:cNvPr id="60" name="椭圆 59"/>
          <p:cNvSpPr/>
          <p:nvPr>
            <p:custDataLst>
              <p:tags r:id="rId8"/>
            </p:custDataLst>
          </p:nvPr>
        </p:nvSpPr>
        <p:spPr>
          <a:xfrm flipH="1">
            <a:off x="8698523" y="3944944"/>
            <a:ext cx="84130" cy="84130"/>
          </a:xfrm>
          <a:prstGeom prst="ellipse">
            <a:avLst/>
          </a:prstGeom>
          <a:solidFill>
            <a:srgbClr val="FFFFFF"/>
          </a:solidFill>
          <a:ln w="12700" cap="flat" cmpd="sng" algn="ctr">
            <a:noFill/>
            <a:prstDash val="solid"/>
            <a:miter lim="800000"/>
          </a:ln>
          <a:effectLst>
            <a:outerShdw blurRad="137160" algn="ctr" rotWithShape="0">
              <a:srgbClr val="275DF5">
                <a:lumMod val="50000"/>
                <a:alpha val="40000"/>
              </a:srgbClr>
            </a:outerShdw>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2" name="椭圆 61"/>
          <p:cNvSpPr/>
          <p:nvPr/>
        </p:nvSpPr>
        <p:spPr>
          <a:xfrm flipH="1">
            <a:off x="8721573" y="3967983"/>
            <a:ext cx="38063" cy="38063"/>
          </a:xfrm>
          <a:prstGeom prst="ellipse">
            <a:avLst/>
          </a:prstGeom>
          <a:solidFill>
            <a:srgbClr val="275DF5"/>
          </a:solidFill>
          <a:ln w="12700" cap="flat" cmpd="sng" algn="ctr">
            <a:noFill/>
            <a:prstDash val="solid"/>
            <a:miter lim="800000"/>
          </a:ln>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4" name="文本框 63"/>
          <p:cNvSpPr txBox="1"/>
          <p:nvPr/>
        </p:nvSpPr>
        <p:spPr>
          <a:xfrm>
            <a:off x="8271820" y="3661677"/>
            <a:ext cx="798152" cy="246221"/>
          </a:xfrm>
          <a:prstGeom prst="rect">
            <a:avLst/>
          </a:prstGeom>
          <a:noFill/>
        </p:spPr>
        <p:txBody>
          <a:bodyPr wrap="square">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r>
              <a:rPr lang="zh-CN" altLang="en-US"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替换文字</a:t>
            </a:r>
          </a:p>
        </p:txBody>
      </p:sp>
      <p:sp>
        <p:nvSpPr>
          <p:cNvPr id="65" name="文本框 64"/>
          <p:cNvSpPr txBox="1"/>
          <p:nvPr/>
        </p:nvSpPr>
        <p:spPr>
          <a:xfrm>
            <a:off x="4138542" y="4354627"/>
            <a:ext cx="714027" cy="261354"/>
          </a:xfrm>
          <a:prstGeom prst="rect">
            <a:avLst/>
          </a:prstGeom>
          <a:noFill/>
        </p:spPr>
        <p:txBody>
          <a:bodyPr wrap="square">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lnSpc>
                <a:spcPct val="120000"/>
              </a:lnSpc>
            </a:pPr>
            <a:r>
              <a:rPr lang="zh-CN" altLang="en-US" sz="1000" b="1">
                <a:solidFill>
                  <a:schemeClr val="bg1"/>
                </a:solidFill>
                <a:latin typeface="微软雅黑" panose="020B0503020204020204" pitchFamily="34" charset="-122"/>
                <a:ea typeface="微软雅黑" panose="020B0503020204020204" pitchFamily="34" charset="-122"/>
              </a:rPr>
              <a:t>替换文字</a:t>
            </a:r>
            <a:endParaRPr lang="zh-CN" altLang="en-US" sz="100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6" name="文本框 65"/>
          <p:cNvSpPr txBox="1"/>
          <p:nvPr/>
        </p:nvSpPr>
        <p:spPr>
          <a:xfrm>
            <a:off x="7289229" y="4368357"/>
            <a:ext cx="714027" cy="261354"/>
          </a:xfrm>
          <a:prstGeom prst="rect">
            <a:avLst/>
          </a:prstGeom>
          <a:noFill/>
        </p:spPr>
        <p:txBody>
          <a:bodyPr wrap="square">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lnSpc>
                <a:spcPct val="120000"/>
              </a:lnSpc>
            </a:pPr>
            <a:r>
              <a:rPr lang="zh-CN" altLang="en-US" sz="1000" b="1">
                <a:solidFill>
                  <a:schemeClr val="bg1"/>
                </a:solidFill>
                <a:latin typeface="微软雅黑" panose="020B0503020204020204" pitchFamily="34" charset="-122"/>
                <a:ea typeface="微软雅黑" panose="020B0503020204020204" pitchFamily="34" charset="-122"/>
              </a:rPr>
              <a:t>替换文字</a:t>
            </a:r>
            <a:endParaRPr lang="zh-CN" altLang="en-US" sz="100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7" name="文本框 66"/>
          <p:cNvSpPr txBox="1"/>
          <p:nvPr/>
        </p:nvSpPr>
        <p:spPr>
          <a:xfrm>
            <a:off x="8545079" y="4190383"/>
            <a:ext cx="714027" cy="261354"/>
          </a:xfrm>
          <a:prstGeom prst="rect">
            <a:avLst/>
          </a:prstGeom>
          <a:noFill/>
        </p:spPr>
        <p:txBody>
          <a:bodyPr wrap="square">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lnSpc>
                <a:spcPct val="120000"/>
              </a:lnSpc>
            </a:pPr>
            <a:r>
              <a:rPr lang="zh-CN" altLang="en-US" sz="1000" b="1">
                <a:solidFill>
                  <a:schemeClr val="bg1"/>
                </a:solidFill>
                <a:latin typeface="微软雅黑" panose="020B0503020204020204" pitchFamily="34" charset="-122"/>
                <a:ea typeface="微软雅黑" panose="020B0503020204020204" pitchFamily="34" charset="-122"/>
              </a:rPr>
              <a:t>替换文字</a:t>
            </a:r>
            <a:endParaRPr lang="zh-CN" altLang="en-US" sz="100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68" name="图片 67"/>
          <p:cNvPicPr>
            <a:picLocks noChangeAspect="1"/>
          </p:cNvPicPr>
          <p:nvPr/>
        </p:nvPicPr>
        <p:blipFill>
          <a:blip r:embed="rId48"/>
          <a:srcRect l="36442" r="36442"/>
          <a:stretch>
            <a:fillRect/>
          </a:stretch>
        </p:blipFill>
        <p:spPr>
          <a:xfrm>
            <a:off x="7090391" y="4781970"/>
            <a:ext cx="1132776" cy="354543"/>
          </a:xfrm>
          <a:prstGeom prst="rect">
            <a:avLst/>
          </a:prstGeom>
        </p:spPr>
      </p:pic>
      <p:grpSp>
        <p:nvGrpSpPr>
          <p:cNvPr id="220" name="组合 219"/>
          <p:cNvGrpSpPr/>
          <p:nvPr/>
        </p:nvGrpSpPr>
        <p:grpSpPr>
          <a:xfrm>
            <a:off x="3395321" y="5484059"/>
            <a:ext cx="996311" cy="252000"/>
            <a:chOff x="3513308" y="5484059"/>
            <a:chExt cx="996311" cy="252000"/>
          </a:xfrm>
        </p:grpSpPr>
        <p:sp>
          <p:nvSpPr>
            <p:cNvPr id="69" name="文本框 68"/>
            <p:cNvSpPr txBox="1"/>
            <p:nvPr/>
          </p:nvSpPr>
          <p:spPr>
            <a:xfrm>
              <a:off x="3623566" y="5525549"/>
              <a:ext cx="791295" cy="169021"/>
            </a:xfrm>
            <a:prstGeom prst="rect">
              <a:avLst/>
            </a:prstGeom>
            <a:noFill/>
          </p:spPr>
          <p:txBody>
            <a:bodyPr wrap="square" lIns="0" tIns="0" rIns="0" bIns="0" anchor="ctr" anchorCtr="0">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lnSpc>
                  <a:spcPct val="120000"/>
                </a:lnSpc>
              </a:pPr>
              <a:r>
                <a:rPr lang="zh-CN" altLang="en-US"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替换文字</a:t>
              </a:r>
              <a:endParaRPr lang="en-US" altLang="zh-CN"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0" name="矩形: 圆角 509"/>
            <p:cNvSpPr/>
            <p:nvPr>
              <p:custDataLst>
                <p:tags r:id="rId46"/>
              </p:custDataLst>
            </p:nvPr>
          </p:nvSpPr>
          <p:spPr>
            <a:xfrm>
              <a:off x="3513308" y="5484059"/>
              <a:ext cx="996311" cy="252000"/>
            </a:xfrm>
            <a:prstGeom prst="roundRect">
              <a:avLst>
                <a:gd name="adj" fmla="val 50000"/>
              </a:avLst>
            </a:prstGeom>
            <a:noFill/>
            <a:ln w="6858" cap="flat" cmpd="sng" algn="ctr">
              <a:solidFill>
                <a:srgbClr val="FFFFFF">
                  <a:lumMod val="75000"/>
                </a:srgbClr>
              </a:solidFill>
              <a:prstDash val="solid"/>
              <a:miter lim="800000"/>
            </a:ln>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73" name="矩形: 圆角 573"/>
          <p:cNvSpPr/>
          <p:nvPr/>
        </p:nvSpPr>
        <p:spPr>
          <a:xfrm>
            <a:off x="6793833" y="2357272"/>
            <a:ext cx="1800000" cy="885628"/>
          </a:xfrm>
          <a:prstGeom prst="roundRect">
            <a:avLst>
              <a:gd name="adj" fmla="val 5562"/>
            </a:avLst>
          </a:prstGeom>
          <a:gradFill flip="none" rotWithShape="1">
            <a:gsLst>
              <a:gs pos="0">
                <a:srgbClr val="FFFFFF"/>
              </a:gs>
              <a:gs pos="100000">
                <a:srgbClr val="FFFFFF"/>
              </a:gs>
              <a:gs pos="46000">
                <a:srgbClr val="275DF5">
                  <a:lumMod val="5000"/>
                  <a:lumOff val="95000"/>
                </a:srgbClr>
              </a:gs>
            </a:gsLst>
            <a:path path="circle">
              <a:fillToRect r="100000" b="100000"/>
            </a:path>
            <a:tileRect l="-100000" t="-100000"/>
          </a:gradFill>
          <a:ln w="12700" cap="flat" cmpd="sng" algn="ctr">
            <a:gradFill>
              <a:gsLst>
                <a:gs pos="100000">
                  <a:srgbClr val="275DF5">
                    <a:lumMod val="5000"/>
                    <a:lumOff val="95000"/>
                  </a:srgbClr>
                </a:gs>
                <a:gs pos="0">
                  <a:srgbClr val="275DF5"/>
                </a:gs>
              </a:gsLst>
              <a:lin ang="5400000" scaled="1"/>
            </a:gra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4" name="文本框 73"/>
          <p:cNvSpPr txBox="1"/>
          <p:nvPr/>
        </p:nvSpPr>
        <p:spPr>
          <a:xfrm>
            <a:off x="6932805" y="2380162"/>
            <a:ext cx="1522056" cy="253916"/>
          </a:xfrm>
          <a:prstGeom prst="rect">
            <a:avLst/>
          </a:prstGeom>
          <a:noFill/>
        </p:spPr>
        <p:txBody>
          <a:bodyPr wrap="square">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marL="0" marR="0" lvl="0" indent="0" algn="ctr" defTabSz="914400" eaLnBrk="1" fontAlgn="auto" latinLnBrk="0" hangingPunct="1">
              <a:spcBef>
                <a:spcPct val="0"/>
              </a:spcBef>
              <a:spcAft>
                <a:spcPct val="0"/>
              </a:spcAft>
              <a:buClrTx/>
              <a:buSzTx/>
              <a:buFontTx/>
              <a:buNone/>
              <a:defRPr/>
            </a:pPr>
            <a:r>
              <a:rPr kumimoji="0" lang="zh-CN" altLang="en-US" sz="1050" b="0" i="0" u="none" strike="noStrike" kern="0" cap="none" spc="0" normalizeH="0" baseline="0" noProof="0" dirty="0">
                <a:ln>
                  <a:noFill/>
                </a:ln>
                <a:solidFill>
                  <a:srgbClr val="275DF5"/>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点击此处替换文字</a:t>
            </a:r>
          </a:p>
        </p:txBody>
      </p:sp>
      <p:pic>
        <p:nvPicPr>
          <p:cNvPr id="88" name="图片 87"/>
          <p:cNvPicPr>
            <a:picLocks noChangeAspect="1"/>
          </p:cNvPicPr>
          <p:nvPr/>
        </p:nvPicPr>
        <p:blipFill>
          <a:blip r:embed="rId48"/>
          <a:srcRect l="36442" r="36442"/>
          <a:stretch>
            <a:fillRect/>
          </a:stretch>
        </p:blipFill>
        <p:spPr>
          <a:xfrm>
            <a:off x="7127445" y="3158576"/>
            <a:ext cx="1132776" cy="354544"/>
          </a:xfrm>
          <a:prstGeom prst="rect">
            <a:avLst/>
          </a:prstGeom>
        </p:spPr>
      </p:pic>
      <p:sp>
        <p:nvSpPr>
          <p:cNvPr id="89" name="矩形: 圆角 509"/>
          <p:cNvSpPr/>
          <p:nvPr>
            <p:custDataLst>
              <p:tags r:id="rId9"/>
            </p:custDataLst>
          </p:nvPr>
        </p:nvSpPr>
        <p:spPr>
          <a:xfrm>
            <a:off x="7741586" y="2058035"/>
            <a:ext cx="756000" cy="216000"/>
          </a:xfrm>
          <a:prstGeom prst="roundRect">
            <a:avLst>
              <a:gd name="adj" fmla="val 50000"/>
            </a:avLst>
          </a:prstGeom>
          <a:gradFill flip="none" rotWithShape="1">
            <a:gsLst>
              <a:gs pos="23000">
                <a:srgbClr val="275DF5"/>
              </a:gs>
              <a:gs pos="100000">
                <a:srgbClr val="275DF5">
                  <a:lumMod val="80000"/>
                  <a:lumOff val="20000"/>
                </a:srgbClr>
              </a:gs>
            </a:gsLst>
            <a:path path="circle">
              <a:fillToRect l="100000" t="100000"/>
            </a:path>
            <a:tileRect r="-100000" b="-100000"/>
          </a:gradFill>
          <a:ln w="38100" cap="flat" cmpd="sng" algn="ctr">
            <a:noFill/>
            <a:prstDash val="solid"/>
            <a:miter lim="800000"/>
          </a:ln>
          <a:effectLst/>
        </p:spPr>
        <p:txBody>
          <a:bodyPr lIns="98755" tIns="49378" rIns="98755" bIns="49378" rtlCol="0" anchor="ctr"/>
          <a:lstStyle/>
          <a:p>
            <a:pPr algn="ctr"/>
            <a:endParaRPr lang="zh-CN" altLang="en-US" sz="2000" kern="0">
              <a:solidFill>
                <a:srgbClr val="000000"/>
              </a:solidFill>
              <a:effectLst>
                <a:outerShdw blurRad="137160" dist="41148" dir="2699997" algn="tl">
                  <a:srgbClr val="000000">
                    <a:alpha val="40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4" name="文本框 93"/>
          <p:cNvSpPr txBox="1"/>
          <p:nvPr/>
        </p:nvSpPr>
        <p:spPr>
          <a:xfrm>
            <a:off x="7847348" y="1989192"/>
            <a:ext cx="528222" cy="353687"/>
          </a:xfrm>
          <a:prstGeom prst="rect">
            <a:avLst/>
          </a:prstGeom>
          <a:noFill/>
        </p:spPr>
        <p:txBody>
          <a:bodyPr wrap="square" lIns="0" tIns="0" rIns="0" bIns="0" anchor="ctr" anchorCtr="0">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lnSpc>
                <a:spcPct val="120000"/>
              </a:lnSpc>
            </a:pPr>
            <a:r>
              <a:rPr lang="zh-CN" altLang="en-US" sz="1000">
                <a:solidFill>
                  <a:schemeClr val="bg1"/>
                </a:solidFill>
                <a:latin typeface="微软雅黑" panose="020B0503020204020204" pitchFamily="34" charset="-122"/>
                <a:ea typeface="微软雅黑" panose="020B0503020204020204" pitchFamily="34" charset="-122"/>
                <a:sym typeface="+mn-ea"/>
              </a:rPr>
              <a:t>替换文字</a:t>
            </a:r>
            <a:endParaRPr lang="en-US" altLang="zh-CN" sz="100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5" name="矩形: 圆角 509"/>
          <p:cNvSpPr/>
          <p:nvPr>
            <p:custDataLst>
              <p:tags r:id="rId10"/>
            </p:custDataLst>
          </p:nvPr>
        </p:nvSpPr>
        <p:spPr>
          <a:xfrm>
            <a:off x="7305769" y="1779652"/>
            <a:ext cx="756000" cy="216000"/>
          </a:xfrm>
          <a:prstGeom prst="roundRect">
            <a:avLst>
              <a:gd name="adj" fmla="val 50000"/>
            </a:avLst>
          </a:prstGeom>
          <a:gradFill flip="none" rotWithShape="1">
            <a:gsLst>
              <a:gs pos="23000">
                <a:srgbClr val="275DF5"/>
              </a:gs>
              <a:gs pos="100000">
                <a:srgbClr val="275DF5">
                  <a:lumMod val="80000"/>
                  <a:lumOff val="20000"/>
                </a:srgbClr>
              </a:gs>
            </a:gsLst>
            <a:path path="circle">
              <a:fillToRect l="100000" t="100000"/>
            </a:path>
            <a:tileRect r="-100000" b="-100000"/>
          </a:gradFill>
          <a:ln w="38100" cap="flat" cmpd="sng" algn="ctr">
            <a:noFill/>
            <a:prstDash val="solid"/>
            <a:miter lim="800000"/>
          </a:ln>
          <a:effectLst/>
        </p:spPr>
        <p:txBody>
          <a:bodyPr lIns="98755" tIns="49378" rIns="98755" bIns="49378" rtlCol="0" anchor="ctr"/>
          <a:lstStyle/>
          <a:p>
            <a:pPr algn="ctr"/>
            <a:endParaRPr lang="zh-CN" altLang="en-US" sz="2000" kern="0">
              <a:solidFill>
                <a:srgbClr val="000000"/>
              </a:solidFill>
              <a:effectLst>
                <a:outerShdw blurRad="137160" dist="41148" dir="2699997" algn="tl">
                  <a:srgbClr val="000000">
                    <a:alpha val="40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6" name="文本框 95"/>
          <p:cNvSpPr txBox="1"/>
          <p:nvPr/>
        </p:nvSpPr>
        <p:spPr>
          <a:xfrm>
            <a:off x="7396705" y="1803142"/>
            <a:ext cx="574129" cy="169021"/>
          </a:xfrm>
          <a:prstGeom prst="rect">
            <a:avLst/>
          </a:prstGeom>
          <a:noFill/>
        </p:spPr>
        <p:txBody>
          <a:bodyPr wrap="square" lIns="0" tIns="0" rIns="0" bIns="0" anchor="ctr" anchorCtr="0">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lnSpc>
                <a:spcPct val="120000"/>
              </a:lnSpc>
            </a:pPr>
            <a:r>
              <a:rPr lang="zh-CN" altLang="en-US" sz="1000">
                <a:solidFill>
                  <a:schemeClr val="bg1"/>
                </a:solidFill>
                <a:latin typeface="微软雅黑" panose="020B0503020204020204" pitchFamily="34" charset="-122"/>
                <a:ea typeface="微软雅黑" panose="020B0503020204020204" pitchFamily="34" charset="-122"/>
                <a:sym typeface="+mn-ea"/>
              </a:rPr>
              <a:t>替换文字</a:t>
            </a:r>
            <a:endParaRPr lang="en-US" altLang="zh-CN" sz="100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9" name="矩形: 圆角 509"/>
          <p:cNvSpPr/>
          <p:nvPr>
            <p:custDataLst>
              <p:tags r:id="rId11"/>
            </p:custDataLst>
          </p:nvPr>
        </p:nvSpPr>
        <p:spPr>
          <a:xfrm>
            <a:off x="6890114" y="2064711"/>
            <a:ext cx="756000" cy="216000"/>
          </a:xfrm>
          <a:prstGeom prst="roundRect">
            <a:avLst>
              <a:gd name="adj" fmla="val 50000"/>
            </a:avLst>
          </a:prstGeom>
          <a:gradFill flip="none" rotWithShape="1">
            <a:gsLst>
              <a:gs pos="23000">
                <a:srgbClr val="275DF5"/>
              </a:gs>
              <a:gs pos="100000">
                <a:srgbClr val="275DF5">
                  <a:lumMod val="80000"/>
                  <a:lumOff val="20000"/>
                </a:srgbClr>
              </a:gs>
            </a:gsLst>
            <a:path path="circle">
              <a:fillToRect l="100000" t="100000"/>
            </a:path>
            <a:tileRect r="-100000" b="-100000"/>
          </a:gradFill>
          <a:ln w="38100" cap="flat" cmpd="sng" algn="ctr">
            <a:noFill/>
            <a:prstDash val="solid"/>
            <a:miter lim="800000"/>
          </a:ln>
          <a:effectLst/>
        </p:spPr>
        <p:txBody>
          <a:bodyPr lIns="98755" tIns="49378" rIns="98755" bIns="49378" rtlCol="0" anchor="ctr"/>
          <a:lstStyle/>
          <a:p>
            <a:pPr algn="ctr"/>
            <a:endParaRPr lang="zh-CN" altLang="en-US" sz="2000" kern="0">
              <a:solidFill>
                <a:srgbClr val="000000"/>
              </a:solidFill>
              <a:effectLst>
                <a:outerShdw blurRad="137160" dist="41148" dir="2699997" algn="tl">
                  <a:srgbClr val="000000">
                    <a:alpha val="40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0" name="文本框 99"/>
          <p:cNvSpPr txBox="1"/>
          <p:nvPr/>
        </p:nvSpPr>
        <p:spPr>
          <a:xfrm>
            <a:off x="6994513" y="2081525"/>
            <a:ext cx="571555" cy="169021"/>
          </a:xfrm>
          <a:prstGeom prst="rect">
            <a:avLst/>
          </a:prstGeom>
          <a:noFill/>
        </p:spPr>
        <p:txBody>
          <a:bodyPr wrap="square" lIns="0" tIns="0" rIns="0" bIns="0" anchor="ctr" anchorCtr="0">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lnSpc>
                <a:spcPct val="120000"/>
              </a:lnSpc>
            </a:pPr>
            <a:r>
              <a:rPr lang="zh-CN" altLang="en-US" sz="1000">
                <a:solidFill>
                  <a:schemeClr val="bg1"/>
                </a:solidFill>
                <a:latin typeface="微软雅黑" panose="020B0503020204020204" pitchFamily="34" charset="-122"/>
                <a:ea typeface="微软雅黑" panose="020B0503020204020204" pitchFamily="34" charset="-122"/>
                <a:sym typeface="+mn-ea"/>
              </a:rPr>
              <a:t>替换文字</a:t>
            </a:r>
            <a:endParaRPr lang="en-US" altLang="zh-CN" sz="100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1" name="矩形: 圆角 509"/>
          <p:cNvSpPr/>
          <p:nvPr>
            <p:custDataLst>
              <p:tags r:id="rId12"/>
            </p:custDataLst>
          </p:nvPr>
        </p:nvSpPr>
        <p:spPr>
          <a:xfrm>
            <a:off x="4543871" y="2058035"/>
            <a:ext cx="756000" cy="216000"/>
          </a:xfrm>
          <a:prstGeom prst="roundRect">
            <a:avLst>
              <a:gd name="adj" fmla="val 50000"/>
            </a:avLst>
          </a:prstGeom>
          <a:gradFill flip="none" rotWithShape="1">
            <a:gsLst>
              <a:gs pos="23000">
                <a:srgbClr val="275DF5"/>
              </a:gs>
              <a:gs pos="100000">
                <a:srgbClr val="275DF5">
                  <a:lumMod val="80000"/>
                  <a:lumOff val="20000"/>
                </a:srgbClr>
              </a:gs>
            </a:gsLst>
            <a:path path="circle">
              <a:fillToRect l="100000" t="100000"/>
            </a:path>
            <a:tileRect r="-100000" b="-100000"/>
          </a:gradFill>
          <a:ln w="38100" cap="flat" cmpd="sng" algn="ctr">
            <a:noFill/>
            <a:prstDash val="solid"/>
            <a:miter lim="800000"/>
          </a:ln>
          <a:effectLst/>
        </p:spPr>
        <p:txBody>
          <a:bodyPr lIns="98755" tIns="49378" rIns="98755" bIns="49378" rtlCol="0" anchor="ctr"/>
          <a:lstStyle/>
          <a:p>
            <a:pPr algn="ctr"/>
            <a:endParaRPr lang="zh-CN" altLang="en-US" sz="2000" kern="0">
              <a:solidFill>
                <a:srgbClr val="000000"/>
              </a:solidFill>
              <a:effectLst>
                <a:outerShdw blurRad="137160" dist="41148" dir="2699997" algn="tl">
                  <a:srgbClr val="000000">
                    <a:alpha val="40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2" name="文本框 101"/>
          <p:cNvSpPr txBox="1"/>
          <p:nvPr/>
        </p:nvSpPr>
        <p:spPr>
          <a:xfrm>
            <a:off x="4640548" y="2081525"/>
            <a:ext cx="574128" cy="169021"/>
          </a:xfrm>
          <a:prstGeom prst="rect">
            <a:avLst/>
          </a:prstGeom>
          <a:noFill/>
        </p:spPr>
        <p:txBody>
          <a:bodyPr wrap="square" lIns="0" tIns="0" rIns="0" bIns="0" anchor="ctr" anchorCtr="0">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lnSpc>
                <a:spcPct val="120000"/>
              </a:lnSpc>
            </a:pPr>
            <a:r>
              <a:rPr lang="zh-CN" altLang="en-US" sz="1000">
                <a:solidFill>
                  <a:schemeClr val="bg1"/>
                </a:solidFill>
                <a:latin typeface="微软雅黑" panose="020B0503020204020204" pitchFamily="34" charset="-122"/>
                <a:ea typeface="微软雅黑" panose="020B0503020204020204" pitchFamily="34" charset="-122"/>
                <a:sym typeface="+mn-ea"/>
              </a:rPr>
              <a:t>替换文字</a:t>
            </a:r>
            <a:endParaRPr lang="en-US" altLang="zh-CN" sz="100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7" name="矩形: 圆角 509"/>
          <p:cNvSpPr/>
          <p:nvPr>
            <p:custDataLst>
              <p:tags r:id="rId13"/>
            </p:custDataLst>
          </p:nvPr>
        </p:nvSpPr>
        <p:spPr>
          <a:xfrm>
            <a:off x="4108054" y="1779652"/>
            <a:ext cx="756000" cy="216000"/>
          </a:xfrm>
          <a:prstGeom prst="roundRect">
            <a:avLst>
              <a:gd name="adj" fmla="val 50000"/>
            </a:avLst>
          </a:prstGeom>
          <a:gradFill flip="none" rotWithShape="1">
            <a:gsLst>
              <a:gs pos="23000">
                <a:srgbClr val="275DF5"/>
              </a:gs>
              <a:gs pos="100000">
                <a:srgbClr val="275DF5">
                  <a:lumMod val="80000"/>
                  <a:lumOff val="20000"/>
                </a:srgbClr>
              </a:gs>
            </a:gsLst>
            <a:path path="circle">
              <a:fillToRect l="100000" t="100000"/>
            </a:path>
            <a:tileRect r="-100000" b="-100000"/>
          </a:gradFill>
          <a:ln w="38100" cap="flat" cmpd="sng" algn="ctr">
            <a:noFill/>
            <a:prstDash val="solid"/>
            <a:miter lim="800000"/>
          </a:ln>
          <a:effectLst/>
        </p:spPr>
        <p:txBody>
          <a:bodyPr lIns="98755" tIns="49378" rIns="98755" bIns="49378" rtlCol="0" anchor="ctr"/>
          <a:lstStyle/>
          <a:p>
            <a:pPr algn="ctr"/>
            <a:endParaRPr lang="zh-CN" altLang="en-US" sz="2000" kern="0">
              <a:solidFill>
                <a:srgbClr val="000000"/>
              </a:solidFill>
              <a:effectLst>
                <a:outerShdw blurRad="137160" dist="41148" dir="2699997" algn="tl">
                  <a:srgbClr val="000000">
                    <a:alpha val="40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9" name="文本框 158"/>
          <p:cNvSpPr txBox="1"/>
          <p:nvPr/>
        </p:nvSpPr>
        <p:spPr>
          <a:xfrm>
            <a:off x="4198990" y="1803142"/>
            <a:ext cx="574129" cy="169021"/>
          </a:xfrm>
          <a:prstGeom prst="rect">
            <a:avLst/>
          </a:prstGeom>
          <a:noFill/>
        </p:spPr>
        <p:txBody>
          <a:bodyPr wrap="square" lIns="0" tIns="0" rIns="0" bIns="0" anchor="ctr" anchorCtr="0">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lnSpc>
                <a:spcPct val="120000"/>
              </a:lnSpc>
            </a:pPr>
            <a:r>
              <a:rPr lang="zh-CN" altLang="en-US" sz="1000">
                <a:solidFill>
                  <a:schemeClr val="bg1"/>
                </a:solidFill>
                <a:latin typeface="微软雅黑" panose="020B0503020204020204" pitchFamily="34" charset="-122"/>
                <a:ea typeface="微软雅黑" panose="020B0503020204020204" pitchFamily="34" charset="-122"/>
                <a:sym typeface="+mn-ea"/>
              </a:rPr>
              <a:t>替换文字</a:t>
            </a:r>
            <a:endParaRPr lang="en-US" altLang="zh-CN" sz="100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0" name="矩形: 圆角 509"/>
          <p:cNvSpPr/>
          <p:nvPr>
            <p:custDataLst>
              <p:tags r:id="rId14"/>
            </p:custDataLst>
          </p:nvPr>
        </p:nvSpPr>
        <p:spPr>
          <a:xfrm>
            <a:off x="3692399" y="2064711"/>
            <a:ext cx="756000" cy="216000"/>
          </a:xfrm>
          <a:prstGeom prst="roundRect">
            <a:avLst>
              <a:gd name="adj" fmla="val 50000"/>
            </a:avLst>
          </a:prstGeom>
          <a:gradFill flip="none" rotWithShape="1">
            <a:gsLst>
              <a:gs pos="23000">
                <a:srgbClr val="275DF5"/>
              </a:gs>
              <a:gs pos="100000">
                <a:srgbClr val="275DF5">
                  <a:lumMod val="80000"/>
                  <a:lumOff val="20000"/>
                </a:srgbClr>
              </a:gs>
            </a:gsLst>
            <a:path path="circle">
              <a:fillToRect l="100000" t="100000"/>
            </a:path>
            <a:tileRect r="-100000" b="-100000"/>
          </a:gradFill>
          <a:ln w="38100" cap="flat" cmpd="sng" algn="ctr">
            <a:noFill/>
            <a:prstDash val="solid"/>
            <a:miter lim="800000"/>
          </a:ln>
          <a:effectLst/>
        </p:spPr>
        <p:txBody>
          <a:bodyPr lIns="98755" tIns="49378" rIns="98755" bIns="49378" rtlCol="0" anchor="ctr"/>
          <a:lstStyle/>
          <a:p>
            <a:pPr algn="ctr"/>
            <a:endParaRPr lang="zh-CN" altLang="en-US" sz="2000" kern="0">
              <a:solidFill>
                <a:srgbClr val="000000"/>
              </a:solidFill>
              <a:effectLst>
                <a:outerShdw blurRad="137160" dist="41148" dir="2699997" algn="tl">
                  <a:srgbClr val="000000">
                    <a:alpha val="40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1" name="文本框 160"/>
          <p:cNvSpPr txBox="1"/>
          <p:nvPr/>
        </p:nvSpPr>
        <p:spPr>
          <a:xfrm>
            <a:off x="3822778" y="2081525"/>
            <a:ext cx="519595" cy="169021"/>
          </a:xfrm>
          <a:prstGeom prst="rect">
            <a:avLst/>
          </a:prstGeom>
          <a:noFill/>
        </p:spPr>
        <p:txBody>
          <a:bodyPr wrap="square" lIns="0" tIns="0" rIns="0" bIns="0" anchor="ctr" anchorCtr="0">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lnSpc>
                <a:spcPct val="120000"/>
              </a:lnSpc>
            </a:pPr>
            <a:r>
              <a:rPr lang="zh-CN" altLang="en-US" sz="1000">
                <a:solidFill>
                  <a:schemeClr val="bg1"/>
                </a:solidFill>
                <a:latin typeface="微软雅黑" panose="020B0503020204020204" pitchFamily="34" charset="-122"/>
                <a:ea typeface="微软雅黑" panose="020B0503020204020204" pitchFamily="34" charset="-122"/>
                <a:sym typeface="+mn-ea"/>
              </a:rPr>
              <a:t>替换文字</a:t>
            </a:r>
            <a:endParaRPr lang="en-US" altLang="zh-CN" sz="100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2" name="矩形: 圆角 509"/>
          <p:cNvSpPr/>
          <p:nvPr>
            <p:custDataLst>
              <p:tags r:id="rId15"/>
            </p:custDataLst>
          </p:nvPr>
        </p:nvSpPr>
        <p:spPr>
          <a:xfrm rot="193282">
            <a:off x="2859223" y="6337072"/>
            <a:ext cx="1339301" cy="288000"/>
          </a:xfrm>
          <a:prstGeom prst="roundRect">
            <a:avLst>
              <a:gd name="adj" fmla="val 50000"/>
            </a:avLst>
          </a:prstGeom>
          <a:solidFill>
            <a:srgbClr val="47A8FA"/>
          </a:solidFill>
          <a:ln w="38100" cap="flat" cmpd="sng" algn="ctr">
            <a:noFill/>
            <a:prstDash val="solid"/>
            <a:miter lim="800000"/>
          </a:ln>
          <a:effectLst>
            <a:outerShdw blurRad="254000" dist="123444" dir="5400000" sx="99000" sy="99000" algn="ctr" rotWithShape="0">
              <a:srgbClr val="3DA4F9">
                <a:alpha val="40000"/>
              </a:srgbClr>
            </a:outerShdw>
          </a:effectLst>
        </p:spPr>
        <p:txBody>
          <a:bodyPr wrap="square" lIns="98755" tIns="49378" rIns="98755" bIns="49378" rtlCol="0" anchor="ctr">
            <a:noAutofit/>
          </a:bodyPr>
          <a:lstStyle/>
          <a:p>
            <a:pPr algn="ctr"/>
            <a:endParaRPr lang="zh-CN" altLang="en-US" sz="2000" kern="0">
              <a:solidFill>
                <a:srgbClr val="FFFFFF"/>
              </a:solidFill>
              <a:effectLst>
                <a:outerShdw blurRad="137160" dist="41148" dir="2699997" algn="tl">
                  <a:srgbClr val="000000">
                    <a:alpha val="40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3" name="文本框 162"/>
          <p:cNvSpPr txBox="1"/>
          <p:nvPr/>
        </p:nvSpPr>
        <p:spPr>
          <a:xfrm rot="193282">
            <a:off x="3038282" y="6366761"/>
            <a:ext cx="1003438" cy="202812"/>
          </a:xfrm>
          <a:prstGeom prst="rect">
            <a:avLst/>
          </a:prstGeom>
          <a:noFill/>
        </p:spPr>
        <p:txBody>
          <a:bodyPr wrap="square" lIns="0" tIns="0" rIns="0" bIns="0" anchor="ctr" anchorCtr="0">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lnSpc>
                <a:spcPct val="120000"/>
              </a:lnSpc>
            </a:pPr>
            <a:r>
              <a:rPr lang="zh-CN" altLang="en-US" sz="1200" b="1">
                <a:solidFill>
                  <a:schemeClr val="bg1"/>
                </a:solidFill>
                <a:latin typeface="微软雅黑" panose="020B0503020204020204" pitchFamily="34" charset="-122"/>
                <a:ea typeface="微软雅黑" panose="020B0503020204020204" pitchFamily="34" charset="-122"/>
                <a:sym typeface="+mn-ea"/>
              </a:rPr>
              <a:t>替换文字</a:t>
            </a:r>
            <a:endParaRPr lang="en-US" altLang="zh-CN" sz="12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4" name="矩形: 圆角 509"/>
          <p:cNvSpPr/>
          <p:nvPr>
            <p:custDataLst>
              <p:tags r:id="rId16"/>
            </p:custDataLst>
          </p:nvPr>
        </p:nvSpPr>
        <p:spPr>
          <a:xfrm>
            <a:off x="5425715" y="6415240"/>
            <a:ext cx="1339301" cy="288000"/>
          </a:xfrm>
          <a:prstGeom prst="roundRect">
            <a:avLst>
              <a:gd name="adj" fmla="val 50000"/>
            </a:avLst>
          </a:prstGeom>
          <a:solidFill>
            <a:srgbClr val="47A8FA"/>
          </a:solidFill>
          <a:ln w="38100" cap="flat" cmpd="sng" algn="ctr">
            <a:noFill/>
            <a:prstDash val="solid"/>
            <a:miter lim="800000"/>
          </a:ln>
          <a:effectLst>
            <a:outerShdw blurRad="254000" dist="123444" dir="5400000" sx="99000" sy="99000" algn="ctr" rotWithShape="0">
              <a:srgbClr val="3DA4F9">
                <a:alpha val="40000"/>
              </a:srgbClr>
            </a:outerShdw>
          </a:effectLst>
        </p:spPr>
        <p:txBody>
          <a:bodyPr wrap="square" lIns="98755" tIns="49378" rIns="98755" bIns="49378" rtlCol="0" anchor="ctr">
            <a:noAutofit/>
          </a:bodyPr>
          <a:lstStyle/>
          <a:p>
            <a:pPr algn="ctr"/>
            <a:endParaRPr lang="zh-CN" altLang="en-US" sz="2000" kern="0">
              <a:solidFill>
                <a:srgbClr val="FFFFFF"/>
              </a:solidFill>
              <a:effectLst>
                <a:outerShdw blurRad="137160" dist="41148" dir="2699997" algn="tl">
                  <a:srgbClr val="000000">
                    <a:alpha val="40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5" name="文本框 164"/>
          <p:cNvSpPr txBox="1"/>
          <p:nvPr/>
        </p:nvSpPr>
        <p:spPr>
          <a:xfrm>
            <a:off x="5593646" y="6449766"/>
            <a:ext cx="1003438" cy="202812"/>
          </a:xfrm>
          <a:prstGeom prst="rect">
            <a:avLst/>
          </a:prstGeom>
          <a:noFill/>
        </p:spPr>
        <p:txBody>
          <a:bodyPr wrap="square" lIns="0" tIns="0" rIns="0" bIns="0" anchor="ctr" anchorCtr="0">
            <a:spAutoFit/>
          </a:bodyPr>
          <a:lstStyle>
            <a:defPPr>
              <a:defRPr lang="zh-CN"/>
            </a:defPPr>
            <a:lvl1pPr marR="0" lvl="0" indent="0" algn="ctr" fontAlgn="auto">
              <a:lnSpc>
                <a:spcPct val="120000"/>
              </a:lnSpc>
              <a:spcBef>
                <a:spcPct val="0"/>
              </a:spcBef>
              <a:spcAft>
                <a:spcPct val="0"/>
              </a:spcAft>
              <a:buClrTx/>
              <a:buSzTx/>
              <a:buFontTx/>
              <a:buNone/>
              <a:defRPr kumimoji="0" sz="1000" b="0" u="none" strike="noStrike" cap="none" spc="0" normalizeH="0" baseline="0">
                <a:ln>
                  <a:noFill/>
                </a:ln>
                <a:solidFill>
                  <a:schemeClr val="bg1"/>
                </a:solidFill>
                <a:effectLst/>
                <a:uLnTx/>
                <a:uFillTx/>
                <a:latin typeface="微软雅黑" panose="020B0503020204020204" pitchFamily="34" charset="-122"/>
                <a:ea typeface="微软雅黑" panose="020B0503020204020204" pitchFamily="34" charset="-122"/>
              </a:defRPr>
            </a:lvl1pPr>
          </a:lstStyle>
          <a:p>
            <a:r>
              <a:rPr lang="zh-CN" altLang="en-US" sz="1200" b="1"/>
              <a:t>替换文字</a:t>
            </a:r>
            <a:endParaRPr lang="en-US" altLang="zh-CN" sz="1200" b="1">
              <a:sym typeface="微软雅黑" panose="020B0503020204020204" pitchFamily="34" charset="-122"/>
            </a:endParaRPr>
          </a:p>
        </p:txBody>
      </p:sp>
      <p:sp>
        <p:nvSpPr>
          <p:cNvPr id="166" name="矩形: 圆角 509"/>
          <p:cNvSpPr/>
          <p:nvPr>
            <p:custDataLst>
              <p:tags r:id="rId17"/>
            </p:custDataLst>
          </p:nvPr>
        </p:nvSpPr>
        <p:spPr>
          <a:xfrm rot="21402852">
            <a:off x="7993090" y="6339711"/>
            <a:ext cx="1339301" cy="288000"/>
          </a:xfrm>
          <a:prstGeom prst="roundRect">
            <a:avLst>
              <a:gd name="adj" fmla="val 50000"/>
            </a:avLst>
          </a:prstGeom>
          <a:solidFill>
            <a:srgbClr val="47A8FA"/>
          </a:solidFill>
          <a:ln w="38100" cap="flat" cmpd="sng" algn="ctr">
            <a:noFill/>
            <a:prstDash val="solid"/>
            <a:miter lim="800000"/>
          </a:ln>
          <a:effectLst>
            <a:outerShdw blurRad="254000" dist="123444" dir="5400000" sx="99000" sy="99000" algn="ctr" rotWithShape="0">
              <a:srgbClr val="3DA4F9">
                <a:alpha val="40000"/>
              </a:srgbClr>
            </a:outerShdw>
          </a:effectLst>
        </p:spPr>
        <p:txBody>
          <a:bodyPr wrap="square" lIns="98755" tIns="49378" rIns="98755" bIns="49378" rtlCol="0" anchor="ctr">
            <a:noAutofit/>
          </a:bodyPr>
          <a:lstStyle/>
          <a:p>
            <a:pPr algn="ctr"/>
            <a:endParaRPr lang="zh-CN" altLang="en-US" sz="2000" kern="0">
              <a:solidFill>
                <a:srgbClr val="FFFFFF"/>
              </a:solidFill>
              <a:effectLst>
                <a:outerShdw blurRad="137160" dist="41148" dir="2699997" algn="tl">
                  <a:srgbClr val="000000">
                    <a:alpha val="40000"/>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7" name="文本框 166"/>
          <p:cNvSpPr txBox="1"/>
          <p:nvPr/>
        </p:nvSpPr>
        <p:spPr>
          <a:xfrm rot="21402852">
            <a:off x="8170015" y="6378280"/>
            <a:ext cx="1003438" cy="202812"/>
          </a:xfrm>
          <a:prstGeom prst="rect">
            <a:avLst/>
          </a:prstGeom>
          <a:noFill/>
        </p:spPr>
        <p:txBody>
          <a:bodyPr wrap="square" lIns="0" tIns="0" rIns="0" bIns="0" anchor="ctr" anchorCtr="0">
            <a:spAutoFit/>
          </a:bodyPr>
          <a:lstStyle>
            <a:defPPr>
              <a:defRPr lang="zh-CN"/>
            </a:defPPr>
            <a:lvl1pPr marR="0" lvl="0" indent="0" algn="ctr" fontAlgn="auto">
              <a:lnSpc>
                <a:spcPct val="120000"/>
              </a:lnSpc>
              <a:spcBef>
                <a:spcPct val="0"/>
              </a:spcBef>
              <a:spcAft>
                <a:spcPct val="0"/>
              </a:spcAft>
              <a:buClrTx/>
              <a:buSzTx/>
              <a:buFontTx/>
              <a:buNone/>
              <a:defRPr kumimoji="0" sz="1000" b="0" u="none" strike="noStrike" cap="none" spc="0" normalizeH="0" baseline="0">
                <a:ln>
                  <a:noFill/>
                </a:ln>
                <a:solidFill>
                  <a:schemeClr val="bg1"/>
                </a:solidFill>
                <a:effectLst/>
                <a:uLnTx/>
                <a:uFillTx/>
                <a:latin typeface="微软雅黑" panose="020B0503020204020204" pitchFamily="34" charset="-122"/>
                <a:ea typeface="微软雅黑" panose="020B0503020204020204" pitchFamily="34" charset="-122"/>
              </a:defRPr>
            </a:lvl1pPr>
          </a:lstStyle>
          <a:p>
            <a:r>
              <a:rPr lang="zh-CN" altLang="en-US" sz="1200" b="1"/>
              <a:t>替换文字</a:t>
            </a:r>
            <a:endParaRPr lang="en-US" altLang="zh-CN" sz="1200" b="1">
              <a:sym typeface="微软雅黑" panose="020B0503020204020204" pitchFamily="34" charset="-122"/>
            </a:endParaRPr>
          </a:p>
        </p:txBody>
      </p:sp>
      <p:sp>
        <p:nvSpPr>
          <p:cNvPr id="168" name="文本框 167"/>
          <p:cNvSpPr txBox="1"/>
          <p:nvPr/>
        </p:nvSpPr>
        <p:spPr>
          <a:xfrm>
            <a:off x="5298572" y="4247948"/>
            <a:ext cx="1593586" cy="523220"/>
          </a:xfrm>
          <a:prstGeom prst="rect">
            <a:avLst/>
          </a:prstGeom>
          <a:noFill/>
        </p:spPr>
        <p:txBody>
          <a:bodyPr wrap="square" rtlCol="0">
            <a:spAutoFit/>
          </a:bodyPr>
          <a:lstStyle/>
          <a:p>
            <a:pPr lvl="0" algn="ctr">
              <a:buClrTx/>
              <a:buSzTx/>
              <a:buFontTx/>
            </a:pPr>
            <a:r>
              <a:rPr lang="zh-CN" altLang="en-US" sz="1400">
                <a:solidFill>
                  <a:srgbClr val="C00000"/>
                </a:solidFill>
                <a:latin typeface="微软雅黑" panose="020B0503020204020204" pitchFamily="34" charset="-122"/>
                <a:ea typeface="微软雅黑" panose="020B0503020204020204" pitchFamily="34" charset="-122"/>
                <a:sym typeface="+mn-ea"/>
              </a:rPr>
              <a:t>输入所需要内容调整格式</a:t>
            </a:r>
          </a:p>
        </p:txBody>
      </p:sp>
      <p:pic>
        <p:nvPicPr>
          <p:cNvPr id="169" name="图片 168"/>
          <p:cNvPicPr>
            <a:picLocks noChangeAspect="1"/>
          </p:cNvPicPr>
          <p:nvPr/>
        </p:nvPicPr>
        <p:blipFill>
          <a:blip r:embed="rId48"/>
          <a:srcRect l="36442" r="36442"/>
          <a:stretch>
            <a:fillRect/>
          </a:stretch>
        </p:blipFill>
        <p:spPr>
          <a:xfrm>
            <a:off x="3950050" y="4781970"/>
            <a:ext cx="1132776" cy="354543"/>
          </a:xfrm>
          <a:prstGeom prst="rect">
            <a:avLst/>
          </a:prstGeom>
        </p:spPr>
      </p:pic>
      <p:pic>
        <p:nvPicPr>
          <p:cNvPr id="170" name="图片 169"/>
          <p:cNvPicPr>
            <a:picLocks noChangeAspect="1"/>
          </p:cNvPicPr>
          <p:nvPr/>
        </p:nvPicPr>
        <p:blipFill>
          <a:blip r:embed="rId48"/>
          <a:srcRect l="36442" r="36442"/>
          <a:stretch>
            <a:fillRect/>
          </a:stretch>
        </p:blipFill>
        <p:spPr>
          <a:xfrm>
            <a:off x="2774982" y="4622482"/>
            <a:ext cx="1132776" cy="354543"/>
          </a:xfrm>
          <a:prstGeom prst="rect">
            <a:avLst/>
          </a:prstGeom>
        </p:spPr>
      </p:pic>
      <p:sp>
        <p:nvSpPr>
          <p:cNvPr id="171" name="圆角矩形 170"/>
          <p:cNvSpPr/>
          <p:nvPr/>
        </p:nvSpPr>
        <p:spPr>
          <a:xfrm rot="10800000" flipH="1">
            <a:off x="445378" y="1060384"/>
            <a:ext cx="1722918" cy="5645767"/>
          </a:xfrm>
          <a:prstGeom prst="roundRect">
            <a:avLst>
              <a:gd name="adj" fmla="val 6849"/>
            </a:avLst>
          </a:prstGeom>
          <a:gradFill>
            <a:gsLst>
              <a:gs pos="20000">
                <a:srgbClr val="2946ED"/>
              </a:gs>
              <a:gs pos="100000">
                <a:srgbClr val="4294FF"/>
              </a:gs>
            </a:gsLst>
            <a:path path="circle">
              <a:fillToRect r="100000" b="100000"/>
            </a:path>
          </a:gradFill>
          <a:ln w="12700" cap="flat" cmpd="sng" algn="ctr">
            <a:noFill/>
            <a:prstDash val="solid"/>
            <a:miter lim="800000"/>
          </a:ln>
          <a:effectLst/>
        </p:spPr>
        <p:txBody>
          <a:bodyPr rot="0" spcFirstLastPara="0" vertOverflow="overflow" horzOverflow="overflow" vert="horz" wrap="square" lIns="216000" tIns="45720" rIns="91440" bIns="45720" numCol="1" spcCol="0" rtlCol="0" fromWordArt="0" anchor="ctr" anchorCtr="0" forceAA="0" compatLnSpc="1">
            <a:noAutofit/>
          </a:bodyPr>
          <a:lstStyle/>
          <a:p>
            <a:pPr algn="ctr"/>
            <a:endParaRPr lang="zh-CN" altLang="en-US" sz="1600" b="1">
              <a:solidFill>
                <a:prstClr val="white"/>
              </a:solidFill>
              <a:latin typeface="微软雅黑" panose="020B0503020204020204" pitchFamily="34" charset="-122"/>
              <a:ea typeface="微软雅黑" panose="020B0503020204020204" pitchFamily="34" charset="-122"/>
            </a:endParaRPr>
          </a:p>
        </p:txBody>
      </p:sp>
      <p:sp>
        <p:nvSpPr>
          <p:cNvPr id="172" name="文本框 171"/>
          <p:cNvSpPr txBox="1"/>
          <p:nvPr/>
        </p:nvSpPr>
        <p:spPr>
          <a:xfrm>
            <a:off x="863862" y="1250670"/>
            <a:ext cx="885950" cy="276999"/>
          </a:xfrm>
          <a:prstGeom prst="rect">
            <a:avLst/>
          </a:prstGeom>
          <a:noFill/>
        </p:spPr>
        <p:txBody>
          <a:bodyPr wrap="square">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buClr>
                <a:srgbClr val="2DB6B3"/>
              </a:buClr>
              <a:defRPr/>
            </a:pPr>
            <a:r>
              <a:rPr lang="zh-CN" altLang="en-US" sz="1200" b="1" kern="0">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替换文字</a:t>
            </a:r>
          </a:p>
        </p:txBody>
      </p:sp>
      <p:sp>
        <p:nvSpPr>
          <p:cNvPr id="173" name="文本框 172"/>
          <p:cNvSpPr txBox="1"/>
          <p:nvPr/>
        </p:nvSpPr>
        <p:spPr>
          <a:xfrm>
            <a:off x="863862" y="1966687"/>
            <a:ext cx="885950" cy="276999"/>
          </a:xfrm>
          <a:prstGeom prst="rect">
            <a:avLst/>
          </a:prstGeom>
          <a:noFill/>
        </p:spPr>
        <p:txBody>
          <a:bodyPr wrap="square">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buClr>
                <a:srgbClr val="2DB6B3"/>
              </a:buClr>
              <a:defRPr/>
            </a:pPr>
            <a:r>
              <a:rPr lang="zh-CN" altLang="en-US" sz="1200" b="1" kern="0">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替换文字</a:t>
            </a:r>
          </a:p>
        </p:txBody>
      </p:sp>
      <p:sp>
        <p:nvSpPr>
          <p:cNvPr id="174" name="矩形: 圆角 616"/>
          <p:cNvSpPr/>
          <p:nvPr>
            <p:custDataLst>
              <p:tags r:id="rId18"/>
            </p:custDataLst>
          </p:nvPr>
        </p:nvSpPr>
        <p:spPr>
          <a:xfrm>
            <a:off x="741116" y="4112696"/>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lang="zh-CN" altLang="en-US" sz="1100" kern="0">
                <a:solidFill>
                  <a:srgbClr val="FFFFFF"/>
                </a:solidFill>
                <a:latin typeface="微软雅黑" panose="020B0503020204020204" pitchFamily="34" charset="-122"/>
                <a:ea typeface="微软雅黑" panose="020B0503020204020204" pitchFamily="34" charset="-122"/>
              </a:rPr>
              <a:t>替换文本</a:t>
            </a:r>
          </a:p>
        </p:txBody>
      </p:sp>
      <p:sp>
        <p:nvSpPr>
          <p:cNvPr id="175" name="文本框 174"/>
          <p:cNvSpPr txBox="1"/>
          <p:nvPr/>
        </p:nvSpPr>
        <p:spPr>
          <a:xfrm>
            <a:off x="784494" y="4891204"/>
            <a:ext cx="1044687" cy="276999"/>
          </a:xfrm>
          <a:prstGeom prst="rect">
            <a:avLst/>
          </a:prstGeom>
          <a:noFill/>
        </p:spPr>
        <p:txBody>
          <a:bodyPr wrap="square">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buClr>
                <a:srgbClr val="2DB6B3"/>
              </a:buClr>
              <a:defRPr/>
            </a:pPr>
            <a:r>
              <a:rPr lang="zh-CN" altLang="en-US" sz="1200" b="1" kern="0">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替换文字</a:t>
            </a:r>
          </a:p>
        </p:txBody>
      </p:sp>
      <p:sp>
        <p:nvSpPr>
          <p:cNvPr id="176" name="矩形: 圆角 616"/>
          <p:cNvSpPr/>
          <p:nvPr>
            <p:custDataLst>
              <p:tags r:id="rId19"/>
            </p:custDataLst>
          </p:nvPr>
        </p:nvSpPr>
        <p:spPr>
          <a:xfrm>
            <a:off x="741116" y="4484026"/>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lang="zh-CN" altLang="en-US" sz="1200" kern="0">
                <a:solidFill>
                  <a:srgbClr val="FFFFFF"/>
                </a:solidFill>
                <a:latin typeface="微软雅黑" panose="020B0503020204020204" pitchFamily="34" charset="-122"/>
                <a:ea typeface="微软雅黑" panose="020B0503020204020204" pitchFamily="34" charset="-122"/>
              </a:rPr>
              <a:t>替换文本</a:t>
            </a:r>
          </a:p>
        </p:txBody>
      </p:sp>
      <p:sp>
        <p:nvSpPr>
          <p:cNvPr id="177" name="矩形: 圆角 616"/>
          <p:cNvSpPr/>
          <p:nvPr>
            <p:custDataLst>
              <p:tags r:id="rId20"/>
            </p:custDataLst>
          </p:nvPr>
        </p:nvSpPr>
        <p:spPr>
          <a:xfrm>
            <a:off x="741116" y="3370038"/>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lang="zh-CN" altLang="en-US" sz="1200" kern="0">
                <a:solidFill>
                  <a:srgbClr val="FFFFFF"/>
                </a:solidFill>
                <a:latin typeface="微软雅黑" panose="020B0503020204020204" pitchFamily="34" charset="-122"/>
                <a:ea typeface="微软雅黑" panose="020B0503020204020204" pitchFamily="34" charset="-122"/>
              </a:rPr>
              <a:t>替换文本</a:t>
            </a:r>
          </a:p>
        </p:txBody>
      </p:sp>
      <p:sp>
        <p:nvSpPr>
          <p:cNvPr id="178" name="矩形: 圆角 616"/>
          <p:cNvSpPr/>
          <p:nvPr>
            <p:custDataLst>
              <p:tags r:id="rId21"/>
            </p:custDataLst>
          </p:nvPr>
        </p:nvSpPr>
        <p:spPr>
          <a:xfrm>
            <a:off x="741116" y="3741367"/>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lang="zh-CN" altLang="en-US" sz="1200" kern="0">
                <a:solidFill>
                  <a:srgbClr val="FFFFFF"/>
                </a:solidFill>
                <a:latin typeface="微软雅黑" panose="020B0503020204020204" pitchFamily="34" charset="-122"/>
                <a:ea typeface="微软雅黑" panose="020B0503020204020204" pitchFamily="34" charset="-122"/>
              </a:rPr>
              <a:t>替换文本</a:t>
            </a:r>
          </a:p>
        </p:txBody>
      </p:sp>
      <p:sp>
        <p:nvSpPr>
          <p:cNvPr id="179" name="矩形: 圆角 616"/>
          <p:cNvSpPr/>
          <p:nvPr>
            <p:custDataLst>
              <p:tags r:id="rId22"/>
            </p:custDataLst>
          </p:nvPr>
        </p:nvSpPr>
        <p:spPr>
          <a:xfrm>
            <a:off x="741116" y="2627380"/>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lang="zh-CN" altLang="en-US" sz="1200" kern="0">
                <a:solidFill>
                  <a:srgbClr val="FFFFFF"/>
                </a:solidFill>
                <a:latin typeface="微软雅黑" panose="020B0503020204020204" pitchFamily="34" charset="-122"/>
                <a:ea typeface="微软雅黑" panose="020B0503020204020204" pitchFamily="34" charset="-122"/>
              </a:rPr>
              <a:t>替换文本</a:t>
            </a:r>
          </a:p>
        </p:txBody>
      </p:sp>
      <p:sp>
        <p:nvSpPr>
          <p:cNvPr id="180" name="矩形: 圆角 616"/>
          <p:cNvSpPr/>
          <p:nvPr>
            <p:custDataLst>
              <p:tags r:id="rId23"/>
            </p:custDataLst>
          </p:nvPr>
        </p:nvSpPr>
        <p:spPr>
          <a:xfrm>
            <a:off x="741116" y="2998709"/>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lang="zh-CN" altLang="en-US" sz="1200" kern="0">
                <a:solidFill>
                  <a:srgbClr val="FFFFFF"/>
                </a:solidFill>
                <a:latin typeface="微软雅黑" panose="020B0503020204020204" pitchFamily="34" charset="-122"/>
                <a:ea typeface="微软雅黑" panose="020B0503020204020204" pitchFamily="34" charset="-122"/>
              </a:rPr>
              <a:t>替换文本</a:t>
            </a:r>
          </a:p>
        </p:txBody>
      </p:sp>
      <p:sp>
        <p:nvSpPr>
          <p:cNvPr id="181" name="矩形: 圆角 616"/>
          <p:cNvSpPr/>
          <p:nvPr>
            <p:custDataLst>
              <p:tags r:id="rId24"/>
            </p:custDataLst>
          </p:nvPr>
        </p:nvSpPr>
        <p:spPr>
          <a:xfrm>
            <a:off x="741116" y="2256051"/>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lang="zh-CN" altLang="en-US" sz="1200" kern="0">
                <a:solidFill>
                  <a:srgbClr val="FFFFFF"/>
                </a:solidFill>
                <a:latin typeface="微软雅黑" panose="020B0503020204020204" pitchFamily="34" charset="-122"/>
                <a:ea typeface="微软雅黑" panose="020B0503020204020204" pitchFamily="34" charset="-122"/>
              </a:rPr>
              <a:t>替换文本</a:t>
            </a:r>
          </a:p>
        </p:txBody>
      </p:sp>
      <p:sp>
        <p:nvSpPr>
          <p:cNvPr id="182" name="矩形: 圆角 616"/>
          <p:cNvSpPr/>
          <p:nvPr>
            <p:custDataLst>
              <p:tags r:id="rId25"/>
            </p:custDataLst>
          </p:nvPr>
        </p:nvSpPr>
        <p:spPr>
          <a:xfrm>
            <a:off x="741116" y="1585637"/>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lang="zh-CN" altLang="en-US" sz="1200" kern="0">
                <a:solidFill>
                  <a:srgbClr val="FFFFFF"/>
                </a:solidFill>
                <a:latin typeface="微软雅黑" panose="020B0503020204020204" pitchFamily="34" charset="-122"/>
                <a:ea typeface="微软雅黑" panose="020B0503020204020204" pitchFamily="34" charset="-122"/>
              </a:rPr>
              <a:t>替换文本</a:t>
            </a:r>
          </a:p>
        </p:txBody>
      </p:sp>
      <p:sp>
        <p:nvSpPr>
          <p:cNvPr id="183" name="矩形: 圆角 616"/>
          <p:cNvSpPr/>
          <p:nvPr>
            <p:custDataLst>
              <p:tags r:id="rId26"/>
            </p:custDataLst>
          </p:nvPr>
        </p:nvSpPr>
        <p:spPr>
          <a:xfrm>
            <a:off x="741116" y="5926281"/>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lang="zh-CN" altLang="en-US" sz="1200" kern="0">
                <a:solidFill>
                  <a:srgbClr val="FFFFFF"/>
                </a:solidFill>
                <a:latin typeface="微软雅黑" panose="020B0503020204020204" pitchFamily="34" charset="-122"/>
                <a:ea typeface="微软雅黑" panose="020B0503020204020204" pitchFamily="34" charset="-122"/>
              </a:rPr>
              <a:t>替换文本</a:t>
            </a:r>
          </a:p>
        </p:txBody>
      </p:sp>
      <p:sp>
        <p:nvSpPr>
          <p:cNvPr id="184" name="矩形: 圆角 616"/>
          <p:cNvSpPr/>
          <p:nvPr>
            <p:custDataLst>
              <p:tags r:id="rId27"/>
            </p:custDataLst>
          </p:nvPr>
        </p:nvSpPr>
        <p:spPr>
          <a:xfrm>
            <a:off x="741116" y="6297611"/>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kumimoji="0" lang="en-US" altLang="zh-CN" sz="12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a:t>
            </a:r>
            <a:endParaRPr kumimoji="0" lang="zh-CN" altLang="en-US" sz="12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5" name="矩形: 圆角 616"/>
          <p:cNvSpPr/>
          <p:nvPr>
            <p:custDataLst>
              <p:tags r:id="rId28"/>
            </p:custDataLst>
          </p:nvPr>
        </p:nvSpPr>
        <p:spPr>
          <a:xfrm>
            <a:off x="741116" y="5183623"/>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lang="zh-CN" altLang="en-US" sz="1200" kern="0">
                <a:solidFill>
                  <a:srgbClr val="FFFFFF"/>
                </a:solidFill>
                <a:latin typeface="微软雅黑" panose="020B0503020204020204" pitchFamily="34" charset="-122"/>
                <a:ea typeface="微软雅黑" panose="020B0503020204020204" pitchFamily="34" charset="-122"/>
              </a:rPr>
              <a:t>替换文本</a:t>
            </a:r>
          </a:p>
        </p:txBody>
      </p:sp>
      <p:sp>
        <p:nvSpPr>
          <p:cNvPr id="186" name="矩形: 圆角 616"/>
          <p:cNvSpPr/>
          <p:nvPr>
            <p:custDataLst>
              <p:tags r:id="rId29"/>
            </p:custDataLst>
          </p:nvPr>
        </p:nvSpPr>
        <p:spPr>
          <a:xfrm>
            <a:off x="741116" y="5554952"/>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lang="zh-CN" altLang="en-US" sz="1200" kern="0">
                <a:solidFill>
                  <a:srgbClr val="FFFFFF"/>
                </a:solidFill>
                <a:latin typeface="微软雅黑" panose="020B0503020204020204" pitchFamily="34" charset="-122"/>
                <a:ea typeface="微软雅黑" panose="020B0503020204020204" pitchFamily="34" charset="-122"/>
              </a:rPr>
              <a:t>替换文本</a:t>
            </a:r>
          </a:p>
        </p:txBody>
      </p:sp>
      <p:pic>
        <p:nvPicPr>
          <p:cNvPr id="188" name="图片 187"/>
          <p:cNvPicPr>
            <a:picLocks noChangeAspect="1"/>
          </p:cNvPicPr>
          <p:nvPr/>
        </p:nvPicPr>
        <p:blipFill>
          <a:blip r:embed="rId48"/>
          <a:srcRect l="36442" r="36442"/>
          <a:stretch>
            <a:fillRect/>
          </a:stretch>
        </p:blipFill>
        <p:spPr>
          <a:xfrm>
            <a:off x="8363464" y="4622482"/>
            <a:ext cx="1132776" cy="354543"/>
          </a:xfrm>
          <a:prstGeom prst="rect">
            <a:avLst/>
          </a:prstGeom>
        </p:spPr>
      </p:pic>
      <p:sp>
        <p:nvSpPr>
          <p:cNvPr id="196" name="圆角矩形 195"/>
          <p:cNvSpPr/>
          <p:nvPr/>
        </p:nvSpPr>
        <p:spPr>
          <a:xfrm rot="10800000" flipH="1">
            <a:off x="10120742" y="1060384"/>
            <a:ext cx="1722918" cy="5645767"/>
          </a:xfrm>
          <a:prstGeom prst="roundRect">
            <a:avLst>
              <a:gd name="adj" fmla="val 6849"/>
            </a:avLst>
          </a:prstGeom>
          <a:gradFill>
            <a:gsLst>
              <a:gs pos="20000">
                <a:srgbClr val="2946ED"/>
              </a:gs>
              <a:gs pos="100000">
                <a:srgbClr val="4294FF"/>
              </a:gs>
            </a:gsLst>
            <a:path path="circle">
              <a:fillToRect r="100000" b="100000"/>
            </a:path>
          </a:gradFill>
          <a:ln w="12700" cap="flat" cmpd="sng" algn="ctr">
            <a:noFill/>
            <a:prstDash val="solid"/>
            <a:miter lim="800000"/>
          </a:ln>
          <a:effectLst/>
        </p:spPr>
        <p:txBody>
          <a:bodyPr rot="0" spcFirstLastPara="0" vertOverflow="overflow" horzOverflow="overflow" vert="horz" wrap="square" lIns="216000" tIns="45720" rIns="91440" bIns="45720" numCol="1" spcCol="0" rtlCol="0" fromWordArt="0" anchor="ctr" anchorCtr="0" forceAA="0" compatLnSpc="1">
            <a:noAutofit/>
          </a:bodyPr>
          <a:lstStyle/>
          <a:p>
            <a:pPr algn="ctr"/>
            <a:endParaRPr lang="zh-CN" altLang="en-US" sz="1600" b="1">
              <a:solidFill>
                <a:prstClr val="white"/>
              </a:solidFill>
              <a:latin typeface="微软雅黑" panose="020B0503020204020204" pitchFamily="34" charset="-122"/>
              <a:ea typeface="微软雅黑" panose="020B0503020204020204" pitchFamily="34" charset="-122"/>
            </a:endParaRPr>
          </a:p>
        </p:txBody>
      </p:sp>
      <p:sp>
        <p:nvSpPr>
          <p:cNvPr id="197" name="文本框 196"/>
          <p:cNvSpPr txBox="1"/>
          <p:nvPr/>
        </p:nvSpPr>
        <p:spPr>
          <a:xfrm>
            <a:off x="10539226" y="1250670"/>
            <a:ext cx="885950" cy="276999"/>
          </a:xfrm>
          <a:prstGeom prst="rect">
            <a:avLst/>
          </a:prstGeom>
          <a:noFill/>
        </p:spPr>
        <p:txBody>
          <a:bodyPr wrap="square">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buClr>
                <a:srgbClr val="2DB6B3"/>
              </a:buClr>
              <a:defRPr/>
            </a:pPr>
            <a:r>
              <a:rPr lang="zh-CN" altLang="en-US" sz="1200" b="1" kern="0">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替换文字</a:t>
            </a:r>
          </a:p>
        </p:txBody>
      </p:sp>
      <p:sp>
        <p:nvSpPr>
          <p:cNvPr id="198" name="文本框 197"/>
          <p:cNvSpPr txBox="1"/>
          <p:nvPr/>
        </p:nvSpPr>
        <p:spPr>
          <a:xfrm>
            <a:off x="10539226" y="1966687"/>
            <a:ext cx="885950" cy="276999"/>
          </a:xfrm>
          <a:prstGeom prst="rect">
            <a:avLst/>
          </a:prstGeom>
          <a:noFill/>
        </p:spPr>
        <p:txBody>
          <a:bodyPr wrap="square">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buClr>
                <a:srgbClr val="2DB6B3"/>
              </a:buClr>
              <a:defRPr/>
            </a:pPr>
            <a:r>
              <a:rPr lang="zh-CN" altLang="en-US" sz="1200" b="1" kern="0">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替换文字</a:t>
            </a:r>
          </a:p>
        </p:txBody>
      </p:sp>
      <p:sp>
        <p:nvSpPr>
          <p:cNvPr id="199" name="矩形: 圆角 616"/>
          <p:cNvSpPr/>
          <p:nvPr>
            <p:custDataLst>
              <p:tags r:id="rId30"/>
            </p:custDataLst>
          </p:nvPr>
        </p:nvSpPr>
        <p:spPr>
          <a:xfrm>
            <a:off x="10416480" y="4112696"/>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lang="zh-CN" altLang="en-US" sz="1100" kern="0">
                <a:solidFill>
                  <a:srgbClr val="FFFFFF"/>
                </a:solidFill>
                <a:latin typeface="微软雅黑" panose="020B0503020204020204" pitchFamily="34" charset="-122"/>
                <a:ea typeface="微软雅黑" panose="020B0503020204020204" pitchFamily="34" charset="-122"/>
              </a:rPr>
              <a:t>替换文本</a:t>
            </a:r>
          </a:p>
        </p:txBody>
      </p:sp>
      <p:sp>
        <p:nvSpPr>
          <p:cNvPr id="200" name="文本框 199"/>
          <p:cNvSpPr txBox="1"/>
          <p:nvPr/>
        </p:nvSpPr>
        <p:spPr>
          <a:xfrm>
            <a:off x="10459858" y="4891204"/>
            <a:ext cx="1044687" cy="276999"/>
          </a:xfrm>
          <a:prstGeom prst="rect">
            <a:avLst/>
          </a:prstGeom>
          <a:noFill/>
        </p:spPr>
        <p:txBody>
          <a:bodyPr wrap="square">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buClr>
                <a:srgbClr val="2DB6B3"/>
              </a:buClr>
              <a:defRPr/>
            </a:pPr>
            <a:r>
              <a:rPr lang="zh-CN" altLang="en-US" sz="1200" b="1" kern="0">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替换文字</a:t>
            </a:r>
          </a:p>
        </p:txBody>
      </p:sp>
      <p:sp>
        <p:nvSpPr>
          <p:cNvPr id="201" name="矩形: 圆角 616"/>
          <p:cNvSpPr/>
          <p:nvPr>
            <p:custDataLst>
              <p:tags r:id="rId31"/>
            </p:custDataLst>
          </p:nvPr>
        </p:nvSpPr>
        <p:spPr>
          <a:xfrm>
            <a:off x="10416480" y="4484026"/>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lang="zh-CN" altLang="en-US" sz="1200" kern="0">
                <a:solidFill>
                  <a:srgbClr val="FFFFFF"/>
                </a:solidFill>
                <a:latin typeface="微软雅黑" panose="020B0503020204020204" pitchFamily="34" charset="-122"/>
                <a:ea typeface="微软雅黑" panose="020B0503020204020204" pitchFamily="34" charset="-122"/>
              </a:rPr>
              <a:t>替换文本</a:t>
            </a:r>
          </a:p>
        </p:txBody>
      </p:sp>
      <p:sp>
        <p:nvSpPr>
          <p:cNvPr id="202" name="矩形: 圆角 616"/>
          <p:cNvSpPr/>
          <p:nvPr>
            <p:custDataLst>
              <p:tags r:id="rId32"/>
            </p:custDataLst>
          </p:nvPr>
        </p:nvSpPr>
        <p:spPr>
          <a:xfrm>
            <a:off x="10416480" y="3370038"/>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lang="zh-CN" altLang="en-US" sz="1200" kern="0">
                <a:solidFill>
                  <a:srgbClr val="FFFFFF"/>
                </a:solidFill>
                <a:latin typeface="微软雅黑" panose="020B0503020204020204" pitchFamily="34" charset="-122"/>
                <a:ea typeface="微软雅黑" panose="020B0503020204020204" pitchFamily="34" charset="-122"/>
              </a:rPr>
              <a:t>替换文本</a:t>
            </a:r>
          </a:p>
        </p:txBody>
      </p:sp>
      <p:sp>
        <p:nvSpPr>
          <p:cNvPr id="203" name="矩形: 圆角 616"/>
          <p:cNvSpPr/>
          <p:nvPr>
            <p:custDataLst>
              <p:tags r:id="rId33"/>
            </p:custDataLst>
          </p:nvPr>
        </p:nvSpPr>
        <p:spPr>
          <a:xfrm>
            <a:off x="10416480" y="3741367"/>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lang="zh-CN" altLang="en-US" sz="1200" kern="0">
                <a:solidFill>
                  <a:srgbClr val="FFFFFF"/>
                </a:solidFill>
                <a:latin typeface="微软雅黑" panose="020B0503020204020204" pitchFamily="34" charset="-122"/>
                <a:ea typeface="微软雅黑" panose="020B0503020204020204" pitchFamily="34" charset="-122"/>
              </a:rPr>
              <a:t>替换文本</a:t>
            </a:r>
          </a:p>
        </p:txBody>
      </p:sp>
      <p:sp>
        <p:nvSpPr>
          <p:cNvPr id="204" name="矩形: 圆角 616"/>
          <p:cNvSpPr/>
          <p:nvPr>
            <p:custDataLst>
              <p:tags r:id="rId34"/>
            </p:custDataLst>
          </p:nvPr>
        </p:nvSpPr>
        <p:spPr>
          <a:xfrm>
            <a:off x="10416480" y="2627380"/>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lang="zh-CN" altLang="en-US" sz="1200" kern="0" dirty="0">
                <a:solidFill>
                  <a:srgbClr val="FFFFFF"/>
                </a:solidFill>
                <a:latin typeface="微软雅黑" panose="020B0503020204020204" pitchFamily="34" charset="-122"/>
                <a:ea typeface="微软雅黑" panose="020B0503020204020204" pitchFamily="34" charset="-122"/>
              </a:rPr>
              <a:t>替换文本</a:t>
            </a:r>
          </a:p>
        </p:txBody>
      </p:sp>
      <p:sp>
        <p:nvSpPr>
          <p:cNvPr id="205" name="矩形: 圆角 616"/>
          <p:cNvSpPr/>
          <p:nvPr>
            <p:custDataLst>
              <p:tags r:id="rId35"/>
            </p:custDataLst>
          </p:nvPr>
        </p:nvSpPr>
        <p:spPr>
          <a:xfrm>
            <a:off x="10416480" y="2998709"/>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lang="zh-CN" altLang="en-US" sz="1200" kern="0">
                <a:solidFill>
                  <a:srgbClr val="FFFFFF"/>
                </a:solidFill>
                <a:latin typeface="微软雅黑" panose="020B0503020204020204" pitchFamily="34" charset="-122"/>
                <a:ea typeface="微软雅黑" panose="020B0503020204020204" pitchFamily="34" charset="-122"/>
              </a:rPr>
              <a:t>替换文本</a:t>
            </a:r>
          </a:p>
        </p:txBody>
      </p:sp>
      <p:sp>
        <p:nvSpPr>
          <p:cNvPr id="206" name="矩形: 圆角 616"/>
          <p:cNvSpPr/>
          <p:nvPr>
            <p:custDataLst>
              <p:tags r:id="rId36"/>
            </p:custDataLst>
          </p:nvPr>
        </p:nvSpPr>
        <p:spPr>
          <a:xfrm>
            <a:off x="10416480" y="2256051"/>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lang="zh-CN" altLang="en-US" sz="1200" kern="0">
                <a:solidFill>
                  <a:srgbClr val="FFFFFF"/>
                </a:solidFill>
                <a:latin typeface="微软雅黑" panose="020B0503020204020204" pitchFamily="34" charset="-122"/>
                <a:ea typeface="微软雅黑" panose="020B0503020204020204" pitchFamily="34" charset="-122"/>
              </a:rPr>
              <a:t>替换文本</a:t>
            </a:r>
          </a:p>
        </p:txBody>
      </p:sp>
      <p:sp>
        <p:nvSpPr>
          <p:cNvPr id="207" name="矩形: 圆角 616"/>
          <p:cNvSpPr/>
          <p:nvPr>
            <p:custDataLst>
              <p:tags r:id="rId37"/>
            </p:custDataLst>
          </p:nvPr>
        </p:nvSpPr>
        <p:spPr>
          <a:xfrm>
            <a:off x="10416480" y="1585637"/>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lang="zh-CN" altLang="en-US" sz="1200" kern="0">
                <a:solidFill>
                  <a:srgbClr val="FFFFFF"/>
                </a:solidFill>
                <a:latin typeface="微软雅黑" panose="020B0503020204020204" pitchFamily="34" charset="-122"/>
                <a:ea typeface="微软雅黑" panose="020B0503020204020204" pitchFamily="34" charset="-122"/>
              </a:rPr>
              <a:t>替换文本</a:t>
            </a:r>
          </a:p>
        </p:txBody>
      </p:sp>
      <p:sp>
        <p:nvSpPr>
          <p:cNvPr id="208" name="矩形: 圆角 616"/>
          <p:cNvSpPr/>
          <p:nvPr>
            <p:custDataLst>
              <p:tags r:id="rId38"/>
            </p:custDataLst>
          </p:nvPr>
        </p:nvSpPr>
        <p:spPr>
          <a:xfrm>
            <a:off x="10416480" y="5926281"/>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lang="zh-CN" altLang="en-US" sz="1200" kern="0">
                <a:solidFill>
                  <a:srgbClr val="FFFFFF"/>
                </a:solidFill>
                <a:latin typeface="微软雅黑" panose="020B0503020204020204" pitchFamily="34" charset="-122"/>
                <a:ea typeface="微软雅黑" panose="020B0503020204020204" pitchFamily="34" charset="-122"/>
              </a:rPr>
              <a:t>替换文本</a:t>
            </a:r>
          </a:p>
        </p:txBody>
      </p:sp>
      <p:sp>
        <p:nvSpPr>
          <p:cNvPr id="209" name="矩形: 圆角 616"/>
          <p:cNvSpPr/>
          <p:nvPr>
            <p:custDataLst>
              <p:tags r:id="rId39"/>
            </p:custDataLst>
          </p:nvPr>
        </p:nvSpPr>
        <p:spPr>
          <a:xfrm>
            <a:off x="10416480" y="6297611"/>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kumimoji="0" lang="en-US" altLang="zh-CN" sz="12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a:t>
            </a:r>
            <a:endParaRPr kumimoji="0" lang="zh-CN" altLang="en-US" sz="12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0" name="矩形: 圆角 616"/>
          <p:cNvSpPr/>
          <p:nvPr>
            <p:custDataLst>
              <p:tags r:id="rId40"/>
            </p:custDataLst>
          </p:nvPr>
        </p:nvSpPr>
        <p:spPr>
          <a:xfrm>
            <a:off x="10416480" y="5183623"/>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lang="zh-CN" altLang="en-US" sz="1200" kern="0">
                <a:solidFill>
                  <a:srgbClr val="FFFFFF"/>
                </a:solidFill>
                <a:latin typeface="微软雅黑" panose="020B0503020204020204" pitchFamily="34" charset="-122"/>
                <a:ea typeface="微软雅黑" panose="020B0503020204020204" pitchFamily="34" charset="-122"/>
              </a:rPr>
              <a:t>替换文本</a:t>
            </a:r>
          </a:p>
        </p:txBody>
      </p:sp>
      <p:sp>
        <p:nvSpPr>
          <p:cNvPr id="211" name="矩形: 圆角 616"/>
          <p:cNvSpPr/>
          <p:nvPr>
            <p:custDataLst>
              <p:tags r:id="rId41"/>
            </p:custDataLst>
          </p:nvPr>
        </p:nvSpPr>
        <p:spPr>
          <a:xfrm>
            <a:off x="10416480" y="5554952"/>
            <a:ext cx="1131442" cy="252000"/>
          </a:xfrm>
          <a:prstGeom prst="roundRect">
            <a:avLst>
              <a:gd name="adj" fmla="val 50000"/>
            </a:avLst>
          </a:prstGeom>
          <a:solidFill>
            <a:schemeClr val="bg1">
              <a:alpha val="20000"/>
            </a:schemeClr>
          </a:solidFill>
          <a:ln w="6350" cap="flat" cmpd="sng" algn="ctr">
            <a:solidFill>
              <a:srgbClr val="FFFFFF">
                <a:alpha val="20000"/>
              </a:srgbClr>
            </a:solidFill>
            <a:prstDash val="solid"/>
            <a:miter lim="800000"/>
          </a:ln>
          <a:effectLst/>
        </p:spPr>
        <p:txBody>
          <a:bodyPr lIns="0" tIns="0" rIns="0" bIns="0" rtlCol="0" anchor="ctr"/>
          <a:lstStyle/>
          <a:p>
            <a:pPr algn="ctr"/>
            <a:r>
              <a:rPr lang="zh-CN" altLang="en-US" sz="1200" kern="0">
                <a:solidFill>
                  <a:srgbClr val="FFFFFF"/>
                </a:solidFill>
                <a:latin typeface="微软雅黑" panose="020B0503020204020204" pitchFamily="34" charset="-122"/>
                <a:ea typeface="微软雅黑" panose="020B0503020204020204" pitchFamily="34" charset="-122"/>
              </a:rPr>
              <a:t>替换文本</a:t>
            </a:r>
          </a:p>
        </p:txBody>
      </p:sp>
      <p:sp>
        <p:nvSpPr>
          <p:cNvPr id="212" name="文本框 211"/>
          <p:cNvSpPr txBox="1"/>
          <p:nvPr/>
        </p:nvSpPr>
        <p:spPr>
          <a:xfrm>
            <a:off x="3359696" y="1400571"/>
            <a:ext cx="1260000" cy="169021"/>
          </a:xfrm>
          <a:prstGeom prst="rect">
            <a:avLst/>
          </a:prstGeom>
          <a:noFill/>
        </p:spPr>
        <p:txBody>
          <a:bodyPr wrap="square" lIns="0" tIns="0" rIns="0" bIns="0" anchor="ctr" anchorCtr="0">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lnSpc>
                <a:spcPct val="120000"/>
              </a:lnSpc>
            </a:pPr>
            <a:r>
              <a:rPr lang="zh-CN" altLang="en-US"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点击此处替换文字</a:t>
            </a:r>
          </a:p>
        </p:txBody>
      </p:sp>
      <p:sp>
        <p:nvSpPr>
          <p:cNvPr id="213" name="文本框 212"/>
          <p:cNvSpPr txBox="1"/>
          <p:nvPr/>
        </p:nvSpPr>
        <p:spPr>
          <a:xfrm>
            <a:off x="7578201" y="1400571"/>
            <a:ext cx="1260000" cy="169021"/>
          </a:xfrm>
          <a:prstGeom prst="rect">
            <a:avLst/>
          </a:prstGeom>
          <a:noFill/>
        </p:spPr>
        <p:txBody>
          <a:bodyPr wrap="square" lIns="0" tIns="0" rIns="0" bIns="0" anchor="ctr" anchorCtr="0">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lnSpc>
                <a:spcPct val="120000"/>
              </a:lnSpc>
            </a:pPr>
            <a:r>
              <a:rPr lang="zh-CN" altLang="en-US"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点击此处替换文字</a:t>
            </a:r>
          </a:p>
        </p:txBody>
      </p:sp>
      <p:sp>
        <p:nvSpPr>
          <p:cNvPr id="214" name="文本框 213"/>
          <p:cNvSpPr txBox="1"/>
          <p:nvPr/>
        </p:nvSpPr>
        <p:spPr>
          <a:xfrm>
            <a:off x="6168008" y="1400571"/>
            <a:ext cx="1260000" cy="169021"/>
          </a:xfrm>
          <a:prstGeom prst="rect">
            <a:avLst/>
          </a:prstGeom>
          <a:noFill/>
        </p:spPr>
        <p:txBody>
          <a:bodyPr wrap="square" lIns="0" tIns="0" rIns="0" bIns="0" anchor="ctr" anchorCtr="0">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lnSpc>
                <a:spcPct val="120000"/>
              </a:lnSpc>
            </a:pPr>
            <a:r>
              <a:rPr lang="zh-CN" altLang="en-US"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点击此处替换文字</a:t>
            </a:r>
          </a:p>
        </p:txBody>
      </p:sp>
      <p:grpSp>
        <p:nvGrpSpPr>
          <p:cNvPr id="221" name="组合 220"/>
          <p:cNvGrpSpPr/>
          <p:nvPr/>
        </p:nvGrpSpPr>
        <p:grpSpPr>
          <a:xfrm>
            <a:off x="4511824" y="5589240"/>
            <a:ext cx="996311" cy="252000"/>
            <a:chOff x="3513308" y="5484059"/>
            <a:chExt cx="996311" cy="252000"/>
          </a:xfrm>
        </p:grpSpPr>
        <p:sp>
          <p:nvSpPr>
            <p:cNvPr id="222" name="文本框 221"/>
            <p:cNvSpPr txBox="1"/>
            <p:nvPr/>
          </p:nvSpPr>
          <p:spPr>
            <a:xfrm>
              <a:off x="3623566" y="5525549"/>
              <a:ext cx="791295" cy="169021"/>
            </a:xfrm>
            <a:prstGeom prst="rect">
              <a:avLst/>
            </a:prstGeom>
            <a:noFill/>
          </p:spPr>
          <p:txBody>
            <a:bodyPr wrap="square" lIns="0" tIns="0" rIns="0" bIns="0" anchor="ctr" anchorCtr="0">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lnSpc>
                  <a:spcPct val="120000"/>
                </a:lnSpc>
              </a:pPr>
              <a:r>
                <a:rPr lang="zh-CN" altLang="en-US"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替换文字</a:t>
              </a:r>
              <a:endParaRPr lang="en-US" altLang="zh-CN"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3" name="矩形: 圆角 509"/>
            <p:cNvSpPr/>
            <p:nvPr>
              <p:custDataLst>
                <p:tags r:id="rId45"/>
              </p:custDataLst>
            </p:nvPr>
          </p:nvSpPr>
          <p:spPr>
            <a:xfrm>
              <a:off x="3513308" y="5484059"/>
              <a:ext cx="996311" cy="252000"/>
            </a:xfrm>
            <a:prstGeom prst="roundRect">
              <a:avLst>
                <a:gd name="adj" fmla="val 50000"/>
              </a:avLst>
            </a:prstGeom>
            <a:noFill/>
            <a:ln w="6858" cap="flat" cmpd="sng" algn="ctr">
              <a:solidFill>
                <a:srgbClr val="FFFFFF">
                  <a:lumMod val="75000"/>
                </a:srgbClr>
              </a:solidFill>
              <a:prstDash val="solid"/>
              <a:miter lim="800000"/>
            </a:ln>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224" name="组合 223"/>
          <p:cNvGrpSpPr/>
          <p:nvPr/>
        </p:nvGrpSpPr>
        <p:grpSpPr>
          <a:xfrm>
            <a:off x="5663952" y="5589240"/>
            <a:ext cx="996311" cy="252000"/>
            <a:chOff x="3513308" y="5484059"/>
            <a:chExt cx="996311" cy="252000"/>
          </a:xfrm>
        </p:grpSpPr>
        <p:sp>
          <p:nvSpPr>
            <p:cNvPr id="225" name="文本框 224"/>
            <p:cNvSpPr txBox="1"/>
            <p:nvPr/>
          </p:nvSpPr>
          <p:spPr>
            <a:xfrm>
              <a:off x="3623566" y="5525549"/>
              <a:ext cx="791295" cy="169021"/>
            </a:xfrm>
            <a:prstGeom prst="rect">
              <a:avLst/>
            </a:prstGeom>
            <a:noFill/>
          </p:spPr>
          <p:txBody>
            <a:bodyPr wrap="square" lIns="0" tIns="0" rIns="0" bIns="0" anchor="ctr" anchorCtr="0">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lnSpc>
                  <a:spcPct val="120000"/>
                </a:lnSpc>
              </a:pPr>
              <a:r>
                <a:rPr lang="zh-CN" altLang="en-US"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替换文字</a:t>
              </a:r>
              <a:endParaRPr lang="en-US" altLang="zh-CN"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6" name="矩形: 圆角 509"/>
            <p:cNvSpPr/>
            <p:nvPr>
              <p:custDataLst>
                <p:tags r:id="rId44"/>
              </p:custDataLst>
            </p:nvPr>
          </p:nvSpPr>
          <p:spPr>
            <a:xfrm>
              <a:off x="3513308" y="5484059"/>
              <a:ext cx="996311" cy="252000"/>
            </a:xfrm>
            <a:prstGeom prst="roundRect">
              <a:avLst>
                <a:gd name="adj" fmla="val 50000"/>
              </a:avLst>
            </a:prstGeom>
            <a:noFill/>
            <a:ln w="6858" cap="flat" cmpd="sng" algn="ctr">
              <a:solidFill>
                <a:srgbClr val="FFFFFF">
                  <a:lumMod val="75000"/>
                </a:srgbClr>
              </a:solidFill>
              <a:prstDash val="solid"/>
              <a:miter lim="800000"/>
            </a:ln>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227" name="组合 226"/>
          <p:cNvGrpSpPr/>
          <p:nvPr/>
        </p:nvGrpSpPr>
        <p:grpSpPr>
          <a:xfrm>
            <a:off x="6816080" y="5589240"/>
            <a:ext cx="996311" cy="252000"/>
            <a:chOff x="3513308" y="5484059"/>
            <a:chExt cx="996311" cy="252000"/>
          </a:xfrm>
        </p:grpSpPr>
        <p:sp>
          <p:nvSpPr>
            <p:cNvPr id="228" name="文本框 227"/>
            <p:cNvSpPr txBox="1"/>
            <p:nvPr/>
          </p:nvSpPr>
          <p:spPr>
            <a:xfrm>
              <a:off x="3623566" y="5525549"/>
              <a:ext cx="791295" cy="169021"/>
            </a:xfrm>
            <a:prstGeom prst="rect">
              <a:avLst/>
            </a:prstGeom>
            <a:noFill/>
          </p:spPr>
          <p:txBody>
            <a:bodyPr wrap="square" lIns="0" tIns="0" rIns="0" bIns="0" anchor="ctr" anchorCtr="0">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lnSpc>
                  <a:spcPct val="120000"/>
                </a:lnSpc>
              </a:pPr>
              <a:r>
                <a:rPr lang="zh-CN" altLang="en-US"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替换文字</a:t>
              </a:r>
              <a:endParaRPr lang="en-US" altLang="zh-CN"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9" name="矩形: 圆角 509"/>
            <p:cNvSpPr/>
            <p:nvPr>
              <p:custDataLst>
                <p:tags r:id="rId43"/>
              </p:custDataLst>
            </p:nvPr>
          </p:nvSpPr>
          <p:spPr>
            <a:xfrm>
              <a:off x="3513308" y="5484059"/>
              <a:ext cx="996311" cy="252000"/>
            </a:xfrm>
            <a:prstGeom prst="roundRect">
              <a:avLst>
                <a:gd name="adj" fmla="val 50000"/>
              </a:avLst>
            </a:prstGeom>
            <a:noFill/>
            <a:ln w="6858" cap="flat" cmpd="sng" algn="ctr">
              <a:solidFill>
                <a:srgbClr val="FFFFFF">
                  <a:lumMod val="75000"/>
                </a:srgbClr>
              </a:solidFill>
              <a:prstDash val="solid"/>
              <a:miter lim="800000"/>
            </a:ln>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230" name="组合 229"/>
          <p:cNvGrpSpPr/>
          <p:nvPr/>
        </p:nvGrpSpPr>
        <p:grpSpPr>
          <a:xfrm>
            <a:off x="7896200" y="5484059"/>
            <a:ext cx="996311" cy="252000"/>
            <a:chOff x="3513308" y="5484059"/>
            <a:chExt cx="996311" cy="252000"/>
          </a:xfrm>
        </p:grpSpPr>
        <p:sp>
          <p:nvSpPr>
            <p:cNvPr id="231" name="文本框 230"/>
            <p:cNvSpPr txBox="1"/>
            <p:nvPr/>
          </p:nvSpPr>
          <p:spPr>
            <a:xfrm>
              <a:off x="3623566" y="5525549"/>
              <a:ext cx="791295" cy="169021"/>
            </a:xfrm>
            <a:prstGeom prst="rect">
              <a:avLst/>
            </a:prstGeom>
            <a:noFill/>
          </p:spPr>
          <p:txBody>
            <a:bodyPr wrap="square" lIns="0" tIns="0" rIns="0" bIns="0" anchor="ctr" anchorCtr="0">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algn="ctr">
                <a:lnSpc>
                  <a:spcPct val="120000"/>
                </a:lnSpc>
              </a:pPr>
              <a:r>
                <a:rPr lang="zh-CN" altLang="en-US"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替换文字</a:t>
              </a:r>
              <a:endParaRPr lang="en-US" altLang="zh-CN" sz="100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2" name="矩形: 圆角 509"/>
            <p:cNvSpPr/>
            <p:nvPr>
              <p:custDataLst>
                <p:tags r:id="rId42"/>
              </p:custDataLst>
            </p:nvPr>
          </p:nvSpPr>
          <p:spPr>
            <a:xfrm>
              <a:off x="3513308" y="5484059"/>
              <a:ext cx="996311" cy="252000"/>
            </a:xfrm>
            <a:prstGeom prst="roundRect">
              <a:avLst>
                <a:gd name="adj" fmla="val 50000"/>
              </a:avLst>
            </a:prstGeom>
            <a:noFill/>
            <a:ln w="6858" cap="flat" cmpd="sng" algn="ctr">
              <a:solidFill>
                <a:srgbClr val="FFFFFF">
                  <a:lumMod val="75000"/>
                </a:srgbClr>
              </a:solidFill>
              <a:prstDash val="solid"/>
              <a:miter lim="800000"/>
            </a:ln>
            <a:effectLst/>
          </p:spPr>
          <p:txBody>
            <a:bodyPr lIns="98755" tIns="49378" rIns="98755" bIns="49378"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 name="文本框 1"/>
          <p:cNvSpPr txBox="1"/>
          <p:nvPr/>
        </p:nvSpPr>
        <p:spPr>
          <a:xfrm>
            <a:off x="7059876" y="2641582"/>
            <a:ext cx="1429367" cy="538353"/>
          </a:xfrm>
          <a:prstGeom prst="rect">
            <a:avLst/>
          </a:prstGeom>
          <a:noFill/>
        </p:spPr>
        <p:txBody>
          <a:bodyPr wrap="square" lIns="0" tIns="0" rIns="0" bIns="0">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marL="171450" marR="0" lvl="0" indent="-171450" defTabSz="914400" eaLnBrk="1" fontAlgn="auto" latinLnBrk="0" hangingPunct="1">
              <a:lnSpc>
                <a:spcPct val="120000"/>
              </a:lnSpc>
              <a:spcBef>
                <a:spcPct val="0"/>
              </a:spcBef>
              <a:spcAft>
                <a:spcPct val="0"/>
              </a:spcAft>
              <a:buClrTx/>
              <a:buSzTx/>
              <a:buFont typeface="Arial" panose="020B0604020202020204" pitchFamily="34" charset="0"/>
              <a:buChar char="•"/>
              <a:defRPr/>
            </a:pPr>
            <a:r>
              <a:rPr lang="zh-CN" altLang="en-US" sz="1000" kern="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素材库有</a:t>
            </a:r>
            <a:r>
              <a:rPr kumimoji="0" lang="zh-CN" altLang="en-US" sz="1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众多素材</a:t>
            </a:r>
            <a:endParaRPr lang="en-US" altLang="zh-CN" sz="1000" kern="0" noProof="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a:p>
            <a:pPr marL="171450" marR="0" lvl="0" indent="-171450" defTabSz="914400" eaLnBrk="1" fontAlgn="auto" latinLnBrk="0" hangingPunct="1">
              <a:lnSpc>
                <a:spcPct val="120000"/>
              </a:lnSpc>
              <a:spcBef>
                <a:spcPct val="0"/>
              </a:spcBef>
              <a:spcAft>
                <a:spcPct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所有模板均可编辑</a:t>
            </a:r>
            <a:endParaRPr kumimoji="0" lang="en-US" altLang="zh-CN" sz="1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a:p>
            <a:pPr marL="171450" marR="0" lvl="0" indent="-171450" defTabSz="914400" eaLnBrk="1" fontAlgn="auto" latinLnBrk="0" hangingPunct="1">
              <a:lnSpc>
                <a:spcPct val="120000"/>
              </a:lnSpc>
              <a:spcBef>
                <a:spcPct val="0"/>
              </a:spcBef>
              <a:spcAft>
                <a:spcPct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支持一键替换图片</a:t>
            </a:r>
          </a:p>
        </p:txBody>
      </p:sp>
      <p:sp>
        <p:nvSpPr>
          <p:cNvPr id="4" name="文本框 3"/>
          <p:cNvSpPr txBox="1"/>
          <p:nvPr/>
        </p:nvSpPr>
        <p:spPr>
          <a:xfrm>
            <a:off x="3791744" y="2641582"/>
            <a:ext cx="1429367" cy="538353"/>
          </a:xfrm>
          <a:prstGeom prst="rect">
            <a:avLst/>
          </a:prstGeom>
          <a:noFill/>
        </p:spPr>
        <p:txBody>
          <a:bodyPr wrap="square" lIns="0" tIns="0" rIns="0" bIns="0">
            <a:spAutoFit/>
          </a:bodyPr>
          <a:lstStyle>
            <a:defPPr>
              <a:defRPr lang="zh-CN"/>
            </a:defPPr>
            <a:lvl1pPr marR="0" lvl="0" indent="0" fontAlgn="auto">
              <a:lnSpc>
                <a:spcPct val="100000"/>
              </a:lnSpc>
              <a:spcBef>
                <a:spcPct val="0"/>
              </a:spcBef>
              <a:spcAft>
                <a:spcPct val="0"/>
              </a:spcAft>
              <a:buClrTx/>
              <a:buSzTx/>
              <a:buFontTx/>
              <a:buNone/>
              <a:defRPr kumimoji="0" sz="1400" b="0" u="none" strike="noStrike" cap="none" spc="0" normalizeH="0" baseline="0">
                <a:ln>
                  <a:noFill/>
                </a:ln>
                <a:solidFill>
                  <a:srgbClr val="FFFFFF">
                    <a:lumMod val="50000"/>
                  </a:srgbClr>
                </a:solidFill>
                <a:effectLst/>
                <a:uLnTx/>
                <a:uFillTx/>
                <a:latin typeface="思源黑体 CN Normal" panose="020B0400000000000000" charset="-122"/>
                <a:ea typeface="思源黑体 CN Normal" panose="020B0400000000000000" charset="-122"/>
              </a:defRPr>
            </a:lvl1pPr>
          </a:lstStyle>
          <a:p>
            <a:pPr marL="171450" marR="0" lvl="0" indent="-171450" defTabSz="914400" eaLnBrk="1" fontAlgn="auto" latinLnBrk="0" hangingPunct="1">
              <a:lnSpc>
                <a:spcPct val="120000"/>
              </a:lnSpc>
              <a:spcBef>
                <a:spcPct val="0"/>
              </a:spcBef>
              <a:spcAft>
                <a:spcPct val="0"/>
              </a:spcAft>
              <a:buClrTx/>
              <a:buSzTx/>
              <a:buFont typeface="Arial" panose="020B0604020202020204" pitchFamily="34" charset="0"/>
              <a:buChar char="•"/>
              <a:defRPr/>
            </a:pPr>
            <a:r>
              <a:rPr lang="zh-CN" altLang="en-US" sz="1000" kern="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素材库有</a:t>
            </a:r>
            <a:r>
              <a:rPr kumimoji="0" lang="zh-CN" altLang="en-US" sz="10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众多素材</a:t>
            </a:r>
            <a:endParaRPr lang="en-US" altLang="zh-CN" sz="1000" kern="0" noProof="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a:p>
            <a:pPr marL="171450" marR="0" lvl="0" indent="-171450" defTabSz="914400" eaLnBrk="1" fontAlgn="auto" latinLnBrk="0" hangingPunct="1">
              <a:lnSpc>
                <a:spcPct val="120000"/>
              </a:lnSpc>
              <a:spcBef>
                <a:spcPct val="0"/>
              </a:spcBef>
              <a:spcAft>
                <a:spcPct val="0"/>
              </a:spcAft>
              <a:buClrTx/>
              <a:buSzTx/>
              <a:buFont typeface="Arial" panose="020B0604020202020204" pitchFamily="34" charset="0"/>
              <a:buChar char="•"/>
              <a:defRPr/>
            </a:pPr>
            <a:r>
              <a:rPr kumimoji="0" lang="zh-CN" altLang="en-US" sz="10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所有模板均可编辑</a:t>
            </a:r>
            <a:endParaRPr kumimoji="0" lang="en-US" altLang="zh-CN" sz="10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a:p>
            <a:pPr marL="171450" marR="0" lvl="0" indent="-171450" defTabSz="914400" eaLnBrk="1" fontAlgn="auto" latinLnBrk="0" hangingPunct="1">
              <a:lnSpc>
                <a:spcPct val="120000"/>
              </a:lnSpc>
              <a:spcBef>
                <a:spcPct val="0"/>
              </a:spcBef>
              <a:spcAft>
                <a:spcPct val="0"/>
              </a:spcAft>
              <a:buClrTx/>
              <a:buSzTx/>
              <a:buFont typeface="Arial" panose="020B0604020202020204" pitchFamily="34" charset="0"/>
              <a:buChar char="•"/>
              <a:defRPr/>
            </a:pPr>
            <a:r>
              <a:rPr kumimoji="0" lang="zh-CN" altLang="en-US" sz="10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支持一键替换图片</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标题 103"/>
          <p:cNvSpPr>
            <a:spLocks noGrp="1"/>
          </p:cNvSpPr>
          <p:nvPr>
            <p:ph type="title"/>
          </p:nvPr>
        </p:nvSpPr>
        <p:spPr>
          <a:xfrm>
            <a:off x="632137" y="245670"/>
            <a:ext cx="6695941" cy="402674"/>
          </a:xfrm>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Helvetica85-Heavy"/>
                <a:ea typeface="汉仪综艺体简" panose="02010609000101010101" pitchFamily="49" charset="-122"/>
                <a:cs typeface="+mn-cs"/>
              </a:rPr>
              <a:t>物联网企业介绍</a:t>
            </a:r>
          </a:p>
        </p:txBody>
      </p:sp>
      <p:sp>
        <p:nvSpPr>
          <p:cNvPr id="107" name="文本框 106"/>
          <p:cNvSpPr txBox="1"/>
          <p:nvPr/>
        </p:nvSpPr>
        <p:spPr>
          <a:xfrm>
            <a:off x="625557" y="611269"/>
            <a:ext cx="2784993" cy="276999"/>
          </a:xfrm>
          <a:prstGeom prst="rect">
            <a:avLst/>
          </a:prstGeom>
          <a:noFill/>
        </p:spPr>
        <p:txBody>
          <a:bodyPr wrap="none" rtlCol="0">
            <a:spAutoFit/>
          </a:bodyPr>
          <a:lstStyle>
            <a:defPPr>
              <a:defRPr lang="zh-CN"/>
            </a:defPPr>
            <a:lvl1pPr>
              <a:defRPr sz="1400">
                <a:solidFill>
                  <a:schemeClr val="bg1">
                    <a:lumMod val="65000"/>
                  </a:schemeClr>
                </a:solidFill>
                <a:effectLst/>
                <a:latin typeface="微软雅黑 Light" panose="020B0502040204020203" pitchFamily="34" charset="-122"/>
                <a:ea typeface="微软雅黑 Light" panose="020B0502040204020203" pitchFamily="34" charset="-122"/>
                <a:cs typeface="阿里巴巴普惠体 M" panose="00020600040101010101" pitchFamily="18"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altLang="zh-CN" sz="1200" spc="300"/>
              <a:t>Design Project Directory</a:t>
            </a:r>
          </a:p>
        </p:txBody>
      </p:sp>
      <p:sp>
        <p:nvSpPr>
          <p:cNvPr id="3" name="等腰三角形 9"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rot="5400000" flipH="1">
            <a:off x="1356388" y="2017606"/>
            <a:ext cx="2895600" cy="1963088"/>
          </a:xfrm>
          <a:prstGeom prst="triangle">
            <a:avLst/>
          </a:prstGeom>
          <a:gradFill flip="none" rotWithShape="1">
            <a:gsLst>
              <a:gs pos="0">
                <a:srgbClr val="0055FF">
                  <a:lumMod val="5000"/>
                  <a:lumOff val="95000"/>
                  <a:alpha val="3000"/>
                </a:srgbClr>
              </a:gs>
              <a:gs pos="97000">
                <a:srgbClr val="0055FF">
                  <a:lumMod val="40000"/>
                  <a:lumOff val="60000"/>
                </a:srgbClr>
              </a:gs>
            </a:gsLst>
            <a:lin ang="162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Roboto"/>
              <a:ea typeface="微软雅黑" panose="020B0503020204020204" pitchFamily="34" charset="-122"/>
              <a:cs typeface="+mn-cs"/>
            </a:endParaRPr>
          </a:p>
        </p:txBody>
      </p:sp>
      <p:sp>
        <p:nvSpPr>
          <p:cNvPr id="4" name="椭圆 3"/>
          <p:cNvSpPr/>
          <p:nvPr/>
        </p:nvSpPr>
        <p:spPr>
          <a:xfrm>
            <a:off x="3062338" y="-404750"/>
            <a:ext cx="6807800" cy="6807800"/>
          </a:xfrm>
          <a:prstGeom prst="ellipse">
            <a:avLst/>
          </a:prstGeom>
          <a:gradFill flip="none" rotWithShape="1">
            <a:gsLst>
              <a:gs pos="49000">
                <a:srgbClr val="10D9EA">
                  <a:alpha val="0"/>
                </a:srgbClr>
              </a:gs>
              <a:gs pos="81000">
                <a:srgbClr val="1D78FA">
                  <a:alpha val="10000"/>
                </a:srgbClr>
              </a:gs>
              <a:gs pos="100000">
                <a:srgbClr val="1D78FA">
                  <a:alpha val="18000"/>
                </a:srgbClr>
              </a:gs>
            </a:gsLst>
            <a:lin ang="0" scaled="1"/>
          </a:gradFill>
          <a:ln>
            <a:gradFill flip="none" rotWithShape="1">
              <a:gsLst>
                <a:gs pos="77000">
                  <a:schemeClr val="accent1">
                    <a:lumMod val="5000"/>
                    <a:lumOff val="95000"/>
                    <a:alpha val="0"/>
                  </a:schemeClr>
                </a:gs>
                <a:gs pos="100000">
                  <a:srgbClr val="256EE9">
                    <a:alpha val="40000"/>
                  </a:srgb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prstClr val="white"/>
              </a:solidFill>
              <a:latin typeface="Roboto"/>
              <a:ea typeface="微软雅黑" panose="020B0503020204020204" pitchFamily="34" charset="-122"/>
              <a:cs typeface="+mn-ea"/>
              <a:sym typeface="+mn-lt"/>
            </a:endParaRPr>
          </a:p>
        </p:txBody>
      </p:sp>
      <p:sp>
        <p:nvSpPr>
          <p:cNvPr id="6" name="椭圆 5"/>
          <p:cNvSpPr/>
          <p:nvPr/>
        </p:nvSpPr>
        <p:spPr>
          <a:xfrm>
            <a:off x="2195254" y="1331812"/>
            <a:ext cx="3422348" cy="3422348"/>
          </a:xfrm>
          <a:prstGeom prst="ellipse">
            <a:avLst/>
          </a:prstGeom>
          <a:gradFill flip="none" rotWithShape="1">
            <a:gsLst>
              <a:gs pos="49000">
                <a:srgbClr val="10D9EA">
                  <a:alpha val="0"/>
                </a:srgbClr>
              </a:gs>
              <a:gs pos="81000">
                <a:srgbClr val="1D78FA">
                  <a:alpha val="10000"/>
                </a:srgbClr>
              </a:gs>
              <a:gs pos="100000">
                <a:srgbClr val="1D78FA">
                  <a:alpha val="18000"/>
                </a:srgbClr>
              </a:gs>
            </a:gsLst>
            <a:lin ang="0" scaled="1"/>
          </a:gradFill>
          <a:ln>
            <a:gradFill flip="none" rotWithShape="1">
              <a:gsLst>
                <a:gs pos="77000">
                  <a:schemeClr val="accent1">
                    <a:lumMod val="5000"/>
                    <a:lumOff val="95000"/>
                    <a:alpha val="0"/>
                  </a:schemeClr>
                </a:gs>
                <a:gs pos="100000">
                  <a:srgbClr val="256EE9">
                    <a:alpha val="40000"/>
                  </a:srgb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prstClr val="white"/>
              </a:solidFill>
              <a:latin typeface="Roboto"/>
              <a:ea typeface="微软雅黑" panose="020B0503020204020204" pitchFamily="34" charset="-122"/>
              <a:cs typeface="+mn-ea"/>
              <a:sym typeface="+mn-lt"/>
            </a:endParaRPr>
          </a:p>
        </p:txBody>
      </p:sp>
      <p:sp>
        <p:nvSpPr>
          <p:cNvPr id="7" name="椭圆 6"/>
          <p:cNvSpPr/>
          <p:nvPr/>
        </p:nvSpPr>
        <p:spPr>
          <a:xfrm>
            <a:off x="3054173" y="593399"/>
            <a:ext cx="4899174" cy="4899174"/>
          </a:xfrm>
          <a:prstGeom prst="ellipse">
            <a:avLst/>
          </a:prstGeom>
          <a:gradFill flip="none" rotWithShape="1">
            <a:gsLst>
              <a:gs pos="49000">
                <a:srgbClr val="10D9EA">
                  <a:alpha val="0"/>
                </a:srgbClr>
              </a:gs>
              <a:gs pos="81000">
                <a:srgbClr val="1D78FA">
                  <a:alpha val="10000"/>
                </a:srgbClr>
              </a:gs>
              <a:gs pos="100000">
                <a:srgbClr val="1D78FA">
                  <a:alpha val="18000"/>
                </a:srgbClr>
              </a:gs>
            </a:gsLst>
            <a:lin ang="0" scaled="1"/>
          </a:gradFill>
          <a:ln>
            <a:gradFill flip="none" rotWithShape="1">
              <a:gsLst>
                <a:gs pos="77000">
                  <a:schemeClr val="accent1">
                    <a:lumMod val="5000"/>
                    <a:lumOff val="95000"/>
                    <a:alpha val="0"/>
                  </a:schemeClr>
                </a:gs>
                <a:gs pos="100000">
                  <a:srgbClr val="256EE9">
                    <a:alpha val="40000"/>
                  </a:srgb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prstClr val="white"/>
              </a:solidFill>
              <a:latin typeface="Roboto"/>
              <a:ea typeface="微软雅黑" panose="020B0503020204020204" pitchFamily="34" charset="-122"/>
              <a:cs typeface="+mn-ea"/>
              <a:sym typeface="+mn-lt"/>
            </a:endParaRPr>
          </a:p>
        </p:txBody>
      </p:sp>
      <p:sp>
        <p:nvSpPr>
          <p:cNvPr id="8" name="圆角矩形 7"/>
          <p:cNvSpPr/>
          <p:nvPr/>
        </p:nvSpPr>
        <p:spPr>
          <a:xfrm>
            <a:off x="277330" y="5819963"/>
            <a:ext cx="2493108" cy="863059"/>
          </a:xfrm>
          <a:prstGeom prst="roundRect">
            <a:avLst>
              <a:gd name="adj" fmla="val 7449"/>
            </a:avLst>
          </a:prstGeom>
          <a:solidFill>
            <a:srgbClr val="FFFFFF">
              <a:alpha val="99000"/>
            </a:srgbClr>
          </a:solidFill>
          <a:ln w="3175" cap="flat" cmpd="sng" algn="ctr">
            <a:noFill/>
            <a:prstDash val="solid"/>
            <a:round/>
            <a:headEnd type="none" w="med" len="med"/>
            <a:tailEnd type="none" w="med" len="med"/>
          </a:ln>
          <a:effectLst>
            <a:outerShdw blurRad="50800" dist="38100" dir="5400000" algn="t" rotWithShape="0">
              <a:srgbClr val="AACDF5">
                <a:alpha val="40000"/>
              </a:srgbClr>
            </a:outerShdw>
          </a:effectLst>
        </p:spPr>
        <p:txBody>
          <a:bodyPr vert="horz" wrap="square" lIns="81000" tIns="0" rIns="0" bIns="34290" numCol="1" rtlCol="0" anchor="t" anchorCtr="0" compatLnSpc="1">
            <a:noAutofit/>
          </a:bodyPr>
          <a:lstStyle/>
          <a:p>
            <a:pPr marL="171450" indent="-171450" defTabSz="685800" fontAlgn="base">
              <a:lnSpc>
                <a:spcPct val="150000"/>
              </a:lnSpc>
              <a:spcBef>
                <a:spcPct val="0"/>
              </a:spcBef>
              <a:spcAft>
                <a:spcPct val="0"/>
              </a:spcAft>
              <a:buFont typeface="Arial" panose="020B0604020202020204" pitchFamily="34" charset="0"/>
              <a:buChar char="•"/>
            </a:pPr>
            <a:endParaRPr lang="zh-CN" altLang="en-US" sz="90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277622" y="5590317"/>
            <a:ext cx="2493108" cy="319023"/>
          </a:xfrm>
          <a:prstGeom prst="roundRect">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lgn="ctr">
              <a:defRPr kumimoji="1" sz="1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400" b="1">
                <a:latin typeface="微软雅黑" panose="020B0503020204020204" pitchFamily="34" charset="-122"/>
                <a:ea typeface="微软雅黑" panose="020B0503020204020204" pitchFamily="34" charset="-122"/>
              </a:rPr>
              <a:t>01.</a:t>
            </a:r>
            <a:r>
              <a:rPr lang="zh-CN" altLang="en-US" sz="1400" b="1">
                <a:latin typeface="微软雅黑" panose="020B0503020204020204" pitchFamily="34" charset="-122"/>
                <a:ea typeface="微软雅黑" panose="020B0503020204020204" pitchFamily="34" charset="-122"/>
              </a:rPr>
              <a:t>点击替换文字</a:t>
            </a:r>
          </a:p>
        </p:txBody>
      </p:sp>
      <p:sp>
        <p:nvSpPr>
          <p:cNvPr id="11" name="圆角矩形 10"/>
          <p:cNvSpPr/>
          <p:nvPr/>
        </p:nvSpPr>
        <p:spPr>
          <a:xfrm>
            <a:off x="2891828" y="5819963"/>
            <a:ext cx="2772000" cy="863059"/>
          </a:xfrm>
          <a:prstGeom prst="roundRect">
            <a:avLst>
              <a:gd name="adj" fmla="val 7449"/>
            </a:avLst>
          </a:prstGeom>
          <a:solidFill>
            <a:srgbClr val="FFFFFF">
              <a:alpha val="99000"/>
            </a:srgbClr>
          </a:solidFill>
          <a:ln w="3175" cap="flat" cmpd="sng" algn="ctr">
            <a:noFill/>
            <a:prstDash val="solid"/>
            <a:round/>
            <a:headEnd type="none" w="med" len="med"/>
            <a:tailEnd type="none" w="med" len="med"/>
          </a:ln>
          <a:effectLst>
            <a:outerShdw blurRad="50800" dist="38100" dir="5400000" algn="t" rotWithShape="0">
              <a:srgbClr val="AACDF5">
                <a:alpha val="40000"/>
              </a:srgbClr>
            </a:outerShdw>
          </a:effectLst>
        </p:spPr>
        <p:txBody>
          <a:bodyPr vert="horz" wrap="square" lIns="81000" tIns="0" rIns="0" bIns="34290" numCol="1" rtlCol="0" anchor="t" anchorCtr="0" compatLnSpc="1">
            <a:noAutofit/>
          </a:bodyPr>
          <a:lstStyle/>
          <a:p>
            <a:pPr marL="171450" indent="-171450" defTabSz="685800" fontAlgn="base">
              <a:lnSpc>
                <a:spcPct val="150000"/>
              </a:lnSpc>
              <a:spcBef>
                <a:spcPct val="0"/>
              </a:spcBef>
              <a:spcAft>
                <a:spcPct val="0"/>
              </a:spcAft>
              <a:buFont typeface="Arial" panose="020B0604020202020204" pitchFamily="34" charset="0"/>
              <a:buChar char="•"/>
            </a:pPr>
            <a:endParaRPr lang="zh-CN" altLang="en-US" sz="90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2891828" y="5590317"/>
            <a:ext cx="2772000" cy="319023"/>
          </a:xfrm>
          <a:prstGeom prst="roundRect">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lgn="ctr">
              <a:defRPr kumimoji="1" sz="1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400" b="1">
                <a:latin typeface="微软雅黑" panose="020B0503020204020204" pitchFamily="34" charset="-122"/>
                <a:ea typeface="微软雅黑" panose="020B0503020204020204" pitchFamily="34" charset="-122"/>
              </a:rPr>
              <a:t>02.</a:t>
            </a:r>
            <a:r>
              <a:rPr lang="zh-CN" altLang="en-US" sz="1400" b="1">
                <a:latin typeface="微软雅黑" panose="020B0503020204020204" pitchFamily="34" charset="-122"/>
                <a:ea typeface="微软雅黑" panose="020B0503020204020204" pitchFamily="34" charset="-122"/>
              </a:rPr>
              <a:t>点击替换文字</a:t>
            </a:r>
          </a:p>
        </p:txBody>
      </p:sp>
      <p:sp>
        <p:nvSpPr>
          <p:cNvPr id="14" name="圆角矩形 13"/>
          <p:cNvSpPr/>
          <p:nvPr/>
        </p:nvSpPr>
        <p:spPr>
          <a:xfrm>
            <a:off x="5784926" y="5819963"/>
            <a:ext cx="2880946" cy="863059"/>
          </a:xfrm>
          <a:prstGeom prst="roundRect">
            <a:avLst>
              <a:gd name="adj" fmla="val 7449"/>
            </a:avLst>
          </a:prstGeom>
          <a:solidFill>
            <a:srgbClr val="FFFFFF">
              <a:alpha val="99000"/>
            </a:srgbClr>
          </a:solidFill>
          <a:ln w="3175" cap="flat" cmpd="sng" algn="ctr">
            <a:noFill/>
            <a:prstDash val="solid"/>
            <a:round/>
            <a:headEnd type="none" w="med" len="med"/>
            <a:tailEnd type="none" w="med" len="med"/>
          </a:ln>
          <a:effectLst>
            <a:outerShdw blurRad="50800" dist="38100" dir="5400000" algn="t" rotWithShape="0">
              <a:srgbClr val="AACDF5">
                <a:alpha val="40000"/>
              </a:srgbClr>
            </a:outerShdw>
          </a:effectLst>
        </p:spPr>
        <p:txBody>
          <a:bodyPr vert="horz" wrap="square" lIns="81000" tIns="0" rIns="0" bIns="34290" numCol="1" rtlCol="0" anchor="t" anchorCtr="0" compatLnSpc="1">
            <a:noAutofit/>
          </a:bodyPr>
          <a:lstStyle/>
          <a:p>
            <a:pPr marL="171450" indent="-171450" defTabSz="685800" fontAlgn="base">
              <a:lnSpc>
                <a:spcPct val="150000"/>
              </a:lnSpc>
              <a:spcBef>
                <a:spcPct val="0"/>
              </a:spcBef>
              <a:spcAft>
                <a:spcPct val="0"/>
              </a:spcAft>
              <a:buFont typeface="Arial" panose="020B0604020202020204" pitchFamily="34" charset="0"/>
              <a:buChar char="•"/>
            </a:pPr>
            <a:endParaRPr lang="zh-CN" altLang="en-US" sz="90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5784926" y="5590317"/>
            <a:ext cx="2880946" cy="319023"/>
          </a:xfrm>
          <a:prstGeom prst="roundRect">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lgn="ctr">
              <a:defRPr kumimoji="1" sz="1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400" b="1">
                <a:latin typeface="微软雅黑" panose="020B0503020204020204" pitchFamily="34" charset="-122"/>
                <a:ea typeface="微软雅黑" panose="020B0503020204020204" pitchFamily="34" charset="-122"/>
              </a:rPr>
              <a:t>03.</a:t>
            </a:r>
            <a:r>
              <a:rPr lang="zh-CN" altLang="en-US" sz="1400" b="1">
                <a:latin typeface="微软雅黑" panose="020B0503020204020204" pitchFamily="34" charset="-122"/>
                <a:ea typeface="微软雅黑" panose="020B0503020204020204" pitchFamily="34" charset="-122"/>
              </a:rPr>
              <a:t>点击替换文字</a:t>
            </a:r>
          </a:p>
        </p:txBody>
      </p:sp>
      <p:sp>
        <p:nvSpPr>
          <p:cNvPr id="16" name="圆角矩形 15"/>
          <p:cNvSpPr/>
          <p:nvPr/>
        </p:nvSpPr>
        <p:spPr>
          <a:xfrm>
            <a:off x="8786679" y="5819963"/>
            <a:ext cx="3101852" cy="863059"/>
          </a:xfrm>
          <a:prstGeom prst="roundRect">
            <a:avLst>
              <a:gd name="adj" fmla="val 7449"/>
            </a:avLst>
          </a:prstGeom>
          <a:solidFill>
            <a:srgbClr val="FFFFFF">
              <a:alpha val="99000"/>
            </a:srgbClr>
          </a:solidFill>
          <a:ln w="3175" cap="flat" cmpd="sng" algn="ctr">
            <a:noFill/>
            <a:prstDash val="solid"/>
            <a:round/>
            <a:headEnd type="none" w="med" len="med"/>
            <a:tailEnd type="none" w="med" len="med"/>
          </a:ln>
          <a:effectLst>
            <a:outerShdw blurRad="50800" dist="38100" dir="5400000" algn="t" rotWithShape="0">
              <a:srgbClr val="AACDF5">
                <a:alpha val="40000"/>
              </a:srgbClr>
            </a:outerShdw>
          </a:effectLst>
        </p:spPr>
        <p:txBody>
          <a:bodyPr vert="horz" wrap="square" lIns="81000" tIns="0" rIns="0" bIns="34290" numCol="1" rtlCol="0" anchor="t" anchorCtr="0" compatLnSpc="1">
            <a:noAutofit/>
          </a:bodyPr>
          <a:lstStyle/>
          <a:p>
            <a:pPr marL="171450" indent="-171450" defTabSz="685800" fontAlgn="base">
              <a:lnSpc>
                <a:spcPct val="150000"/>
              </a:lnSpc>
              <a:spcBef>
                <a:spcPct val="0"/>
              </a:spcBef>
              <a:spcAft>
                <a:spcPct val="0"/>
              </a:spcAft>
              <a:buFont typeface="Arial" panose="020B0604020202020204" pitchFamily="34" charset="0"/>
              <a:buChar char="•"/>
            </a:pPr>
            <a:endParaRPr lang="zh-CN" altLang="en-US" sz="90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8786971" y="5590317"/>
            <a:ext cx="3101852" cy="319023"/>
          </a:xfrm>
          <a:prstGeom prst="roundRect">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lgn="ctr">
              <a:defRPr kumimoji="1" sz="1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400" b="1">
                <a:latin typeface="微软雅黑" panose="020B0503020204020204" pitchFamily="34" charset="-122"/>
                <a:ea typeface="微软雅黑" panose="020B0503020204020204" pitchFamily="34" charset="-122"/>
              </a:rPr>
              <a:t>04.</a:t>
            </a:r>
            <a:r>
              <a:rPr lang="zh-CN" altLang="en-US" sz="1400" b="1">
                <a:latin typeface="微软雅黑" panose="020B0503020204020204" pitchFamily="34" charset="-122"/>
                <a:ea typeface="微软雅黑" panose="020B0503020204020204" pitchFamily="34" charset="-122"/>
              </a:rPr>
              <a:t>点击替换文字</a:t>
            </a:r>
          </a:p>
        </p:txBody>
      </p:sp>
      <p:sp>
        <p:nvSpPr>
          <p:cNvPr id="27" name="椭圆 26"/>
          <p:cNvSpPr/>
          <p:nvPr/>
        </p:nvSpPr>
        <p:spPr>
          <a:xfrm flipH="1">
            <a:off x="2621475" y="1763082"/>
            <a:ext cx="2545578" cy="2545578"/>
          </a:xfrm>
          <a:prstGeom prst="ellipse">
            <a:avLst/>
          </a:prstGeom>
          <a:solidFill>
            <a:srgbClr val="0055FF">
              <a:alpha val="1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28" name="椭圆 27"/>
          <p:cNvSpPr/>
          <p:nvPr/>
        </p:nvSpPr>
        <p:spPr>
          <a:xfrm flipH="1">
            <a:off x="2800168" y="1950092"/>
            <a:ext cx="2188191" cy="2188191"/>
          </a:xfrm>
          <a:prstGeom prst="ellipse">
            <a:avLst/>
          </a:prstGeom>
          <a:gradFill>
            <a:gsLst>
              <a:gs pos="20000">
                <a:srgbClr val="2946ED"/>
              </a:gs>
              <a:gs pos="100000">
                <a:srgbClr val="4294FF"/>
              </a:gs>
            </a:gsLst>
            <a:path path="circle">
              <a:fillToRect r="100000" b="100000"/>
            </a:path>
          </a:gradFill>
          <a:ln w="12700" cap="flat" cmpd="sng" algn="ctr">
            <a:noFill/>
            <a:prstDash val="solid"/>
            <a:miter lim="800000"/>
          </a:ln>
          <a:effectLst/>
        </p:spPr>
        <p:txBody>
          <a:bodyPr rot="0" spcFirstLastPara="0" vertOverflow="overflow" horzOverflow="overflow" vert="horz" wrap="square" lIns="216000" tIns="45720" rIns="91440" bIns="45720" numCol="1" spcCol="0" rtlCol="0" fromWordArt="0" anchor="ctr" anchorCtr="0" forceAA="0" compatLnSpc="1">
            <a:noAutofit/>
          </a:bodyPr>
          <a:lstStyle/>
          <a:p>
            <a:pPr algn="ctr"/>
            <a:endParaRPr lang="zh-CN" altLang="en-US" sz="1600" b="1">
              <a:solidFill>
                <a:prstClr val="white"/>
              </a:solidFill>
              <a:latin typeface="微软雅黑" panose="020B0503020204020204" pitchFamily="34" charset="-122"/>
              <a:ea typeface="微软雅黑" panose="020B0503020204020204" pitchFamily="34" charset="-122"/>
            </a:endParaRPr>
          </a:p>
        </p:txBody>
      </p:sp>
      <p:sp>
        <p:nvSpPr>
          <p:cNvPr id="29" name="椭圆 28"/>
          <p:cNvSpPr/>
          <p:nvPr/>
        </p:nvSpPr>
        <p:spPr>
          <a:xfrm>
            <a:off x="5001875" y="4259883"/>
            <a:ext cx="108000" cy="108000"/>
          </a:xfrm>
          <a:prstGeom prst="ellipse">
            <a:avLst/>
          </a:prstGeom>
          <a:solidFill>
            <a:srgbClr val="256E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5030764" y="1742204"/>
            <a:ext cx="108000" cy="108000"/>
          </a:xfrm>
          <a:prstGeom prst="ellipse">
            <a:avLst/>
          </a:prstGeom>
          <a:solidFill>
            <a:srgbClr val="256E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5570276" y="2949194"/>
            <a:ext cx="108000" cy="108000"/>
          </a:xfrm>
          <a:prstGeom prst="ellipse">
            <a:avLst/>
          </a:prstGeom>
          <a:solidFill>
            <a:srgbClr val="256E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7908035" y="2949194"/>
            <a:ext cx="108000" cy="108000"/>
          </a:xfrm>
          <a:prstGeom prst="ellipse">
            <a:avLst/>
          </a:prstGeom>
          <a:solidFill>
            <a:srgbClr val="256E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6880685" y="1008648"/>
            <a:ext cx="108000" cy="108000"/>
          </a:xfrm>
          <a:prstGeom prst="ellipse">
            <a:avLst/>
          </a:prstGeom>
          <a:solidFill>
            <a:srgbClr val="256EE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6880685" y="4968968"/>
            <a:ext cx="108000" cy="108000"/>
          </a:xfrm>
          <a:prstGeom prst="ellipse">
            <a:avLst/>
          </a:prstGeom>
          <a:solidFill>
            <a:srgbClr val="256E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a:spLocks noChangeAspect="1"/>
          </p:cNvSpPr>
          <p:nvPr/>
        </p:nvSpPr>
        <p:spPr>
          <a:xfrm>
            <a:off x="9771257" y="3514396"/>
            <a:ext cx="108000" cy="108000"/>
          </a:xfrm>
          <a:prstGeom prst="ellipse">
            <a:avLst/>
          </a:prstGeom>
          <a:solidFill>
            <a:srgbClr val="274F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a:spLocks noChangeAspect="1"/>
          </p:cNvSpPr>
          <p:nvPr/>
        </p:nvSpPr>
        <p:spPr>
          <a:xfrm>
            <a:off x="9615592" y="1858354"/>
            <a:ext cx="108000" cy="108000"/>
          </a:xfrm>
          <a:prstGeom prst="ellipse">
            <a:avLst/>
          </a:prstGeom>
          <a:solidFill>
            <a:srgbClr val="274F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a:spLocks noChangeAspect="1"/>
          </p:cNvSpPr>
          <p:nvPr/>
        </p:nvSpPr>
        <p:spPr>
          <a:xfrm>
            <a:off x="8985383" y="5170441"/>
            <a:ext cx="108000" cy="108000"/>
          </a:xfrm>
          <a:prstGeom prst="ellipse">
            <a:avLst/>
          </a:prstGeom>
          <a:solidFill>
            <a:srgbClr val="274F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a:spLocks noChangeAspect="1"/>
          </p:cNvSpPr>
          <p:nvPr/>
        </p:nvSpPr>
        <p:spPr>
          <a:xfrm>
            <a:off x="8985383" y="754326"/>
            <a:ext cx="108000" cy="108000"/>
          </a:xfrm>
          <a:prstGeom prst="ellipse">
            <a:avLst/>
          </a:prstGeom>
          <a:solidFill>
            <a:srgbClr val="274F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a:spLocks noChangeAspect="1"/>
          </p:cNvSpPr>
          <p:nvPr/>
        </p:nvSpPr>
        <p:spPr>
          <a:xfrm>
            <a:off x="9377242" y="1306340"/>
            <a:ext cx="108000" cy="108000"/>
          </a:xfrm>
          <a:prstGeom prst="ellipse">
            <a:avLst/>
          </a:prstGeom>
          <a:solidFill>
            <a:srgbClr val="274F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a:spLocks noChangeAspect="1"/>
          </p:cNvSpPr>
          <p:nvPr/>
        </p:nvSpPr>
        <p:spPr>
          <a:xfrm>
            <a:off x="9755585" y="2410368"/>
            <a:ext cx="108000" cy="108000"/>
          </a:xfrm>
          <a:prstGeom prst="ellipse">
            <a:avLst/>
          </a:prstGeom>
          <a:solidFill>
            <a:srgbClr val="274F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a:spLocks noChangeAspect="1"/>
          </p:cNvSpPr>
          <p:nvPr/>
        </p:nvSpPr>
        <p:spPr>
          <a:xfrm>
            <a:off x="9377242" y="4618424"/>
            <a:ext cx="108000" cy="108000"/>
          </a:xfrm>
          <a:prstGeom prst="ellipse">
            <a:avLst/>
          </a:prstGeom>
          <a:solidFill>
            <a:srgbClr val="274F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a:spLocks noChangeAspect="1"/>
          </p:cNvSpPr>
          <p:nvPr/>
        </p:nvSpPr>
        <p:spPr>
          <a:xfrm>
            <a:off x="9816138" y="2962382"/>
            <a:ext cx="108000" cy="108000"/>
          </a:xfrm>
          <a:prstGeom prst="ellipse">
            <a:avLst/>
          </a:prstGeom>
          <a:solidFill>
            <a:srgbClr val="274F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a:spLocks noChangeAspect="1"/>
          </p:cNvSpPr>
          <p:nvPr/>
        </p:nvSpPr>
        <p:spPr>
          <a:xfrm>
            <a:off x="9627284" y="4066410"/>
            <a:ext cx="108000" cy="108000"/>
          </a:xfrm>
          <a:prstGeom prst="ellipse">
            <a:avLst/>
          </a:prstGeom>
          <a:solidFill>
            <a:srgbClr val="274F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p:cNvSpPr txBox="1"/>
          <p:nvPr/>
        </p:nvSpPr>
        <p:spPr>
          <a:xfrm>
            <a:off x="9785017" y="629650"/>
            <a:ext cx="1005403" cy="338554"/>
          </a:xfrm>
          <a:prstGeom prst="rect">
            <a:avLst/>
          </a:prstGeom>
          <a:noFill/>
        </p:spPr>
        <p:txBody>
          <a:bodyPr wrap="none" rtlCol="0">
            <a:spAutoFit/>
          </a:bodyPr>
          <a:lstStyle/>
          <a:p>
            <a:pPr algn="ctr"/>
            <a:r>
              <a:rPr lang="zh-CN" altLang="en-US" sz="1600" kern="0">
                <a:solidFill>
                  <a:prstClr val="white"/>
                </a:solidFill>
                <a:latin typeface="微软雅黑" panose="020B0503020204020204" pitchFamily="34" charset="-122"/>
                <a:ea typeface="微软雅黑" panose="020B0503020204020204" pitchFamily="34" charset="-122"/>
              </a:rPr>
              <a:t>替换文字</a:t>
            </a:r>
          </a:p>
        </p:txBody>
      </p:sp>
      <p:sp>
        <p:nvSpPr>
          <p:cNvPr id="45" name="文本框 44"/>
          <p:cNvSpPr txBox="1"/>
          <p:nvPr/>
        </p:nvSpPr>
        <p:spPr>
          <a:xfrm>
            <a:off x="9881130" y="2300127"/>
            <a:ext cx="1661017" cy="338554"/>
          </a:xfrm>
          <a:prstGeom prst="rect">
            <a:avLst/>
          </a:prstGeom>
          <a:noFill/>
        </p:spPr>
        <p:txBody>
          <a:bodyPr wrap="square" rtlCol="0">
            <a:spAutoFit/>
          </a:bodyPr>
          <a:lstStyle/>
          <a:p>
            <a:r>
              <a:rPr lang="zh-CN" altLang="en-US" sz="1600">
                <a:solidFill>
                  <a:srgbClr val="274FF2"/>
                </a:solidFill>
                <a:latin typeface="微软雅黑" panose="020B0503020204020204" pitchFamily="34" charset="-122"/>
                <a:ea typeface="微软雅黑" panose="020B0503020204020204" pitchFamily="34" charset="-122"/>
              </a:rPr>
              <a:t>替换文字</a:t>
            </a:r>
          </a:p>
        </p:txBody>
      </p:sp>
      <p:sp>
        <p:nvSpPr>
          <p:cNvPr id="46" name="文本框 45"/>
          <p:cNvSpPr txBox="1"/>
          <p:nvPr/>
        </p:nvSpPr>
        <p:spPr>
          <a:xfrm>
            <a:off x="9932983" y="3419753"/>
            <a:ext cx="1005403" cy="338554"/>
          </a:xfrm>
          <a:prstGeom prst="rect">
            <a:avLst/>
          </a:prstGeom>
          <a:noFill/>
        </p:spPr>
        <p:txBody>
          <a:bodyPr wrap="none" rtlCol="0">
            <a:spAutoFit/>
          </a:bodyPr>
          <a:lstStyle/>
          <a:p>
            <a:r>
              <a:rPr lang="zh-CN" altLang="en-US" sz="1600">
                <a:solidFill>
                  <a:srgbClr val="274FF2"/>
                </a:solidFill>
                <a:latin typeface="微软雅黑" panose="020B0503020204020204" pitchFamily="34" charset="-122"/>
                <a:ea typeface="微软雅黑" panose="020B0503020204020204" pitchFamily="34" charset="-122"/>
              </a:rPr>
              <a:t>替换文字</a:t>
            </a:r>
          </a:p>
        </p:txBody>
      </p:sp>
      <p:sp>
        <p:nvSpPr>
          <p:cNvPr id="47" name="文本框 46"/>
          <p:cNvSpPr txBox="1"/>
          <p:nvPr/>
        </p:nvSpPr>
        <p:spPr>
          <a:xfrm>
            <a:off x="9169579" y="5099193"/>
            <a:ext cx="1005403" cy="338554"/>
          </a:xfrm>
          <a:prstGeom prst="rect">
            <a:avLst/>
          </a:prstGeom>
          <a:noFill/>
        </p:spPr>
        <p:txBody>
          <a:bodyPr wrap="none" rtlCol="0">
            <a:spAutoFit/>
          </a:bodyPr>
          <a:lstStyle/>
          <a:p>
            <a:r>
              <a:rPr lang="zh-CN" altLang="en-US" sz="1600">
                <a:solidFill>
                  <a:srgbClr val="274FF2"/>
                </a:solidFill>
                <a:latin typeface="微软雅黑" panose="020B0503020204020204" pitchFamily="34" charset="-122"/>
                <a:ea typeface="微软雅黑" panose="020B0503020204020204" pitchFamily="34" charset="-122"/>
              </a:rPr>
              <a:t>替换文字</a:t>
            </a:r>
          </a:p>
        </p:txBody>
      </p:sp>
      <p:sp>
        <p:nvSpPr>
          <p:cNvPr id="48" name="文本框 47"/>
          <p:cNvSpPr txBox="1"/>
          <p:nvPr/>
        </p:nvSpPr>
        <p:spPr>
          <a:xfrm>
            <a:off x="9812536" y="3979566"/>
            <a:ext cx="1005403" cy="338554"/>
          </a:xfrm>
          <a:prstGeom prst="rect">
            <a:avLst/>
          </a:prstGeom>
          <a:noFill/>
        </p:spPr>
        <p:txBody>
          <a:bodyPr wrap="none" rtlCol="0">
            <a:spAutoFit/>
          </a:bodyPr>
          <a:lstStyle/>
          <a:p>
            <a:r>
              <a:rPr lang="zh-CN" altLang="en-US" sz="1600">
                <a:solidFill>
                  <a:srgbClr val="274FF2"/>
                </a:solidFill>
                <a:latin typeface="微软雅黑" panose="020B0503020204020204" pitchFamily="34" charset="-122"/>
                <a:ea typeface="微软雅黑" panose="020B0503020204020204" pitchFamily="34" charset="-122"/>
              </a:rPr>
              <a:t>替换文字</a:t>
            </a:r>
          </a:p>
        </p:txBody>
      </p:sp>
      <p:sp>
        <p:nvSpPr>
          <p:cNvPr id="49" name="文本框 48"/>
          <p:cNvSpPr txBox="1"/>
          <p:nvPr/>
        </p:nvSpPr>
        <p:spPr>
          <a:xfrm>
            <a:off x="9522837" y="4539379"/>
            <a:ext cx="1005403" cy="338554"/>
          </a:xfrm>
          <a:prstGeom prst="rect">
            <a:avLst/>
          </a:prstGeom>
          <a:noFill/>
        </p:spPr>
        <p:txBody>
          <a:bodyPr wrap="none" rtlCol="0">
            <a:spAutoFit/>
          </a:bodyPr>
          <a:lstStyle/>
          <a:p>
            <a:r>
              <a:rPr lang="zh-CN" altLang="en-US" sz="1600">
                <a:solidFill>
                  <a:srgbClr val="274FF2"/>
                </a:solidFill>
                <a:latin typeface="微软雅黑" panose="020B0503020204020204" pitchFamily="34" charset="-122"/>
                <a:ea typeface="微软雅黑" panose="020B0503020204020204" pitchFamily="34" charset="-122"/>
              </a:rPr>
              <a:t>替换文字</a:t>
            </a:r>
          </a:p>
        </p:txBody>
      </p:sp>
      <p:sp>
        <p:nvSpPr>
          <p:cNvPr id="50" name="文本框 49"/>
          <p:cNvSpPr txBox="1"/>
          <p:nvPr/>
        </p:nvSpPr>
        <p:spPr>
          <a:xfrm>
            <a:off x="9733763" y="1740314"/>
            <a:ext cx="1005403" cy="338554"/>
          </a:xfrm>
          <a:prstGeom prst="rect">
            <a:avLst/>
          </a:prstGeom>
          <a:noFill/>
        </p:spPr>
        <p:txBody>
          <a:bodyPr wrap="none" rtlCol="0">
            <a:spAutoFit/>
          </a:bodyPr>
          <a:lstStyle/>
          <a:p>
            <a:r>
              <a:rPr lang="zh-CN" altLang="en-US" sz="1600">
                <a:solidFill>
                  <a:srgbClr val="274FF2"/>
                </a:solidFill>
                <a:latin typeface="微软雅黑" panose="020B0503020204020204" pitchFamily="34" charset="-122"/>
                <a:ea typeface="微软雅黑" panose="020B0503020204020204" pitchFamily="34" charset="-122"/>
              </a:rPr>
              <a:t>替换文字</a:t>
            </a:r>
          </a:p>
        </p:txBody>
      </p:sp>
      <p:sp>
        <p:nvSpPr>
          <p:cNvPr id="51" name="文本框 50"/>
          <p:cNvSpPr txBox="1"/>
          <p:nvPr/>
        </p:nvSpPr>
        <p:spPr>
          <a:xfrm>
            <a:off x="9944272" y="2859940"/>
            <a:ext cx="1005403" cy="338554"/>
          </a:xfrm>
          <a:prstGeom prst="rect">
            <a:avLst/>
          </a:prstGeom>
          <a:noFill/>
        </p:spPr>
        <p:txBody>
          <a:bodyPr wrap="none" rtlCol="0">
            <a:spAutoFit/>
          </a:bodyPr>
          <a:lstStyle/>
          <a:p>
            <a:r>
              <a:rPr lang="zh-CN" altLang="en-US" sz="1600">
                <a:solidFill>
                  <a:srgbClr val="274FF2"/>
                </a:solidFill>
                <a:latin typeface="微软雅黑" panose="020B0503020204020204" pitchFamily="34" charset="-122"/>
                <a:ea typeface="微软雅黑" panose="020B0503020204020204" pitchFamily="34" charset="-122"/>
              </a:rPr>
              <a:t>替换文字</a:t>
            </a:r>
          </a:p>
        </p:txBody>
      </p:sp>
      <p:sp>
        <p:nvSpPr>
          <p:cNvPr id="52" name="文本框 51"/>
          <p:cNvSpPr txBox="1"/>
          <p:nvPr/>
        </p:nvSpPr>
        <p:spPr>
          <a:xfrm>
            <a:off x="9467362" y="1180501"/>
            <a:ext cx="2485807" cy="338554"/>
          </a:xfrm>
          <a:prstGeom prst="rect">
            <a:avLst/>
          </a:prstGeom>
          <a:noFill/>
        </p:spPr>
        <p:txBody>
          <a:bodyPr wrap="square" rtlCol="0">
            <a:spAutoFit/>
          </a:bodyPr>
          <a:lstStyle/>
          <a:p>
            <a:r>
              <a:rPr lang="zh-CN" altLang="en-US" sz="1600">
                <a:solidFill>
                  <a:srgbClr val="274FF2"/>
                </a:solidFill>
                <a:latin typeface="微软雅黑" panose="020B0503020204020204" pitchFamily="34" charset="-122"/>
                <a:ea typeface="微软雅黑" panose="020B0503020204020204" pitchFamily="34" charset="-122"/>
              </a:rPr>
              <a:t>替换文字</a:t>
            </a:r>
          </a:p>
        </p:txBody>
      </p:sp>
      <p:grpSp>
        <p:nvGrpSpPr>
          <p:cNvPr id="18" name="组合 17"/>
          <p:cNvGrpSpPr/>
          <p:nvPr/>
        </p:nvGrpSpPr>
        <p:grpSpPr>
          <a:xfrm>
            <a:off x="380025" y="2431080"/>
            <a:ext cx="1850080" cy="437805"/>
            <a:chOff x="380025" y="2489846"/>
            <a:chExt cx="1850080" cy="437805"/>
          </a:xfrm>
        </p:grpSpPr>
        <p:grpSp>
          <p:nvGrpSpPr>
            <p:cNvPr id="53" name="组合 52"/>
            <p:cNvGrpSpPr/>
            <p:nvPr/>
          </p:nvGrpSpPr>
          <p:grpSpPr>
            <a:xfrm>
              <a:off x="380025" y="2489846"/>
              <a:ext cx="1850080" cy="437805"/>
              <a:chOff x="948121" y="3539517"/>
              <a:chExt cx="824799" cy="824800"/>
            </a:xfrm>
          </p:grpSpPr>
          <p:sp>
            <p:nvSpPr>
              <p:cNvPr id="54" name="椭圆 12"/>
              <p:cNvSpPr/>
              <p:nvPr/>
            </p:nvSpPr>
            <p:spPr>
              <a:xfrm>
                <a:off x="948122" y="3539517"/>
                <a:ext cx="824798" cy="824798"/>
              </a:xfrm>
              <a:prstGeom prst="roundRect">
                <a:avLst>
                  <a:gd name="adj" fmla="val 50000"/>
                </a:avLst>
              </a:prstGeom>
              <a:gradFill flip="none" rotWithShape="1">
                <a:gsLst>
                  <a:gs pos="100000">
                    <a:srgbClr val="0055FF">
                      <a:lumMod val="20000"/>
                      <a:lumOff val="80000"/>
                    </a:srgbClr>
                  </a:gs>
                  <a:gs pos="0">
                    <a:srgbClr val="0055FF">
                      <a:lumMod val="60000"/>
                      <a:lumOff val="40000"/>
                    </a:srgbClr>
                  </a:gs>
                </a:gsLst>
                <a:lin ang="2700000" scaled="1"/>
              </a:gradFill>
              <a:ln w="6350" cap="flat" cmpd="sng" algn="ctr">
                <a:gradFill flip="none" rotWithShape="1">
                  <a:gsLst>
                    <a:gs pos="21800">
                      <a:srgbClr val="F3F6FB"/>
                    </a:gs>
                    <a:gs pos="0">
                      <a:srgbClr val="0055FF">
                        <a:lumMod val="0"/>
                        <a:lumOff val="100000"/>
                      </a:srgbClr>
                    </a:gs>
                    <a:gs pos="71440">
                      <a:srgbClr val="D7E1F2"/>
                    </a:gs>
                    <a:gs pos="99000">
                      <a:srgbClr val="0055FF">
                        <a:lumMod val="0"/>
                        <a:lumOff val="100000"/>
                      </a:srgbClr>
                    </a:gs>
                  </a:gsLst>
                  <a:lin ang="2700000" scaled="1"/>
                </a:gradFill>
                <a:prstDash val="solid"/>
                <a:miter lim="800000"/>
              </a:ln>
              <a:effectLst>
                <a:outerShdw blurRad="76200" dist="76200" dir="2700000" sx="102000" sy="102000" algn="tl" rotWithShape="0">
                  <a:srgbClr val="0055FF">
                    <a:lumMod val="60000"/>
                    <a:lumOff val="40000"/>
                    <a:alpha val="17000"/>
                  </a:srgbClr>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55" name="椭圆 13"/>
              <p:cNvSpPr/>
              <p:nvPr/>
            </p:nvSpPr>
            <p:spPr>
              <a:xfrm>
                <a:off x="948122" y="3539519"/>
                <a:ext cx="824798" cy="824798"/>
              </a:xfrm>
              <a:prstGeom prst="roundRect">
                <a:avLst>
                  <a:gd name="adj" fmla="val 50000"/>
                </a:avLst>
              </a:prstGeom>
              <a:gradFill>
                <a:gsLst>
                  <a:gs pos="4000">
                    <a:srgbClr val="0055FF">
                      <a:lumMod val="11000"/>
                      <a:lumOff val="89000"/>
                    </a:srgbClr>
                  </a:gs>
                  <a:gs pos="71440">
                    <a:srgbClr val="0055FF">
                      <a:lumMod val="20000"/>
                      <a:lumOff val="80000"/>
                    </a:srgbClr>
                  </a:gs>
                  <a:gs pos="99000">
                    <a:srgbClr val="0055FF">
                      <a:lumMod val="0"/>
                      <a:lumOff val="100000"/>
                    </a:srgbClr>
                  </a:gs>
                </a:gsLst>
                <a:lin ang="2700000" scaled="1"/>
              </a:gradFill>
              <a:ln w="6350" cap="flat" cmpd="sng" algn="ctr">
                <a:gradFill flip="none" rotWithShape="1">
                  <a:gsLst>
                    <a:gs pos="21800">
                      <a:srgbClr val="F3F6FB"/>
                    </a:gs>
                    <a:gs pos="0">
                      <a:srgbClr val="0055FF">
                        <a:lumMod val="0"/>
                        <a:lumOff val="100000"/>
                      </a:srgbClr>
                    </a:gs>
                    <a:gs pos="71440">
                      <a:srgbClr val="D7E1F2"/>
                    </a:gs>
                    <a:gs pos="99000">
                      <a:srgbClr val="0055FF">
                        <a:lumMod val="0"/>
                        <a:lumOff val="100000"/>
                      </a:srgbClr>
                    </a:gs>
                  </a:gsLst>
                  <a:lin ang="2700000" scaled="1"/>
                </a:gradFill>
                <a:prstDash val="solid"/>
                <a:miter lim="800000"/>
              </a:ln>
              <a:effectLst>
                <a:outerShdw blurRad="50800" dist="12700" dir="2700000" sx="101000" sy="101000" algn="tl" rotWithShape="0">
                  <a:sysClr val="window" lastClr="FFFFFF"/>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56" name="椭圆 15"/>
              <p:cNvSpPr/>
              <p:nvPr/>
            </p:nvSpPr>
            <p:spPr>
              <a:xfrm>
                <a:off x="981777" y="3573174"/>
                <a:ext cx="757488" cy="757489"/>
              </a:xfrm>
              <a:prstGeom prst="roundRect">
                <a:avLst>
                  <a:gd name="adj" fmla="val 50000"/>
                </a:avLst>
              </a:prstGeom>
              <a:gradFill flip="none" rotWithShape="1">
                <a:gsLst>
                  <a:gs pos="100000">
                    <a:srgbClr val="5694CB">
                      <a:lumMod val="0"/>
                      <a:lumOff val="100000"/>
                      <a:alpha val="0"/>
                    </a:srgbClr>
                  </a:gs>
                  <a:gs pos="0">
                    <a:srgbClr val="2A599F">
                      <a:lumMod val="0"/>
                      <a:lumOff val="100000"/>
                      <a:alpha val="84000"/>
                    </a:srgbClr>
                  </a:gs>
                </a:gsLst>
                <a:lin ang="2700000" scaled="1"/>
              </a:gra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57" name="椭圆 16"/>
              <p:cNvSpPr/>
              <p:nvPr/>
            </p:nvSpPr>
            <p:spPr>
              <a:xfrm>
                <a:off x="948121" y="3539519"/>
                <a:ext cx="824798" cy="824798"/>
              </a:xfrm>
              <a:prstGeom prst="roundRect">
                <a:avLst>
                  <a:gd name="adj" fmla="val 50000"/>
                </a:avLst>
              </a:prstGeom>
              <a:gradFill flip="none" rotWithShape="1">
                <a:gsLst>
                  <a:gs pos="100000">
                    <a:srgbClr val="5694CB">
                      <a:lumMod val="9000"/>
                      <a:lumOff val="91000"/>
                    </a:srgbClr>
                  </a:gs>
                  <a:gs pos="0">
                    <a:srgbClr val="2A599F">
                      <a:alpha val="0"/>
                      <a:lumMod val="0"/>
                      <a:lumOff val="100000"/>
                    </a:srgbClr>
                  </a:gs>
                </a:gsLst>
                <a:lin ang="2700000" scaled="1"/>
              </a:gradFill>
              <a:ln w="19050" cap="flat" cmpd="sng" algn="ctr">
                <a:gradFill flip="none" rotWithShape="1">
                  <a:gsLst>
                    <a:gs pos="0">
                      <a:srgbClr val="0055FF">
                        <a:lumMod val="20000"/>
                        <a:lumOff val="80000"/>
                      </a:srgbClr>
                    </a:gs>
                    <a:gs pos="99000">
                      <a:srgbClr val="0055FF">
                        <a:lumMod val="21000"/>
                        <a:lumOff val="79000"/>
                      </a:srgbClr>
                    </a:gs>
                  </a:gsLst>
                  <a:lin ang="2700000" scaled="1"/>
                </a:gradFill>
                <a:prstDash val="solid"/>
                <a:miter lim="800000"/>
              </a:ln>
              <a:effectLst>
                <a:outerShdw blurRad="25400" dist="12700" dir="2700000" algn="tl" rotWithShape="0">
                  <a:srgbClr val="78A6D3">
                    <a:alpha val="14000"/>
                  </a:srgbClr>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grpSp>
        <p:sp>
          <p:nvSpPr>
            <p:cNvPr id="58" name="文本框 57"/>
            <p:cNvSpPr txBox="1"/>
            <p:nvPr/>
          </p:nvSpPr>
          <p:spPr>
            <a:xfrm>
              <a:off x="529376" y="2563010"/>
              <a:ext cx="1610928" cy="307777"/>
            </a:xfrm>
            <a:prstGeom prst="rect">
              <a:avLst/>
            </a:prstGeom>
            <a:noFill/>
          </p:spPr>
          <p:txBody>
            <a:bodyPr wrap="square" rtlCol="0">
              <a:spAutoFit/>
            </a:bodyPr>
            <a:lstStyle/>
            <a:p>
              <a:pPr marL="0" marR="0" lvl="0" indent="0" algn="ctr" defTabSz="914400" eaLnBrk="1" fontAlgn="auto"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effectLst/>
                  <a:uLnTx/>
                  <a:uFillTx/>
                  <a:latin typeface="Roboto"/>
                  <a:ea typeface="微软雅黑" panose="020B0503020204020204" pitchFamily="34" charset="-122"/>
                </a:rPr>
                <a:t>替换文字</a:t>
              </a:r>
            </a:p>
          </p:txBody>
        </p:sp>
      </p:grpSp>
      <p:grpSp>
        <p:nvGrpSpPr>
          <p:cNvPr id="2" name="组合 1"/>
          <p:cNvGrpSpPr/>
          <p:nvPr/>
        </p:nvGrpSpPr>
        <p:grpSpPr>
          <a:xfrm>
            <a:off x="380025" y="3141508"/>
            <a:ext cx="1850080" cy="437805"/>
            <a:chOff x="380025" y="3216046"/>
            <a:chExt cx="1850080" cy="437805"/>
          </a:xfrm>
        </p:grpSpPr>
        <p:grpSp>
          <p:nvGrpSpPr>
            <p:cNvPr id="59" name="组合 58"/>
            <p:cNvGrpSpPr/>
            <p:nvPr/>
          </p:nvGrpSpPr>
          <p:grpSpPr>
            <a:xfrm>
              <a:off x="380025" y="3216046"/>
              <a:ext cx="1850080" cy="437805"/>
              <a:chOff x="948121" y="3539517"/>
              <a:chExt cx="824799" cy="824800"/>
            </a:xfrm>
          </p:grpSpPr>
          <p:sp>
            <p:nvSpPr>
              <p:cNvPr id="60" name="椭圆 12"/>
              <p:cNvSpPr/>
              <p:nvPr/>
            </p:nvSpPr>
            <p:spPr>
              <a:xfrm>
                <a:off x="948122" y="3539517"/>
                <a:ext cx="824798" cy="824798"/>
              </a:xfrm>
              <a:prstGeom prst="roundRect">
                <a:avLst>
                  <a:gd name="adj" fmla="val 50000"/>
                </a:avLst>
              </a:prstGeom>
              <a:gradFill flip="none" rotWithShape="1">
                <a:gsLst>
                  <a:gs pos="100000">
                    <a:srgbClr val="0055FF">
                      <a:lumMod val="20000"/>
                      <a:lumOff val="80000"/>
                    </a:srgbClr>
                  </a:gs>
                  <a:gs pos="0">
                    <a:srgbClr val="0055FF">
                      <a:lumMod val="60000"/>
                      <a:lumOff val="40000"/>
                    </a:srgbClr>
                  </a:gs>
                </a:gsLst>
                <a:lin ang="2700000" scaled="1"/>
              </a:gradFill>
              <a:ln w="6350" cap="flat" cmpd="sng" algn="ctr">
                <a:gradFill flip="none" rotWithShape="1">
                  <a:gsLst>
                    <a:gs pos="21800">
                      <a:srgbClr val="F3F6FB"/>
                    </a:gs>
                    <a:gs pos="0">
                      <a:srgbClr val="0055FF">
                        <a:lumMod val="0"/>
                        <a:lumOff val="100000"/>
                      </a:srgbClr>
                    </a:gs>
                    <a:gs pos="71440">
                      <a:srgbClr val="D7E1F2"/>
                    </a:gs>
                    <a:gs pos="99000">
                      <a:srgbClr val="0055FF">
                        <a:lumMod val="0"/>
                        <a:lumOff val="100000"/>
                      </a:srgbClr>
                    </a:gs>
                  </a:gsLst>
                  <a:lin ang="2700000" scaled="1"/>
                </a:gradFill>
                <a:prstDash val="solid"/>
                <a:miter lim="800000"/>
              </a:ln>
              <a:effectLst>
                <a:outerShdw blurRad="76200" dist="76200" dir="2700000" sx="102000" sy="102000" algn="tl" rotWithShape="0">
                  <a:srgbClr val="0055FF">
                    <a:lumMod val="60000"/>
                    <a:lumOff val="40000"/>
                    <a:alpha val="17000"/>
                  </a:srgbClr>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62" name="椭圆 13"/>
              <p:cNvSpPr/>
              <p:nvPr/>
            </p:nvSpPr>
            <p:spPr>
              <a:xfrm>
                <a:off x="948122" y="3539519"/>
                <a:ext cx="824798" cy="824798"/>
              </a:xfrm>
              <a:prstGeom prst="roundRect">
                <a:avLst>
                  <a:gd name="adj" fmla="val 50000"/>
                </a:avLst>
              </a:prstGeom>
              <a:gradFill>
                <a:gsLst>
                  <a:gs pos="4000">
                    <a:srgbClr val="0055FF">
                      <a:lumMod val="11000"/>
                      <a:lumOff val="89000"/>
                    </a:srgbClr>
                  </a:gs>
                  <a:gs pos="71440">
                    <a:srgbClr val="0055FF">
                      <a:lumMod val="20000"/>
                      <a:lumOff val="80000"/>
                    </a:srgbClr>
                  </a:gs>
                  <a:gs pos="99000">
                    <a:srgbClr val="0055FF">
                      <a:lumMod val="0"/>
                      <a:lumOff val="100000"/>
                    </a:srgbClr>
                  </a:gs>
                </a:gsLst>
                <a:lin ang="2700000" scaled="1"/>
              </a:gradFill>
              <a:ln w="6350" cap="flat" cmpd="sng" algn="ctr">
                <a:gradFill flip="none" rotWithShape="1">
                  <a:gsLst>
                    <a:gs pos="21800">
                      <a:srgbClr val="F3F6FB"/>
                    </a:gs>
                    <a:gs pos="0">
                      <a:srgbClr val="0055FF">
                        <a:lumMod val="0"/>
                        <a:lumOff val="100000"/>
                      </a:srgbClr>
                    </a:gs>
                    <a:gs pos="71440">
                      <a:srgbClr val="D7E1F2"/>
                    </a:gs>
                    <a:gs pos="99000">
                      <a:srgbClr val="0055FF">
                        <a:lumMod val="0"/>
                        <a:lumOff val="100000"/>
                      </a:srgbClr>
                    </a:gs>
                  </a:gsLst>
                  <a:lin ang="2700000" scaled="1"/>
                </a:gradFill>
                <a:prstDash val="solid"/>
                <a:miter lim="800000"/>
              </a:ln>
              <a:effectLst>
                <a:outerShdw blurRad="50800" dist="12700" dir="2700000" sx="101000" sy="101000" algn="tl" rotWithShape="0">
                  <a:sysClr val="window" lastClr="FFFFFF"/>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64" name="椭圆 15"/>
              <p:cNvSpPr/>
              <p:nvPr/>
            </p:nvSpPr>
            <p:spPr>
              <a:xfrm>
                <a:off x="981777" y="3573174"/>
                <a:ext cx="757488" cy="757489"/>
              </a:xfrm>
              <a:prstGeom prst="roundRect">
                <a:avLst>
                  <a:gd name="adj" fmla="val 50000"/>
                </a:avLst>
              </a:prstGeom>
              <a:gradFill flip="none" rotWithShape="1">
                <a:gsLst>
                  <a:gs pos="100000">
                    <a:srgbClr val="5694CB">
                      <a:lumMod val="0"/>
                      <a:lumOff val="100000"/>
                      <a:alpha val="0"/>
                    </a:srgbClr>
                  </a:gs>
                  <a:gs pos="0">
                    <a:srgbClr val="2A599F">
                      <a:lumMod val="0"/>
                      <a:lumOff val="100000"/>
                      <a:alpha val="84000"/>
                    </a:srgbClr>
                  </a:gs>
                </a:gsLst>
                <a:lin ang="2700000" scaled="1"/>
              </a:gra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65" name="椭圆 16"/>
              <p:cNvSpPr/>
              <p:nvPr/>
            </p:nvSpPr>
            <p:spPr>
              <a:xfrm>
                <a:off x="948121" y="3539519"/>
                <a:ext cx="824798" cy="824798"/>
              </a:xfrm>
              <a:prstGeom prst="roundRect">
                <a:avLst>
                  <a:gd name="adj" fmla="val 50000"/>
                </a:avLst>
              </a:prstGeom>
              <a:gradFill flip="none" rotWithShape="1">
                <a:gsLst>
                  <a:gs pos="100000">
                    <a:srgbClr val="5694CB">
                      <a:lumMod val="9000"/>
                      <a:lumOff val="91000"/>
                    </a:srgbClr>
                  </a:gs>
                  <a:gs pos="0">
                    <a:srgbClr val="2A599F">
                      <a:alpha val="0"/>
                      <a:lumMod val="0"/>
                      <a:lumOff val="100000"/>
                    </a:srgbClr>
                  </a:gs>
                </a:gsLst>
                <a:lin ang="2700000" scaled="1"/>
              </a:gradFill>
              <a:ln w="19050" cap="flat" cmpd="sng" algn="ctr">
                <a:gradFill flip="none" rotWithShape="1">
                  <a:gsLst>
                    <a:gs pos="0">
                      <a:srgbClr val="0055FF">
                        <a:lumMod val="20000"/>
                        <a:lumOff val="80000"/>
                      </a:srgbClr>
                    </a:gs>
                    <a:gs pos="99000">
                      <a:srgbClr val="0055FF">
                        <a:lumMod val="21000"/>
                        <a:lumOff val="79000"/>
                      </a:srgbClr>
                    </a:gs>
                  </a:gsLst>
                  <a:lin ang="2700000" scaled="1"/>
                </a:gradFill>
                <a:prstDash val="solid"/>
                <a:miter lim="800000"/>
              </a:ln>
              <a:effectLst>
                <a:outerShdw blurRad="25400" dist="12700" dir="2700000" algn="tl" rotWithShape="0">
                  <a:srgbClr val="78A6D3">
                    <a:alpha val="14000"/>
                  </a:srgbClr>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grpSp>
        <p:sp>
          <p:nvSpPr>
            <p:cNvPr id="66" name="文本框 65"/>
            <p:cNvSpPr txBox="1"/>
            <p:nvPr/>
          </p:nvSpPr>
          <p:spPr>
            <a:xfrm>
              <a:off x="529376" y="3289210"/>
              <a:ext cx="1610928" cy="307777"/>
            </a:xfrm>
            <a:prstGeom prst="rect">
              <a:avLst/>
            </a:prstGeom>
            <a:noFill/>
          </p:spPr>
          <p:txBody>
            <a:bodyPr wrap="square" rtlCol="0">
              <a:spAutoFit/>
            </a:bodyPr>
            <a:lstStyle/>
            <a:p>
              <a:pPr marL="0" marR="0" lvl="0" indent="0" algn="ctr" defTabSz="914400" eaLnBrk="1" fontAlgn="auto"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effectLst/>
                  <a:uLnTx/>
                  <a:uFillTx/>
                  <a:latin typeface="Roboto"/>
                  <a:ea typeface="微软雅黑" panose="020B0503020204020204" pitchFamily="34" charset="-122"/>
                </a:rPr>
                <a:t>替换文字</a:t>
              </a:r>
            </a:p>
          </p:txBody>
        </p:sp>
      </p:grpSp>
      <p:grpSp>
        <p:nvGrpSpPr>
          <p:cNvPr id="20" name="组合 19"/>
          <p:cNvGrpSpPr/>
          <p:nvPr/>
        </p:nvGrpSpPr>
        <p:grpSpPr>
          <a:xfrm>
            <a:off x="380025" y="3851936"/>
            <a:ext cx="1850080" cy="437805"/>
            <a:chOff x="380025" y="3885802"/>
            <a:chExt cx="1850080" cy="437805"/>
          </a:xfrm>
        </p:grpSpPr>
        <p:grpSp>
          <p:nvGrpSpPr>
            <p:cNvPr id="67" name="组合 66"/>
            <p:cNvGrpSpPr/>
            <p:nvPr/>
          </p:nvGrpSpPr>
          <p:grpSpPr>
            <a:xfrm>
              <a:off x="380025" y="3885802"/>
              <a:ext cx="1850080" cy="437805"/>
              <a:chOff x="948121" y="3539517"/>
              <a:chExt cx="824799" cy="824800"/>
            </a:xfrm>
          </p:grpSpPr>
          <p:sp>
            <p:nvSpPr>
              <p:cNvPr id="68" name="椭圆 12"/>
              <p:cNvSpPr/>
              <p:nvPr/>
            </p:nvSpPr>
            <p:spPr>
              <a:xfrm>
                <a:off x="948122" y="3539517"/>
                <a:ext cx="824798" cy="824798"/>
              </a:xfrm>
              <a:prstGeom prst="roundRect">
                <a:avLst>
                  <a:gd name="adj" fmla="val 50000"/>
                </a:avLst>
              </a:prstGeom>
              <a:gradFill flip="none" rotWithShape="1">
                <a:gsLst>
                  <a:gs pos="100000">
                    <a:srgbClr val="0055FF">
                      <a:lumMod val="20000"/>
                      <a:lumOff val="80000"/>
                    </a:srgbClr>
                  </a:gs>
                  <a:gs pos="0">
                    <a:srgbClr val="0055FF">
                      <a:lumMod val="60000"/>
                      <a:lumOff val="40000"/>
                    </a:srgbClr>
                  </a:gs>
                </a:gsLst>
                <a:lin ang="2700000" scaled="1"/>
              </a:gradFill>
              <a:ln w="6350" cap="flat" cmpd="sng" algn="ctr">
                <a:gradFill flip="none" rotWithShape="1">
                  <a:gsLst>
                    <a:gs pos="21800">
                      <a:srgbClr val="F3F6FB"/>
                    </a:gs>
                    <a:gs pos="0">
                      <a:srgbClr val="0055FF">
                        <a:lumMod val="0"/>
                        <a:lumOff val="100000"/>
                      </a:srgbClr>
                    </a:gs>
                    <a:gs pos="71440">
                      <a:srgbClr val="D7E1F2"/>
                    </a:gs>
                    <a:gs pos="99000">
                      <a:srgbClr val="0055FF">
                        <a:lumMod val="0"/>
                        <a:lumOff val="100000"/>
                      </a:srgbClr>
                    </a:gs>
                  </a:gsLst>
                  <a:lin ang="2700000" scaled="1"/>
                </a:gradFill>
                <a:prstDash val="solid"/>
                <a:miter lim="800000"/>
              </a:ln>
              <a:effectLst>
                <a:outerShdw blurRad="76200" dist="76200" dir="2700000" sx="102000" sy="102000" algn="tl" rotWithShape="0">
                  <a:srgbClr val="0055FF">
                    <a:lumMod val="60000"/>
                    <a:lumOff val="40000"/>
                    <a:alpha val="17000"/>
                  </a:srgbClr>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69" name="椭圆 13"/>
              <p:cNvSpPr/>
              <p:nvPr/>
            </p:nvSpPr>
            <p:spPr>
              <a:xfrm>
                <a:off x="948122" y="3539519"/>
                <a:ext cx="824798" cy="824798"/>
              </a:xfrm>
              <a:prstGeom prst="roundRect">
                <a:avLst>
                  <a:gd name="adj" fmla="val 50000"/>
                </a:avLst>
              </a:prstGeom>
              <a:gradFill>
                <a:gsLst>
                  <a:gs pos="4000">
                    <a:srgbClr val="0055FF">
                      <a:lumMod val="11000"/>
                      <a:lumOff val="89000"/>
                    </a:srgbClr>
                  </a:gs>
                  <a:gs pos="71440">
                    <a:srgbClr val="0055FF">
                      <a:lumMod val="20000"/>
                      <a:lumOff val="80000"/>
                    </a:srgbClr>
                  </a:gs>
                  <a:gs pos="99000">
                    <a:srgbClr val="0055FF">
                      <a:lumMod val="0"/>
                      <a:lumOff val="100000"/>
                    </a:srgbClr>
                  </a:gs>
                </a:gsLst>
                <a:lin ang="2700000" scaled="1"/>
              </a:gradFill>
              <a:ln w="6350" cap="flat" cmpd="sng" algn="ctr">
                <a:gradFill flip="none" rotWithShape="1">
                  <a:gsLst>
                    <a:gs pos="21800">
                      <a:srgbClr val="F3F6FB"/>
                    </a:gs>
                    <a:gs pos="0">
                      <a:srgbClr val="0055FF">
                        <a:lumMod val="0"/>
                        <a:lumOff val="100000"/>
                      </a:srgbClr>
                    </a:gs>
                    <a:gs pos="71440">
                      <a:srgbClr val="D7E1F2"/>
                    </a:gs>
                    <a:gs pos="99000">
                      <a:srgbClr val="0055FF">
                        <a:lumMod val="0"/>
                        <a:lumOff val="100000"/>
                      </a:srgbClr>
                    </a:gs>
                  </a:gsLst>
                  <a:lin ang="2700000" scaled="1"/>
                </a:gradFill>
                <a:prstDash val="solid"/>
                <a:miter lim="800000"/>
              </a:ln>
              <a:effectLst>
                <a:outerShdw blurRad="50800" dist="12700" dir="2700000" sx="101000" sy="101000" algn="tl" rotWithShape="0">
                  <a:sysClr val="window" lastClr="FFFFFF"/>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70" name="椭圆 15"/>
              <p:cNvSpPr/>
              <p:nvPr/>
            </p:nvSpPr>
            <p:spPr>
              <a:xfrm>
                <a:off x="981777" y="3573174"/>
                <a:ext cx="757488" cy="757489"/>
              </a:xfrm>
              <a:prstGeom prst="roundRect">
                <a:avLst>
                  <a:gd name="adj" fmla="val 50000"/>
                </a:avLst>
              </a:prstGeom>
              <a:gradFill flip="none" rotWithShape="1">
                <a:gsLst>
                  <a:gs pos="100000">
                    <a:srgbClr val="5694CB">
                      <a:lumMod val="0"/>
                      <a:lumOff val="100000"/>
                      <a:alpha val="0"/>
                    </a:srgbClr>
                  </a:gs>
                  <a:gs pos="0">
                    <a:srgbClr val="2A599F">
                      <a:lumMod val="0"/>
                      <a:lumOff val="100000"/>
                      <a:alpha val="84000"/>
                    </a:srgbClr>
                  </a:gs>
                </a:gsLst>
                <a:lin ang="2700000" scaled="1"/>
              </a:gra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71" name="椭圆 16"/>
              <p:cNvSpPr/>
              <p:nvPr/>
            </p:nvSpPr>
            <p:spPr>
              <a:xfrm>
                <a:off x="948121" y="3539519"/>
                <a:ext cx="824798" cy="824798"/>
              </a:xfrm>
              <a:prstGeom prst="roundRect">
                <a:avLst>
                  <a:gd name="adj" fmla="val 50000"/>
                </a:avLst>
              </a:prstGeom>
              <a:gradFill flip="none" rotWithShape="1">
                <a:gsLst>
                  <a:gs pos="100000">
                    <a:srgbClr val="5694CB">
                      <a:lumMod val="9000"/>
                      <a:lumOff val="91000"/>
                    </a:srgbClr>
                  </a:gs>
                  <a:gs pos="0">
                    <a:srgbClr val="2A599F">
                      <a:alpha val="0"/>
                      <a:lumMod val="0"/>
                      <a:lumOff val="100000"/>
                    </a:srgbClr>
                  </a:gs>
                </a:gsLst>
                <a:lin ang="2700000" scaled="1"/>
              </a:gradFill>
              <a:ln w="19050" cap="flat" cmpd="sng" algn="ctr">
                <a:gradFill flip="none" rotWithShape="1">
                  <a:gsLst>
                    <a:gs pos="0">
                      <a:srgbClr val="0055FF">
                        <a:lumMod val="20000"/>
                        <a:lumOff val="80000"/>
                      </a:srgbClr>
                    </a:gs>
                    <a:gs pos="99000">
                      <a:srgbClr val="0055FF">
                        <a:lumMod val="21000"/>
                        <a:lumOff val="79000"/>
                      </a:srgbClr>
                    </a:gs>
                  </a:gsLst>
                  <a:lin ang="2700000" scaled="1"/>
                </a:gradFill>
                <a:prstDash val="solid"/>
                <a:miter lim="800000"/>
              </a:ln>
              <a:effectLst>
                <a:outerShdw blurRad="25400" dist="12700" dir="2700000" algn="tl" rotWithShape="0">
                  <a:srgbClr val="78A6D3">
                    <a:alpha val="14000"/>
                  </a:srgbClr>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grpSp>
        <p:sp>
          <p:nvSpPr>
            <p:cNvPr id="72" name="文本框 71"/>
            <p:cNvSpPr txBox="1"/>
            <p:nvPr/>
          </p:nvSpPr>
          <p:spPr>
            <a:xfrm>
              <a:off x="529376" y="3958966"/>
              <a:ext cx="1610928" cy="307777"/>
            </a:xfrm>
            <a:prstGeom prst="rect">
              <a:avLst/>
            </a:prstGeom>
            <a:noFill/>
          </p:spPr>
          <p:txBody>
            <a:bodyPr wrap="square" rtlCol="0">
              <a:spAutoFit/>
            </a:bodyPr>
            <a:lstStyle/>
            <a:p>
              <a:pPr marL="0" marR="0" lvl="0" indent="0" algn="ctr" defTabSz="914400" eaLnBrk="1" fontAlgn="auto"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effectLst/>
                  <a:uLnTx/>
                  <a:uFillTx/>
                  <a:latin typeface="Roboto"/>
                  <a:ea typeface="微软雅黑" panose="020B0503020204020204" pitchFamily="34" charset="-122"/>
                </a:rPr>
                <a:t>替换文字</a:t>
              </a:r>
            </a:p>
          </p:txBody>
        </p:sp>
      </p:grpSp>
      <p:sp>
        <p:nvSpPr>
          <p:cNvPr id="73" name="文本框 72"/>
          <p:cNvSpPr txBox="1"/>
          <p:nvPr/>
        </p:nvSpPr>
        <p:spPr>
          <a:xfrm>
            <a:off x="3010826" y="3507284"/>
            <a:ext cx="1766875" cy="400110"/>
          </a:xfrm>
          <a:prstGeom prst="rect">
            <a:avLst/>
          </a:prstGeom>
          <a:noFill/>
        </p:spPr>
        <p:txBody>
          <a:bodyPr wrap="square" rtlCol="0">
            <a:spAutoFit/>
          </a:bodyPr>
          <a:lstStyle/>
          <a:p>
            <a:pPr marL="0" marR="0" lvl="0" indent="0" algn="ctr" defTabSz="914400" eaLnBrk="1" fontAlgn="auto" latinLnBrk="0" hangingPunct="1">
              <a:lnSpc>
                <a:spcPct val="100000"/>
              </a:lnSpc>
              <a:spcBef>
                <a:spcPct val="0"/>
              </a:spcBef>
              <a:spcAft>
                <a:spcPct val="0"/>
              </a:spcAft>
              <a:buClrTx/>
              <a:buSzTx/>
              <a:buFontTx/>
              <a:buNone/>
              <a:defRPr/>
            </a:pPr>
            <a:r>
              <a:rPr kumimoji="0" lang="zh-CN" altLang="en-US" sz="2000" b="1" i="0" u="none" strike="noStrike" kern="0" cap="none" spc="0" normalizeH="0" baseline="0" noProof="0">
                <a:ln>
                  <a:noFill/>
                </a:ln>
                <a:solidFill>
                  <a:schemeClr val="bg1"/>
                </a:solidFill>
                <a:effectLst/>
                <a:uLnTx/>
                <a:uFillTx/>
                <a:latin typeface="Roboto"/>
                <a:ea typeface="微软雅黑" panose="020B0503020204020204" pitchFamily="34" charset="-122"/>
              </a:rPr>
              <a:t>业务目标</a:t>
            </a:r>
            <a:endParaRPr kumimoji="0" lang="en-US" altLang="zh-CN" sz="2000" b="1" i="0" u="none" strike="noStrike" kern="0" cap="none" spc="0" normalizeH="0" baseline="0" noProof="0">
              <a:ln>
                <a:noFill/>
              </a:ln>
              <a:solidFill>
                <a:schemeClr val="bg1"/>
              </a:solidFill>
              <a:effectLst/>
              <a:uLnTx/>
              <a:uFillTx/>
              <a:latin typeface="Roboto"/>
              <a:ea typeface="微软雅黑" panose="020B0503020204020204" pitchFamily="34" charset="-122"/>
            </a:endParaRPr>
          </a:p>
        </p:txBody>
      </p:sp>
      <p:sp>
        <p:nvSpPr>
          <p:cNvPr id="87" name="流程图: 可选过程 5"/>
          <p:cNvSpPr/>
          <p:nvPr/>
        </p:nvSpPr>
        <p:spPr>
          <a:xfrm>
            <a:off x="5412085" y="1497511"/>
            <a:ext cx="1440000" cy="360000"/>
          </a:xfrm>
          <a:prstGeom prst="roundRect">
            <a:avLst>
              <a:gd name="adj" fmla="val 50000"/>
            </a:avLst>
          </a:prstGeom>
          <a:gradFill flip="none" rotWithShape="1">
            <a:gsLst>
              <a:gs pos="0">
                <a:srgbClr val="53DEDF"/>
              </a:gs>
              <a:gs pos="43000">
                <a:srgbClr val="4199FF"/>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600" b="1">
                <a:solidFill>
                  <a:schemeClr val="lt1"/>
                </a:solidFill>
                <a:latin typeface="微软雅黑" panose="020B0503020204020204" pitchFamily="34" charset="-122"/>
                <a:ea typeface="微软雅黑" panose="020B0503020204020204" pitchFamily="34" charset="-122"/>
              </a:rPr>
              <a:t>替换文字</a:t>
            </a:r>
          </a:p>
        </p:txBody>
      </p:sp>
      <p:sp>
        <p:nvSpPr>
          <p:cNvPr id="88" name="流程图: 可选过程 5"/>
          <p:cNvSpPr/>
          <p:nvPr/>
        </p:nvSpPr>
        <p:spPr>
          <a:xfrm>
            <a:off x="5928419" y="2863916"/>
            <a:ext cx="1440000" cy="360000"/>
          </a:xfrm>
          <a:prstGeom prst="roundRect">
            <a:avLst>
              <a:gd name="adj" fmla="val 50000"/>
            </a:avLst>
          </a:prstGeom>
          <a:gradFill flip="none" rotWithShape="1">
            <a:gsLst>
              <a:gs pos="0">
                <a:srgbClr val="53DEDF"/>
              </a:gs>
              <a:gs pos="43000">
                <a:srgbClr val="4199FF"/>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600" b="1">
                <a:latin typeface="微软雅黑" panose="020B0503020204020204" pitchFamily="34" charset="-122"/>
                <a:ea typeface="微软雅黑" panose="020B0503020204020204" pitchFamily="34" charset="-122"/>
              </a:rPr>
              <a:t>替换文字</a:t>
            </a:r>
          </a:p>
        </p:txBody>
      </p:sp>
      <p:sp>
        <p:nvSpPr>
          <p:cNvPr id="89" name="流程图: 可选过程 5"/>
          <p:cNvSpPr/>
          <p:nvPr/>
        </p:nvSpPr>
        <p:spPr>
          <a:xfrm>
            <a:off x="5396320" y="4250004"/>
            <a:ext cx="1440000" cy="360000"/>
          </a:xfrm>
          <a:prstGeom prst="roundRect">
            <a:avLst>
              <a:gd name="adj" fmla="val 50000"/>
            </a:avLst>
          </a:prstGeom>
          <a:gradFill flip="none" rotWithShape="1">
            <a:gsLst>
              <a:gs pos="0">
                <a:srgbClr val="53DEDF"/>
              </a:gs>
              <a:gs pos="43000">
                <a:srgbClr val="4199FF"/>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600" b="1">
                <a:latin typeface="微软雅黑" panose="020B0503020204020204" pitchFamily="34" charset="-122"/>
                <a:ea typeface="微软雅黑" panose="020B0503020204020204" pitchFamily="34" charset="-122"/>
              </a:rPr>
              <a:t>替换文字</a:t>
            </a:r>
          </a:p>
        </p:txBody>
      </p:sp>
      <p:sp>
        <p:nvSpPr>
          <p:cNvPr id="94" name="流程图: 可选过程 5"/>
          <p:cNvSpPr/>
          <p:nvPr/>
        </p:nvSpPr>
        <p:spPr>
          <a:xfrm>
            <a:off x="7180894" y="777640"/>
            <a:ext cx="1440000" cy="360000"/>
          </a:xfrm>
          <a:prstGeom prst="roundRect">
            <a:avLst>
              <a:gd name="adj" fmla="val 50000"/>
            </a:avLst>
          </a:prstGeom>
          <a:gradFill flip="none" rotWithShape="1">
            <a:gsLst>
              <a:gs pos="0">
                <a:srgbClr val="53DEDF"/>
              </a:gs>
              <a:gs pos="43000">
                <a:srgbClr val="4199FF"/>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600" b="1">
                <a:latin typeface="微软雅黑" panose="020B0503020204020204" pitchFamily="34" charset="-122"/>
                <a:ea typeface="微软雅黑" panose="020B0503020204020204" pitchFamily="34" charset="-122"/>
              </a:rPr>
              <a:t>替换文字</a:t>
            </a:r>
          </a:p>
        </p:txBody>
      </p:sp>
      <p:sp>
        <p:nvSpPr>
          <p:cNvPr id="95" name="流程图: 可选过程 5"/>
          <p:cNvSpPr/>
          <p:nvPr/>
        </p:nvSpPr>
        <p:spPr>
          <a:xfrm>
            <a:off x="8112224" y="2845891"/>
            <a:ext cx="1440000" cy="360000"/>
          </a:xfrm>
          <a:prstGeom prst="roundRect">
            <a:avLst>
              <a:gd name="adj" fmla="val 50000"/>
            </a:avLst>
          </a:prstGeom>
          <a:gradFill flip="none" rotWithShape="1">
            <a:gsLst>
              <a:gs pos="0">
                <a:srgbClr val="53DEDF"/>
              </a:gs>
              <a:gs pos="43000">
                <a:srgbClr val="4199FF"/>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600" b="1">
                <a:latin typeface="微软雅黑" panose="020B0503020204020204" pitchFamily="34" charset="-122"/>
                <a:ea typeface="微软雅黑" panose="020B0503020204020204" pitchFamily="34" charset="-122"/>
              </a:rPr>
              <a:t>替换文字</a:t>
            </a:r>
          </a:p>
        </p:txBody>
      </p:sp>
      <p:sp>
        <p:nvSpPr>
          <p:cNvPr id="96" name="流程图: 可选过程 5"/>
          <p:cNvSpPr/>
          <p:nvPr/>
        </p:nvSpPr>
        <p:spPr>
          <a:xfrm>
            <a:off x="7174163" y="4855703"/>
            <a:ext cx="1440000" cy="360000"/>
          </a:xfrm>
          <a:prstGeom prst="roundRect">
            <a:avLst>
              <a:gd name="adj" fmla="val 50000"/>
            </a:avLst>
          </a:prstGeom>
          <a:gradFill flip="none" rotWithShape="1">
            <a:gsLst>
              <a:gs pos="0">
                <a:srgbClr val="53DEDF"/>
              </a:gs>
              <a:gs pos="43000">
                <a:srgbClr val="4199FF"/>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600" b="1">
                <a:latin typeface="微软雅黑" panose="020B0503020204020204" pitchFamily="34" charset="-122"/>
                <a:ea typeface="微软雅黑" panose="020B0503020204020204" pitchFamily="34" charset="-122"/>
              </a:rPr>
              <a:t>替换文字</a:t>
            </a:r>
          </a:p>
        </p:txBody>
      </p:sp>
      <p:sp>
        <p:nvSpPr>
          <p:cNvPr id="99" name="椭圆 98"/>
          <p:cNvSpPr/>
          <p:nvPr/>
        </p:nvSpPr>
        <p:spPr>
          <a:xfrm>
            <a:off x="7681184" y="1999724"/>
            <a:ext cx="108000" cy="108000"/>
          </a:xfrm>
          <a:prstGeom prst="ellipse">
            <a:avLst/>
          </a:prstGeom>
          <a:solidFill>
            <a:srgbClr val="256E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流程图: 可选过程 5"/>
          <p:cNvSpPr/>
          <p:nvPr/>
        </p:nvSpPr>
        <p:spPr>
          <a:xfrm>
            <a:off x="7824192" y="4000872"/>
            <a:ext cx="1440000" cy="360000"/>
          </a:xfrm>
          <a:prstGeom prst="roundRect">
            <a:avLst>
              <a:gd name="adj" fmla="val 50000"/>
            </a:avLst>
          </a:prstGeom>
          <a:gradFill flip="none" rotWithShape="1">
            <a:gsLst>
              <a:gs pos="0">
                <a:srgbClr val="53DEDF"/>
              </a:gs>
              <a:gs pos="43000">
                <a:srgbClr val="4199FF"/>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600" b="1">
                <a:latin typeface="微软雅黑" panose="020B0503020204020204" pitchFamily="34" charset="-122"/>
                <a:ea typeface="微软雅黑" panose="020B0503020204020204" pitchFamily="34" charset="-122"/>
              </a:rPr>
              <a:t>替换文字</a:t>
            </a:r>
          </a:p>
        </p:txBody>
      </p:sp>
      <p:sp>
        <p:nvSpPr>
          <p:cNvPr id="101" name="椭圆 100"/>
          <p:cNvSpPr/>
          <p:nvPr/>
        </p:nvSpPr>
        <p:spPr>
          <a:xfrm>
            <a:off x="7680176" y="4000872"/>
            <a:ext cx="108000" cy="108000"/>
          </a:xfrm>
          <a:prstGeom prst="ellipse">
            <a:avLst/>
          </a:prstGeom>
          <a:solidFill>
            <a:srgbClr val="256E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流程图: 可选过程 5"/>
          <p:cNvSpPr/>
          <p:nvPr/>
        </p:nvSpPr>
        <p:spPr>
          <a:xfrm>
            <a:off x="7896200" y="1768624"/>
            <a:ext cx="1440000" cy="360000"/>
          </a:xfrm>
          <a:prstGeom prst="roundRect">
            <a:avLst>
              <a:gd name="adj" fmla="val 50000"/>
            </a:avLst>
          </a:prstGeom>
          <a:gradFill flip="none" rotWithShape="1">
            <a:gsLst>
              <a:gs pos="0">
                <a:srgbClr val="53DEDF"/>
              </a:gs>
              <a:gs pos="43000">
                <a:srgbClr val="4199FF"/>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600" b="1">
                <a:latin typeface="微软雅黑" panose="020B0503020204020204" pitchFamily="34" charset="-122"/>
                <a:ea typeface="微软雅黑" panose="020B0503020204020204" pitchFamily="34" charset="-122"/>
              </a:rPr>
              <a:t>替换文字</a:t>
            </a:r>
          </a:p>
        </p:txBody>
      </p:sp>
      <p:grpSp>
        <p:nvGrpSpPr>
          <p:cNvPr id="19" name="组合 18"/>
          <p:cNvGrpSpPr/>
          <p:nvPr/>
        </p:nvGrpSpPr>
        <p:grpSpPr>
          <a:xfrm>
            <a:off x="380025" y="1720652"/>
            <a:ext cx="1850080" cy="437805"/>
            <a:chOff x="380025" y="1754520"/>
            <a:chExt cx="1850080" cy="437805"/>
          </a:xfrm>
        </p:grpSpPr>
        <p:grpSp>
          <p:nvGrpSpPr>
            <p:cNvPr id="115" name="组合 114"/>
            <p:cNvGrpSpPr/>
            <p:nvPr/>
          </p:nvGrpSpPr>
          <p:grpSpPr>
            <a:xfrm>
              <a:off x="380025" y="1754520"/>
              <a:ext cx="1850080" cy="437805"/>
              <a:chOff x="948121" y="3539517"/>
              <a:chExt cx="824799" cy="824800"/>
            </a:xfrm>
          </p:grpSpPr>
          <p:sp>
            <p:nvSpPr>
              <p:cNvPr id="116" name="椭圆 12"/>
              <p:cNvSpPr/>
              <p:nvPr/>
            </p:nvSpPr>
            <p:spPr>
              <a:xfrm>
                <a:off x="948122" y="3539517"/>
                <a:ext cx="824798" cy="824798"/>
              </a:xfrm>
              <a:prstGeom prst="roundRect">
                <a:avLst>
                  <a:gd name="adj" fmla="val 50000"/>
                </a:avLst>
              </a:prstGeom>
              <a:gradFill flip="none" rotWithShape="1">
                <a:gsLst>
                  <a:gs pos="100000">
                    <a:srgbClr val="0055FF">
                      <a:lumMod val="20000"/>
                      <a:lumOff val="80000"/>
                    </a:srgbClr>
                  </a:gs>
                  <a:gs pos="0">
                    <a:srgbClr val="0055FF">
                      <a:lumMod val="60000"/>
                      <a:lumOff val="40000"/>
                    </a:srgbClr>
                  </a:gs>
                </a:gsLst>
                <a:lin ang="2700000" scaled="1"/>
              </a:gradFill>
              <a:ln w="6350" cap="flat" cmpd="sng" algn="ctr">
                <a:gradFill flip="none" rotWithShape="1">
                  <a:gsLst>
                    <a:gs pos="21800">
                      <a:srgbClr val="F3F6FB"/>
                    </a:gs>
                    <a:gs pos="0">
                      <a:srgbClr val="0055FF">
                        <a:lumMod val="0"/>
                        <a:lumOff val="100000"/>
                      </a:srgbClr>
                    </a:gs>
                    <a:gs pos="71440">
                      <a:srgbClr val="D7E1F2"/>
                    </a:gs>
                    <a:gs pos="99000">
                      <a:srgbClr val="0055FF">
                        <a:lumMod val="0"/>
                        <a:lumOff val="100000"/>
                      </a:srgbClr>
                    </a:gs>
                  </a:gsLst>
                  <a:lin ang="2700000" scaled="1"/>
                </a:gradFill>
                <a:prstDash val="solid"/>
                <a:miter lim="800000"/>
              </a:ln>
              <a:effectLst>
                <a:outerShdw blurRad="76200" dist="76200" dir="2700000" sx="102000" sy="102000" algn="tl" rotWithShape="0">
                  <a:srgbClr val="0055FF">
                    <a:lumMod val="60000"/>
                    <a:lumOff val="40000"/>
                    <a:alpha val="17000"/>
                  </a:srgbClr>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117" name="椭圆 13"/>
              <p:cNvSpPr/>
              <p:nvPr/>
            </p:nvSpPr>
            <p:spPr>
              <a:xfrm>
                <a:off x="948122" y="3539519"/>
                <a:ext cx="824798" cy="824798"/>
              </a:xfrm>
              <a:prstGeom prst="roundRect">
                <a:avLst>
                  <a:gd name="adj" fmla="val 50000"/>
                </a:avLst>
              </a:prstGeom>
              <a:gradFill>
                <a:gsLst>
                  <a:gs pos="4000">
                    <a:srgbClr val="0055FF">
                      <a:lumMod val="11000"/>
                      <a:lumOff val="89000"/>
                    </a:srgbClr>
                  </a:gs>
                  <a:gs pos="71440">
                    <a:srgbClr val="0055FF">
                      <a:lumMod val="20000"/>
                      <a:lumOff val="80000"/>
                    </a:srgbClr>
                  </a:gs>
                  <a:gs pos="99000">
                    <a:srgbClr val="0055FF">
                      <a:lumMod val="0"/>
                      <a:lumOff val="100000"/>
                    </a:srgbClr>
                  </a:gs>
                </a:gsLst>
                <a:lin ang="2700000" scaled="1"/>
              </a:gradFill>
              <a:ln w="6350" cap="flat" cmpd="sng" algn="ctr">
                <a:gradFill flip="none" rotWithShape="1">
                  <a:gsLst>
                    <a:gs pos="21800">
                      <a:srgbClr val="F3F6FB"/>
                    </a:gs>
                    <a:gs pos="0">
                      <a:srgbClr val="0055FF">
                        <a:lumMod val="0"/>
                        <a:lumOff val="100000"/>
                      </a:srgbClr>
                    </a:gs>
                    <a:gs pos="71440">
                      <a:srgbClr val="D7E1F2"/>
                    </a:gs>
                    <a:gs pos="99000">
                      <a:srgbClr val="0055FF">
                        <a:lumMod val="0"/>
                        <a:lumOff val="100000"/>
                      </a:srgbClr>
                    </a:gs>
                  </a:gsLst>
                  <a:lin ang="2700000" scaled="1"/>
                </a:gradFill>
                <a:prstDash val="solid"/>
                <a:miter lim="800000"/>
              </a:ln>
              <a:effectLst>
                <a:outerShdw blurRad="50800" dist="12700" dir="2700000" sx="101000" sy="101000" algn="tl" rotWithShape="0">
                  <a:sysClr val="window" lastClr="FFFFFF"/>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118" name="椭圆 15"/>
              <p:cNvSpPr/>
              <p:nvPr/>
            </p:nvSpPr>
            <p:spPr>
              <a:xfrm>
                <a:off x="981777" y="3573174"/>
                <a:ext cx="757488" cy="757489"/>
              </a:xfrm>
              <a:prstGeom prst="roundRect">
                <a:avLst>
                  <a:gd name="adj" fmla="val 50000"/>
                </a:avLst>
              </a:prstGeom>
              <a:gradFill flip="none" rotWithShape="1">
                <a:gsLst>
                  <a:gs pos="100000">
                    <a:srgbClr val="5694CB">
                      <a:lumMod val="0"/>
                      <a:lumOff val="100000"/>
                      <a:alpha val="0"/>
                    </a:srgbClr>
                  </a:gs>
                  <a:gs pos="0">
                    <a:srgbClr val="2A599F">
                      <a:lumMod val="0"/>
                      <a:lumOff val="100000"/>
                      <a:alpha val="84000"/>
                    </a:srgbClr>
                  </a:gs>
                </a:gsLst>
                <a:lin ang="2700000" scaled="1"/>
              </a:gra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119" name="椭圆 16"/>
              <p:cNvSpPr/>
              <p:nvPr/>
            </p:nvSpPr>
            <p:spPr>
              <a:xfrm>
                <a:off x="948121" y="3539519"/>
                <a:ext cx="824798" cy="824798"/>
              </a:xfrm>
              <a:prstGeom prst="roundRect">
                <a:avLst>
                  <a:gd name="adj" fmla="val 50000"/>
                </a:avLst>
              </a:prstGeom>
              <a:gradFill flip="none" rotWithShape="1">
                <a:gsLst>
                  <a:gs pos="100000">
                    <a:srgbClr val="5694CB">
                      <a:lumMod val="9000"/>
                      <a:lumOff val="91000"/>
                    </a:srgbClr>
                  </a:gs>
                  <a:gs pos="0">
                    <a:srgbClr val="2A599F">
                      <a:alpha val="0"/>
                      <a:lumMod val="0"/>
                      <a:lumOff val="100000"/>
                    </a:srgbClr>
                  </a:gs>
                </a:gsLst>
                <a:lin ang="2700000" scaled="1"/>
              </a:gradFill>
              <a:ln w="19050" cap="flat" cmpd="sng" algn="ctr">
                <a:gradFill flip="none" rotWithShape="1">
                  <a:gsLst>
                    <a:gs pos="0">
                      <a:srgbClr val="0055FF">
                        <a:lumMod val="20000"/>
                        <a:lumOff val="80000"/>
                      </a:srgbClr>
                    </a:gs>
                    <a:gs pos="99000">
                      <a:srgbClr val="0055FF">
                        <a:lumMod val="21000"/>
                        <a:lumOff val="79000"/>
                      </a:srgbClr>
                    </a:gs>
                  </a:gsLst>
                  <a:lin ang="2700000" scaled="1"/>
                </a:gradFill>
                <a:prstDash val="solid"/>
                <a:miter lim="800000"/>
              </a:ln>
              <a:effectLst>
                <a:outerShdw blurRad="25400" dist="12700" dir="2700000" algn="tl" rotWithShape="0">
                  <a:srgbClr val="78A6D3">
                    <a:alpha val="14000"/>
                  </a:srgbClr>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grpSp>
        <p:sp>
          <p:nvSpPr>
            <p:cNvPr id="120" name="文本框 119"/>
            <p:cNvSpPr txBox="1"/>
            <p:nvPr/>
          </p:nvSpPr>
          <p:spPr>
            <a:xfrm>
              <a:off x="529376" y="1827684"/>
              <a:ext cx="1610928" cy="307777"/>
            </a:xfrm>
            <a:prstGeom prst="rect">
              <a:avLst/>
            </a:prstGeom>
            <a:noFill/>
          </p:spPr>
          <p:txBody>
            <a:bodyPr wrap="square" rtlCol="0">
              <a:spAutoFit/>
            </a:bodyPr>
            <a:lstStyle/>
            <a:p>
              <a:pPr marL="0" marR="0" lvl="0" indent="0" algn="ctr" defTabSz="914400" eaLnBrk="1" fontAlgn="auto"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a:ln>
                    <a:noFill/>
                  </a:ln>
                  <a:effectLst/>
                  <a:uLnTx/>
                  <a:uFillTx/>
                  <a:latin typeface="Roboto"/>
                  <a:ea typeface="微软雅黑" panose="020B0503020204020204" pitchFamily="34" charset="-122"/>
                </a:rPr>
                <a:t>替换文字</a:t>
              </a:r>
            </a:p>
          </p:txBody>
        </p:sp>
      </p:grpSp>
      <p:sp>
        <p:nvSpPr>
          <p:cNvPr id="5" name="文本框 4"/>
          <p:cNvSpPr txBox="1"/>
          <p:nvPr/>
        </p:nvSpPr>
        <p:spPr>
          <a:xfrm>
            <a:off x="9128885" y="620688"/>
            <a:ext cx="1482671" cy="338554"/>
          </a:xfrm>
          <a:prstGeom prst="rect">
            <a:avLst/>
          </a:prstGeom>
          <a:noFill/>
        </p:spPr>
        <p:txBody>
          <a:bodyPr wrap="square" rtlCol="0">
            <a:spAutoFit/>
          </a:bodyPr>
          <a:lstStyle/>
          <a:p>
            <a:r>
              <a:rPr lang="zh-CN" altLang="en-US" sz="1600">
                <a:solidFill>
                  <a:srgbClr val="274FF2"/>
                </a:solidFill>
                <a:latin typeface="微软雅黑" panose="020B0503020204020204" pitchFamily="34" charset="-122"/>
                <a:ea typeface="微软雅黑" panose="020B0503020204020204" pitchFamily="34" charset="-122"/>
              </a:rPr>
              <a:t>替换文字</a:t>
            </a:r>
          </a:p>
        </p:txBody>
      </p:sp>
      <p:sp>
        <p:nvSpPr>
          <p:cNvPr id="9" name="文本框 8"/>
          <p:cNvSpPr txBox="1"/>
          <p:nvPr/>
        </p:nvSpPr>
        <p:spPr>
          <a:xfrm>
            <a:off x="334588" y="5967307"/>
            <a:ext cx="2482002" cy="61369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基于云计算平台和智能网络</a:t>
            </a:r>
            <a:endParaRPr lang="en-US" altLang="zh-CN" sz="1200" b="0" i="0">
              <a:solidFill>
                <a:srgbClr val="333333"/>
              </a:solidFill>
              <a:effectLst/>
              <a:latin typeface="Helvetica Neue" panose="02000503000000020004" pitchFamily="2" charset="0"/>
            </a:endParaRPr>
          </a:p>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可以依据传感器网络</a:t>
            </a:r>
            <a:endParaRPr lang="zh-CN" altLang="en-US" sz="1200">
              <a:latin typeface="微软雅黑" panose="020B0503020204020204" pitchFamily="34" charset="-122"/>
              <a:ea typeface="微软雅黑" panose="020B0503020204020204" pitchFamily="34" charset="-122"/>
            </a:endParaRPr>
          </a:p>
        </p:txBody>
      </p:sp>
      <p:sp>
        <p:nvSpPr>
          <p:cNvPr id="12" name="文本框 11"/>
          <p:cNvSpPr txBox="1"/>
          <p:nvPr/>
        </p:nvSpPr>
        <p:spPr>
          <a:xfrm>
            <a:off x="3036827" y="5967307"/>
            <a:ext cx="2482002" cy="61369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基于云计算平台和智能网络</a:t>
            </a:r>
            <a:endParaRPr lang="en-US" altLang="zh-CN" sz="1200" b="0" i="0">
              <a:solidFill>
                <a:srgbClr val="333333"/>
              </a:solidFill>
              <a:effectLst/>
              <a:latin typeface="Helvetica Neue" panose="02000503000000020004" pitchFamily="2" charset="0"/>
            </a:endParaRPr>
          </a:p>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可以依据传感器网络</a:t>
            </a:r>
            <a:endParaRPr lang="zh-CN" altLang="en-US" sz="1200">
              <a:latin typeface="微软雅黑" panose="020B0503020204020204" pitchFamily="34" charset="-122"/>
              <a:ea typeface="微软雅黑" panose="020B0503020204020204" pitchFamily="34" charset="-122"/>
            </a:endParaRPr>
          </a:p>
        </p:txBody>
      </p:sp>
      <p:sp>
        <p:nvSpPr>
          <p:cNvPr id="23" name="文本框 22"/>
          <p:cNvSpPr txBox="1"/>
          <p:nvPr/>
        </p:nvSpPr>
        <p:spPr>
          <a:xfrm>
            <a:off x="5984398" y="5967307"/>
            <a:ext cx="2482002" cy="61369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基于云计算平台和智能网络</a:t>
            </a:r>
            <a:endParaRPr lang="en-US" altLang="zh-CN" sz="1200" b="0" i="0">
              <a:solidFill>
                <a:srgbClr val="333333"/>
              </a:solidFill>
              <a:effectLst/>
              <a:latin typeface="Helvetica Neue" panose="02000503000000020004" pitchFamily="2" charset="0"/>
            </a:endParaRPr>
          </a:p>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可以依据传感器网络</a:t>
            </a:r>
            <a:endParaRPr lang="zh-CN" altLang="en-US" sz="1200">
              <a:latin typeface="微软雅黑" panose="020B0503020204020204" pitchFamily="34" charset="-122"/>
              <a:ea typeface="微软雅黑" panose="020B0503020204020204" pitchFamily="34" charset="-122"/>
            </a:endParaRPr>
          </a:p>
        </p:txBody>
      </p:sp>
      <p:sp>
        <p:nvSpPr>
          <p:cNvPr id="24" name="文本框 23"/>
          <p:cNvSpPr txBox="1"/>
          <p:nvPr/>
        </p:nvSpPr>
        <p:spPr>
          <a:xfrm>
            <a:off x="9096604" y="5967307"/>
            <a:ext cx="2482002" cy="61369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基于云计算平台和智能网络</a:t>
            </a:r>
            <a:endParaRPr lang="en-US" altLang="zh-CN" sz="1200" b="0" i="0">
              <a:solidFill>
                <a:srgbClr val="333333"/>
              </a:solidFill>
              <a:effectLst/>
              <a:latin typeface="Helvetica Neue" panose="02000503000000020004" pitchFamily="2" charset="0"/>
            </a:endParaRPr>
          </a:p>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可以依据传感器网络</a:t>
            </a:r>
            <a:endParaRPr lang="zh-CN" altLang="en-US" sz="1200">
              <a:latin typeface="微软雅黑" panose="020B0503020204020204" pitchFamily="34" charset="-122"/>
              <a:ea typeface="微软雅黑" panose="020B0503020204020204" pitchFamily="34" charset="-122"/>
            </a:endParaRPr>
          </a:p>
        </p:txBody>
      </p:sp>
      <p:pic>
        <p:nvPicPr>
          <p:cNvPr id="61" name="图片 60"/>
          <p:cNvPicPr>
            <a:picLocks noChangeAspect="1"/>
          </p:cNvPicPr>
          <p:nvPr/>
        </p:nvPicPr>
        <p:blipFill>
          <a:blip r:embed="rId2"/>
          <a:stretch>
            <a:fillRect/>
          </a:stretch>
        </p:blipFill>
        <p:spPr>
          <a:xfrm>
            <a:off x="3160205" y="1892457"/>
            <a:ext cx="1459865" cy="1913239"/>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标题 103"/>
          <p:cNvSpPr>
            <a:spLocks noGrp="1"/>
          </p:cNvSpPr>
          <p:nvPr>
            <p:ph type="title"/>
          </p:nvPr>
        </p:nvSpPr>
        <p:spPr>
          <a:xfrm>
            <a:off x="632137" y="245670"/>
            <a:ext cx="6695941" cy="402674"/>
          </a:xfrm>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Helvetica85-Heavy"/>
                <a:ea typeface="汉仪综艺体简" panose="02010609000101010101" pitchFamily="49" charset="-122"/>
                <a:cs typeface="+mn-cs"/>
              </a:rPr>
              <a:t>物联网企业介绍</a:t>
            </a:r>
          </a:p>
        </p:txBody>
      </p:sp>
      <p:sp>
        <p:nvSpPr>
          <p:cNvPr id="107" name="文本框 106"/>
          <p:cNvSpPr txBox="1"/>
          <p:nvPr/>
        </p:nvSpPr>
        <p:spPr>
          <a:xfrm>
            <a:off x="625557" y="611269"/>
            <a:ext cx="2784993" cy="276999"/>
          </a:xfrm>
          <a:prstGeom prst="rect">
            <a:avLst/>
          </a:prstGeom>
          <a:noFill/>
        </p:spPr>
        <p:txBody>
          <a:bodyPr wrap="none" rtlCol="0">
            <a:spAutoFit/>
          </a:bodyPr>
          <a:lstStyle>
            <a:defPPr>
              <a:defRPr lang="zh-CN"/>
            </a:defPPr>
            <a:lvl1pPr>
              <a:defRPr sz="1400">
                <a:solidFill>
                  <a:schemeClr val="bg1">
                    <a:lumMod val="65000"/>
                  </a:schemeClr>
                </a:solidFill>
                <a:effectLst/>
                <a:latin typeface="微软雅黑 Light" panose="020B0502040204020203" pitchFamily="34" charset="-122"/>
                <a:ea typeface="微软雅黑 Light" panose="020B0502040204020203" pitchFamily="34" charset="-122"/>
                <a:cs typeface="阿里巴巴普惠体 M" panose="00020600040101010101" pitchFamily="18"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altLang="zh-CN" sz="1200" spc="300" dirty="0"/>
              <a:t>Design Project Directory</a:t>
            </a:r>
          </a:p>
        </p:txBody>
      </p:sp>
      <p:sp>
        <p:nvSpPr>
          <p:cNvPr id="2" name="圆角矩形 1"/>
          <p:cNvSpPr/>
          <p:nvPr/>
        </p:nvSpPr>
        <p:spPr>
          <a:xfrm>
            <a:off x="75940" y="6210300"/>
            <a:ext cx="12058403" cy="647700"/>
          </a:xfrm>
          <a:prstGeom prst="roundRect">
            <a:avLst/>
          </a:prstGeom>
          <a:gradFill flip="none" rotWithShape="1">
            <a:gsLst>
              <a:gs pos="0">
                <a:srgbClr val="53DEDF"/>
              </a:gs>
              <a:gs pos="53000">
                <a:srgbClr val="4199FF"/>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kumimoji="1" lang="zh-CN" altLang="en-US" b="1">
              <a:solidFill>
                <a:schemeClr val="bg1"/>
              </a:solidFill>
              <a:latin typeface="微软雅黑" panose="020B0503020204020204" pitchFamily="34" charset="-122"/>
              <a:ea typeface="微软雅黑" panose="020B0503020204020204" pitchFamily="34" charset="-122"/>
            </a:endParaRPr>
          </a:p>
        </p:txBody>
      </p:sp>
      <p:sp>
        <p:nvSpPr>
          <p:cNvPr id="5" name="圆角矩形 4"/>
          <p:cNvSpPr/>
          <p:nvPr/>
        </p:nvSpPr>
        <p:spPr>
          <a:xfrm>
            <a:off x="147180" y="1244685"/>
            <a:ext cx="4943783" cy="2024605"/>
          </a:xfrm>
          <a:prstGeom prst="roundRect">
            <a:avLst>
              <a:gd name="adj" fmla="val 7258"/>
            </a:avLst>
          </a:prstGeom>
          <a:solidFill>
            <a:schemeClr val="bg1"/>
          </a:solidFill>
          <a:ln>
            <a:noFill/>
          </a:ln>
          <a:effectLst>
            <a:outerShdw blurRad="963972" dist="25400" dir="5400000" algn="t" rotWithShape="0">
              <a:srgbClr val="0153FF">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圆角矩形 8"/>
          <p:cNvSpPr/>
          <p:nvPr/>
        </p:nvSpPr>
        <p:spPr>
          <a:xfrm>
            <a:off x="147180" y="3652866"/>
            <a:ext cx="4943783" cy="2351842"/>
          </a:xfrm>
          <a:prstGeom prst="roundRect">
            <a:avLst>
              <a:gd name="adj" fmla="val 7258"/>
            </a:avLst>
          </a:prstGeom>
          <a:solidFill>
            <a:schemeClr val="bg1"/>
          </a:solidFill>
          <a:ln>
            <a:noFill/>
          </a:ln>
          <a:effectLst>
            <a:outerShdw blurRad="963972" dist="25400" dir="5400000" algn="t" rotWithShape="0">
              <a:srgbClr val="0153FF">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圆角矩形 11"/>
          <p:cNvSpPr/>
          <p:nvPr/>
        </p:nvSpPr>
        <p:spPr>
          <a:xfrm>
            <a:off x="6868171" y="1244685"/>
            <a:ext cx="5176649" cy="2024605"/>
          </a:xfrm>
          <a:prstGeom prst="roundRect">
            <a:avLst>
              <a:gd name="adj" fmla="val 7258"/>
            </a:avLst>
          </a:prstGeom>
          <a:solidFill>
            <a:schemeClr val="bg1"/>
          </a:solidFill>
          <a:ln>
            <a:noFill/>
          </a:ln>
          <a:effectLst>
            <a:outerShdw blurRad="963972" dist="25400" dir="5400000" algn="t" rotWithShape="0">
              <a:srgbClr val="0153FF">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圆角矩形 22"/>
          <p:cNvSpPr/>
          <p:nvPr/>
        </p:nvSpPr>
        <p:spPr>
          <a:xfrm>
            <a:off x="6868171" y="3652866"/>
            <a:ext cx="5176649" cy="2351842"/>
          </a:xfrm>
          <a:prstGeom prst="roundRect">
            <a:avLst>
              <a:gd name="adj" fmla="val 7258"/>
            </a:avLst>
          </a:prstGeom>
          <a:solidFill>
            <a:schemeClr val="bg1"/>
          </a:solidFill>
          <a:ln>
            <a:noFill/>
          </a:ln>
          <a:effectLst>
            <a:outerShdw blurRad="963972" dist="25400" dir="5400000" algn="t" rotWithShape="0">
              <a:srgbClr val="0153FF">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p:cNvSpPr>
            <a:spLocks noChangeAspect="1"/>
          </p:cNvSpPr>
          <p:nvPr/>
        </p:nvSpPr>
        <p:spPr>
          <a:xfrm>
            <a:off x="4226503" y="1839809"/>
            <a:ext cx="3528000" cy="3528000"/>
          </a:xfrm>
          <a:prstGeom prst="ellipse">
            <a:avLst/>
          </a:prstGeom>
          <a:solidFill>
            <a:schemeClr val="bg1"/>
          </a:solidFill>
          <a:ln w="762000" cap="rnd">
            <a:solidFill>
              <a:srgbClr val="C4E3FD">
                <a:alpha val="40000"/>
              </a:srgbClr>
            </a:solid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61" name="矩形: 圆角 12"/>
          <p:cNvSpPr/>
          <p:nvPr/>
        </p:nvSpPr>
        <p:spPr>
          <a:xfrm>
            <a:off x="370372" y="1553616"/>
            <a:ext cx="2647400" cy="374571"/>
          </a:xfrm>
          <a:prstGeom prst="roundRect">
            <a:avLst/>
          </a:prstGeom>
          <a:noFill/>
          <a:ln>
            <a:noFill/>
          </a:ln>
        </p:spPr>
        <p:txBody>
          <a:bodyPr wrap="square">
            <a:spAutoFit/>
          </a:bodyPr>
          <a:lstStyle/>
          <a:p>
            <a:r>
              <a:rPr lang="zh-CN" altLang="en-US" sz="1600" b="1">
                <a:gradFill>
                  <a:gsLst>
                    <a:gs pos="23000">
                      <a:srgbClr val="2946ED"/>
                    </a:gs>
                    <a:gs pos="100000">
                      <a:srgbClr val="4294FF"/>
                    </a:gs>
                  </a:gsLst>
                  <a:path path="circle">
                    <a:fillToRect r="100000" b="100000"/>
                  </a:path>
                </a:gradFill>
                <a:latin typeface="微软雅黑" panose="020B0503020204020204" pitchFamily="34" charset="-122"/>
                <a:ea typeface="微软雅黑" panose="020B0503020204020204" pitchFamily="34" charset="-122"/>
              </a:rPr>
              <a:t>射频识别技术</a:t>
            </a:r>
          </a:p>
        </p:txBody>
      </p:sp>
      <p:sp>
        <p:nvSpPr>
          <p:cNvPr id="63" name="文本框 62"/>
          <p:cNvSpPr txBox="1"/>
          <p:nvPr/>
        </p:nvSpPr>
        <p:spPr>
          <a:xfrm>
            <a:off x="362329" y="1936386"/>
            <a:ext cx="3175387" cy="116769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GB" altLang="zh-CN" sz="1200" b="0" i="0" dirty="0">
                <a:solidFill>
                  <a:srgbClr val="333333"/>
                </a:solidFill>
                <a:effectLst/>
                <a:latin typeface="Helvetica Neue" panose="02000503000000020004" pitchFamily="2" charset="0"/>
              </a:rPr>
              <a:t>RFID</a:t>
            </a:r>
            <a:r>
              <a:rPr lang="zh-CN" altLang="en-US" sz="1200" b="0" i="0" dirty="0">
                <a:solidFill>
                  <a:srgbClr val="333333"/>
                </a:solidFill>
                <a:effectLst/>
                <a:latin typeface="Helvetica Neue" panose="02000503000000020004" pitchFamily="2" charset="0"/>
              </a:rPr>
              <a:t>是一种简单的无线系统，由一个询问器（或阅读器）和很多应答器（或标签）组成</a:t>
            </a:r>
            <a:endParaRPr lang="en-US" altLang="zh-CN" sz="1200" b="0" i="0" dirty="0">
              <a:solidFill>
                <a:srgbClr val="333333"/>
              </a:solidFill>
              <a:effectLst/>
              <a:latin typeface="Helvetica Neue" panose="02000503000000020004" pitchFamily="2" charset="0"/>
            </a:endParaRPr>
          </a:p>
          <a:p>
            <a:pPr marL="285750" indent="-285750">
              <a:lnSpc>
                <a:spcPct val="150000"/>
              </a:lnSpc>
              <a:buFont typeface="Arial" panose="020B0604020202020204" pitchFamily="34" charset="0"/>
              <a:buChar char="•"/>
            </a:pPr>
            <a:r>
              <a:rPr lang="zh-CN" altLang="en-US" sz="1200" b="0" i="0" dirty="0">
                <a:solidFill>
                  <a:srgbClr val="333333"/>
                </a:solidFill>
                <a:effectLst/>
                <a:latin typeface="Helvetica Neue" panose="02000503000000020004" pitchFamily="2" charset="0"/>
              </a:rPr>
              <a:t>标签由耦合元件及芯片组成</a:t>
            </a:r>
            <a:endParaRPr lang="zh-CN" altLang="en-US" sz="1200" dirty="0">
              <a:latin typeface="微软雅黑" panose="020B0503020204020204" pitchFamily="34" charset="-122"/>
              <a:ea typeface="微软雅黑" panose="020B0503020204020204" pitchFamily="34" charset="-122"/>
            </a:endParaRPr>
          </a:p>
        </p:txBody>
      </p:sp>
      <p:sp>
        <p:nvSpPr>
          <p:cNvPr id="75" name="矩形: 圆角 12"/>
          <p:cNvSpPr/>
          <p:nvPr/>
        </p:nvSpPr>
        <p:spPr>
          <a:xfrm>
            <a:off x="8039948" y="1528963"/>
            <a:ext cx="3774499" cy="374571"/>
          </a:xfrm>
          <a:prstGeom prst="roundRect">
            <a:avLst/>
          </a:prstGeom>
          <a:noFill/>
          <a:ln>
            <a:noFill/>
          </a:ln>
        </p:spPr>
        <p:txBody>
          <a:bodyPr wrap="square">
            <a:spAutoFit/>
          </a:bodyPr>
          <a:lstStyle/>
          <a:p>
            <a:pPr algn="r"/>
            <a:r>
              <a:rPr lang="zh-CN" altLang="en-US" sz="1600" b="1" dirty="0">
                <a:gradFill>
                  <a:gsLst>
                    <a:gs pos="23000">
                      <a:srgbClr val="2946ED"/>
                    </a:gs>
                    <a:gs pos="100000">
                      <a:srgbClr val="4294FF"/>
                    </a:gs>
                  </a:gsLst>
                  <a:path path="circle">
                    <a:fillToRect r="100000" b="100000"/>
                  </a:path>
                </a:gradFill>
                <a:latin typeface="微软雅黑" panose="020B0503020204020204" pitchFamily="34" charset="-122"/>
                <a:ea typeface="微软雅黑" panose="020B0503020204020204" pitchFamily="34" charset="-122"/>
              </a:rPr>
              <a:t>物联网世界中被“物”化的结果</a:t>
            </a:r>
          </a:p>
        </p:txBody>
      </p:sp>
      <p:sp>
        <p:nvSpPr>
          <p:cNvPr id="76" name="文本框 75"/>
          <p:cNvSpPr txBox="1"/>
          <p:nvPr/>
        </p:nvSpPr>
        <p:spPr>
          <a:xfrm>
            <a:off x="8318971" y="1936386"/>
            <a:ext cx="3607115" cy="1167114"/>
          </a:xfrm>
          <a:prstGeom prst="rect">
            <a:avLst/>
          </a:prstGeom>
          <a:noFill/>
        </p:spPr>
        <p:txBody>
          <a:bodyPr wrap="square">
            <a:spAutoFit/>
          </a:bodyPr>
          <a:lstStyle>
            <a:defPPr>
              <a:defRPr lang="zh-CN"/>
            </a:defPPr>
            <a:lvl1pPr marL="285750" indent="-285750">
              <a:lnSpc>
                <a:spcPct val="150000"/>
              </a:lnSpc>
              <a:buFont typeface="Arial" panose="020B0604020202020204" pitchFamily="34" charset="0"/>
              <a:buChar char="•"/>
              <a:defRPr sz="1200" b="0" i="0">
                <a:solidFill>
                  <a:srgbClr val="333333"/>
                </a:solidFill>
                <a:effectLst/>
                <a:latin typeface="Helvetica Neue" panose="02000503000000020004" pitchFamily="2" charset="0"/>
              </a:defRPr>
            </a:lvl1pPr>
          </a:lstStyle>
          <a:p>
            <a:r>
              <a:rPr lang="zh-CN" altLang="en-US" dirty="0"/>
              <a:t>它是由微传感器、微执行器、信号处理和控制电路、通讯接口和电源等部件组成的一体化的微型器件系统。</a:t>
            </a:r>
            <a:endParaRPr lang="en-US" altLang="zh-CN" dirty="0"/>
          </a:p>
          <a:p>
            <a:r>
              <a:rPr lang="zh-CN" altLang="en-US" dirty="0"/>
              <a:t>其目标是把信息的获取</a:t>
            </a:r>
          </a:p>
        </p:txBody>
      </p:sp>
      <p:sp>
        <p:nvSpPr>
          <p:cNvPr id="77" name="矩形: 圆角 12"/>
          <p:cNvSpPr/>
          <p:nvPr/>
        </p:nvSpPr>
        <p:spPr>
          <a:xfrm>
            <a:off x="8574879" y="3945839"/>
            <a:ext cx="3242441" cy="374571"/>
          </a:xfrm>
          <a:prstGeom prst="roundRect">
            <a:avLst/>
          </a:prstGeom>
          <a:noFill/>
          <a:ln>
            <a:noFill/>
          </a:ln>
        </p:spPr>
        <p:txBody>
          <a:bodyPr wrap="square">
            <a:spAutoFit/>
          </a:bodyPr>
          <a:lstStyle/>
          <a:p>
            <a:pPr algn="r"/>
            <a:r>
              <a:rPr lang="zh-CN" altLang="en-US" sz="1600" b="1">
                <a:gradFill>
                  <a:gsLst>
                    <a:gs pos="23000">
                      <a:srgbClr val="2946ED"/>
                    </a:gs>
                    <a:gs pos="100000">
                      <a:srgbClr val="4294FF"/>
                    </a:gs>
                  </a:gsLst>
                  <a:path path="circle">
                    <a:fillToRect r="100000" b="100000"/>
                  </a:path>
                </a:gradFill>
                <a:latin typeface="微软雅黑" panose="020B0503020204020204" pitchFamily="34" charset="-122"/>
                <a:ea typeface="微软雅黑" panose="020B0503020204020204" pitchFamily="34" charset="-122"/>
              </a:rPr>
              <a:t>具有强大计算能力的完美系统</a:t>
            </a:r>
            <a:endParaRPr lang="zh-CN" altLang="en-US" sz="1600" b="1">
              <a:gradFill>
                <a:gsLst>
                  <a:gs pos="23000">
                    <a:srgbClr val="2946ED"/>
                  </a:gs>
                  <a:gs pos="100000">
                    <a:srgbClr val="4294FF"/>
                  </a:gs>
                </a:gsLst>
                <a:path path="circle">
                  <a:fillToRect r="100000" b="100000"/>
                </a:path>
              </a:gradFill>
              <a:latin typeface="微软雅黑" panose="020B0503020204020204" pitchFamily="34" charset="-122"/>
              <a:ea typeface="微软雅黑" panose="020B0503020204020204" pitchFamily="34" charset="-122"/>
              <a:sym typeface="+mn-ea"/>
            </a:endParaRPr>
          </a:p>
        </p:txBody>
      </p:sp>
      <p:sp>
        <p:nvSpPr>
          <p:cNvPr id="79" name="矩形: 圆角 12"/>
          <p:cNvSpPr/>
          <p:nvPr/>
        </p:nvSpPr>
        <p:spPr>
          <a:xfrm>
            <a:off x="8901046" y="4984330"/>
            <a:ext cx="2916274" cy="374571"/>
          </a:xfrm>
          <a:prstGeom prst="roundRect">
            <a:avLst/>
          </a:prstGeom>
          <a:noFill/>
          <a:ln>
            <a:noFill/>
          </a:ln>
        </p:spPr>
        <p:txBody>
          <a:bodyPr wrap="square">
            <a:spAutoFit/>
          </a:bodyPr>
          <a:lstStyle/>
          <a:p>
            <a:pPr algn="r"/>
            <a:r>
              <a:rPr lang="zh-CN" altLang="en-US" sz="1600" b="1">
                <a:gradFill>
                  <a:gsLst>
                    <a:gs pos="23000">
                      <a:srgbClr val="2946ED"/>
                    </a:gs>
                    <a:gs pos="100000">
                      <a:srgbClr val="4294FF"/>
                    </a:gs>
                  </a:gsLst>
                  <a:path path="circle">
                    <a:fillToRect r="100000" b="100000"/>
                  </a:path>
                </a:gradFill>
                <a:latin typeface="微软雅黑" panose="020B0503020204020204" pitchFamily="34" charset="-122"/>
                <a:ea typeface="微软雅黑" panose="020B0503020204020204" pitchFamily="34" charset="-122"/>
              </a:rPr>
              <a:t>云计算核心理念</a:t>
            </a:r>
            <a:endParaRPr lang="zh-CN" altLang="en-US" sz="1600" b="1">
              <a:gradFill>
                <a:gsLst>
                  <a:gs pos="23000">
                    <a:srgbClr val="2946ED"/>
                  </a:gs>
                  <a:gs pos="100000">
                    <a:srgbClr val="4294FF"/>
                  </a:gs>
                </a:gsLst>
                <a:path path="circle">
                  <a:fillToRect r="100000" b="100000"/>
                </a:path>
              </a:gradFill>
              <a:latin typeface="微软雅黑" panose="020B0503020204020204" pitchFamily="34" charset="-122"/>
              <a:ea typeface="微软雅黑" panose="020B0503020204020204" pitchFamily="34" charset="-122"/>
              <a:sym typeface="+mn-ea"/>
            </a:endParaRPr>
          </a:p>
        </p:txBody>
      </p:sp>
      <p:sp>
        <p:nvSpPr>
          <p:cNvPr id="81" name="矩形 80"/>
          <p:cNvSpPr/>
          <p:nvPr/>
        </p:nvSpPr>
        <p:spPr>
          <a:xfrm>
            <a:off x="5097375" y="4078448"/>
            <a:ext cx="1804279" cy="630667"/>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a:solidFill>
                  <a:schemeClr val="tx1"/>
                </a:solidFill>
                <a:latin typeface="微软雅黑" panose="020B0503020204020204" pitchFamily="34" charset="-122"/>
                <a:ea typeface="微软雅黑" panose="020B0503020204020204" pitchFamily="34" charset="-122"/>
              </a:rPr>
              <a:t>点击此处替换文字</a:t>
            </a:r>
            <a:endParaRPr kumimoji="1" lang="zh-CN" altLang="zh-CN" sz="2400" b="1">
              <a:solidFill>
                <a:schemeClr val="tx1"/>
              </a:solidFill>
              <a:latin typeface="微软雅黑" panose="020B0503020204020204" pitchFamily="34" charset="-122"/>
              <a:ea typeface="微软雅黑" panose="020B0503020204020204" pitchFamily="34" charset="-122"/>
            </a:endParaRPr>
          </a:p>
        </p:txBody>
      </p:sp>
      <p:sp>
        <p:nvSpPr>
          <p:cNvPr id="82" name="三角形 81"/>
          <p:cNvSpPr/>
          <p:nvPr/>
        </p:nvSpPr>
        <p:spPr>
          <a:xfrm rot="5400000">
            <a:off x="5777364" y="1797519"/>
            <a:ext cx="184545" cy="159091"/>
          </a:xfrm>
          <a:prstGeom prst="triangle">
            <a:avLst/>
          </a:prstGeom>
          <a:solidFill>
            <a:srgbClr val="326B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3" name="三角形 82"/>
          <p:cNvSpPr/>
          <p:nvPr/>
        </p:nvSpPr>
        <p:spPr>
          <a:xfrm rot="16200000">
            <a:off x="5715827" y="5167429"/>
            <a:ext cx="184545" cy="159091"/>
          </a:xfrm>
          <a:prstGeom prst="triangle">
            <a:avLst/>
          </a:prstGeom>
          <a:solidFill>
            <a:srgbClr val="326B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4" name="三角形 83"/>
          <p:cNvSpPr/>
          <p:nvPr/>
        </p:nvSpPr>
        <p:spPr>
          <a:xfrm>
            <a:off x="4199666" y="3472490"/>
            <a:ext cx="184545" cy="159091"/>
          </a:xfrm>
          <a:prstGeom prst="triangle">
            <a:avLst/>
          </a:prstGeom>
          <a:solidFill>
            <a:srgbClr val="326B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5" name="三角形 84"/>
          <p:cNvSpPr/>
          <p:nvPr/>
        </p:nvSpPr>
        <p:spPr>
          <a:xfrm rot="10800000">
            <a:off x="7584779" y="3326386"/>
            <a:ext cx="184545" cy="159091"/>
          </a:xfrm>
          <a:prstGeom prst="triangle">
            <a:avLst/>
          </a:prstGeom>
          <a:solidFill>
            <a:srgbClr val="326B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6" name="文本框 85"/>
          <p:cNvSpPr txBox="1"/>
          <p:nvPr/>
        </p:nvSpPr>
        <p:spPr>
          <a:xfrm>
            <a:off x="8679573" y="4293944"/>
            <a:ext cx="1801562" cy="613694"/>
          </a:xfrm>
          <a:prstGeom prst="rect">
            <a:avLst/>
          </a:prstGeom>
          <a:noFill/>
        </p:spPr>
        <p:txBody>
          <a:bodyPr wrap="square">
            <a:spAutoFit/>
          </a:bodyPr>
          <a:lstStyle>
            <a:defPPr>
              <a:defRPr lang="zh-CN"/>
            </a:defPPr>
            <a:lvl1pPr marL="285750" indent="-285750">
              <a:lnSpc>
                <a:spcPct val="150000"/>
              </a:lnSpc>
              <a:buFont typeface="Arial" panose="020B0604020202020204" pitchFamily="34" charset="0"/>
              <a:buChar char="•"/>
              <a:defRPr sz="1400">
                <a:latin typeface="微软雅黑" panose="020B0503020204020204" pitchFamily="34" charset="-122"/>
                <a:ea typeface="微软雅黑" panose="020B0503020204020204" pitchFamily="34" charset="-122"/>
              </a:defRPr>
            </a:lvl1pPr>
          </a:lstStyle>
          <a:p>
            <a:r>
              <a:rPr lang="zh-CN" altLang="en-US" sz="1200" b="0">
                <a:solidFill>
                  <a:schemeClr val="tx1"/>
                </a:solidFill>
                <a:cs typeface="微软雅黑" panose="020B0503020204020204" pitchFamily="34" charset="-122"/>
                <a:sym typeface="+mn-ea"/>
              </a:rPr>
              <a:t>物联网技术</a:t>
            </a:r>
            <a:endParaRPr lang="en-US" altLang="zh-CN" sz="1200" b="0">
              <a:solidFill>
                <a:schemeClr val="tx1"/>
              </a:solidFill>
              <a:cs typeface="微软雅黑" panose="020B0503020204020204" pitchFamily="34" charset="-122"/>
              <a:sym typeface="+mn-ea"/>
            </a:endParaRPr>
          </a:p>
          <a:p>
            <a:r>
              <a:rPr lang="zh-CN" altLang="en-US" sz="1200">
                <a:cs typeface="微软雅黑" panose="020B0503020204020204" pitchFamily="34" charset="-122"/>
                <a:sym typeface="+mn-ea"/>
              </a:rPr>
              <a:t>通讯技术</a:t>
            </a:r>
            <a:endParaRPr lang="en-US" altLang="zh-CN" sz="1200">
              <a:cs typeface="微软雅黑" panose="020B0503020204020204" pitchFamily="34" charset="-122"/>
              <a:sym typeface="+mn-ea"/>
            </a:endParaRPr>
          </a:p>
        </p:txBody>
      </p:sp>
      <p:sp>
        <p:nvSpPr>
          <p:cNvPr id="91" name="矩形: 圆角 12"/>
          <p:cNvSpPr/>
          <p:nvPr/>
        </p:nvSpPr>
        <p:spPr>
          <a:xfrm>
            <a:off x="392953" y="1045605"/>
            <a:ext cx="1207247" cy="409652"/>
          </a:xfrm>
          <a:prstGeom prst="round2DiagRect">
            <a:avLst>
              <a:gd name="adj1" fmla="val 31399"/>
              <a:gd name="adj2" fmla="val 0"/>
            </a:avLst>
          </a:prstGeom>
          <a:gradFill>
            <a:gsLst>
              <a:gs pos="20000">
                <a:srgbClr val="2946ED"/>
              </a:gs>
              <a:gs pos="100000">
                <a:srgbClr val="4294FF"/>
              </a:gs>
            </a:gsLst>
            <a:path path="circle">
              <a:fillToRect r="100000" b="100000"/>
            </a:path>
          </a:gradFill>
          <a:ln w="12700" cap="flat" cmpd="sng" algn="ctr">
            <a:noFill/>
            <a:prstDash val="solid"/>
            <a:miter lim="800000"/>
          </a:ln>
          <a:effectLst/>
        </p:spPr>
        <p:txBody>
          <a:bodyPr rot="0" spcFirstLastPara="0" vertOverflow="overflow" horzOverflow="overflow" vert="horz" wrap="square" lIns="216000" tIns="45720" rIns="91440" bIns="45720" numCol="1" spcCol="0" rtlCol="0" fromWordArt="0" anchor="ctr" anchorCtr="0" forceAA="0" compatLnSpc="1">
            <a:noAutofit/>
          </a:bodyPr>
          <a:lstStyle/>
          <a:p>
            <a:pPr algn="ctr">
              <a:defRPr/>
            </a:pPr>
            <a:r>
              <a:rPr kumimoji="0" lang="zh-CN" altLang="en-US" sz="16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rPr>
              <a:t>替换文字</a:t>
            </a:r>
          </a:p>
        </p:txBody>
      </p:sp>
      <p:sp>
        <p:nvSpPr>
          <p:cNvPr id="92" name="矩形: 圆角 12"/>
          <p:cNvSpPr/>
          <p:nvPr/>
        </p:nvSpPr>
        <p:spPr>
          <a:xfrm>
            <a:off x="392953" y="3478230"/>
            <a:ext cx="2301629" cy="409652"/>
          </a:xfrm>
          <a:prstGeom prst="round2DiagRect">
            <a:avLst>
              <a:gd name="adj1" fmla="val 31399"/>
              <a:gd name="adj2" fmla="val 0"/>
            </a:avLst>
          </a:prstGeom>
          <a:gradFill>
            <a:gsLst>
              <a:gs pos="20000">
                <a:srgbClr val="2946ED"/>
              </a:gs>
              <a:gs pos="100000">
                <a:srgbClr val="4294FF"/>
              </a:gs>
            </a:gsLst>
            <a:path path="circle">
              <a:fillToRect r="100000" b="100000"/>
            </a:path>
          </a:gradFill>
          <a:ln w="12700" cap="flat" cmpd="sng" algn="ctr">
            <a:noFill/>
            <a:prstDash val="solid"/>
            <a:miter lim="800000"/>
          </a:ln>
          <a:effectLst/>
        </p:spPr>
        <p:txBody>
          <a:bodyPr rot="0" spcFirstLastPara="0" vertOverflow="overflow" horzOverflow="overflow" vert="horz" wrap="square" lIns="216000" tIns="45720" rIns="91440" bIns="45720" numCol="1" spcCol="0" rtlCol="0" fromWordArt="0" anchor="ctr" anchorCtr="0" forceAA="0" compatLnSpc="1">
            <a:noAutofit/>
          </a:bodyPr>
          <a:lstStyle/>
          <a:p>
            <a:pPr algn="ctr">
              <a:defRPr/>
            </a:pPr>
            <a:r>
              <a:rPr kumimoji="0" lang="zh-CN" altLang="en-US" sz="16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rPr>
              <a:t>点击此处替换文字</a:t>
            </a:r>
          </a:p>
        </p:txBody>
      </p:sp>
      <p:sp>
        <p:nvSpPr>
          <p:cNvPr id="93" name="矩形: 圆角 12"/>
          <p:cNvSpPr/>
          <p:nvPr/>
        </p:nvSpPr>
        <p:spPr>
          <a:xfrm>
            <a:off x="10078947" y="1045605"/>
            <a:ext cx="1717278" cy="409652"/>
          </a:xfrm>
          <a:prstGeom prst="round2DiagRect">
            <a:avLst>
              <a:gd name="adj1" fmla="val 31399"/>
              <a:gd name="adj2" fmla="val 0"/>
            </a:avLst>
          </a:prstGeom>
          <a:gradFill>
            <a:gsLst>
              <a:gs pos="20000">
                <a:srgbClr val="2946ED"/>
              </a:gs>
              <a:gs pos="100000">
                <a:srgbClr val="4294FF"/>
              </a:gs>
            </a:gsLst>
            <a:path path="circle">
              <a:fillToRect r="100000" b="100000"/>
            </a:path>
          </a:gradFill>
          <a:ln w="12700" cap="flat" cmpd="sng" algn="ctr">
            <a:noFill/>
            <a:prstDash val="solid"/>
            <a:miter lim="800000"/>
          </a:ln>
          <a:effectLst/>
        </p:spPr>
        <p:txBody>
          <a:bodyPr rot="0" spcFirstLastPara="0" vertOverflow="overflow" horzOverflow="overflow" vert="horz" wrap="square" lIns="216000" tIns="45720" rIns="91440" bIns="45720" numCol="1" spcCol="0" rtlCol="0" fromWordArt="0" anchor="ctr" anchorCtr="0" forceAA="0" compatLnSpc="1">
            <a:noAutofit/>
          </a:bodyPr>
          <a:lstStyle/>
          <a:p>
            <a:pPr algn="ctr">
              <a:defRPr/>
            </a:pPr>
            <a:r>
              <a:rPr kumimoji="0" lang="zh-CN" altLang="en-US" sz="16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rPr>
              <a:t>点击替换文字</a:t>
            </a:r>
          </a:p>
        </p:txBody>
      </p:sp>
      <p:sp>
        <p:nvSpPr>
          <p:cNvPr id="97" name="矩形: 圆角 12"/>
          <p:cNvSpPr/>
          <p:nvPr/>
        </p:nvSpPr>
        <p:spPr>
          <a:xfrm>
            <a:off x="9758855" y="3478230"/>
            <a:ext cx="2037369" cy="409652"/>
          </a:xfrm>
          <a:prstGeom prst="round2DiagRect">
            <a:avLst>
              <a:gd name="adj1" fmla="val 31399"/>
              <a:gd name="adj2" fmla="val 0"/>
            </a:avLst>
          </a:prstGeom>
          <a:gradFill>
            <a:gsLst>
              <a:gs pos="20000">
                <a:srgbClr val="2946ED"/>
              </a:gs>
              <a:gs pos="100000">
                <a:srgbClr val="4294FF"/>
              </a:gs>
            </a:gsLst>
            <a:path path="circle">
              <a:fillToRect r="100000" b="100000"/>
            </a:path>
          </a:gradFill>
          <a:ln w="12700" cap="flat" cmpd="sng" algn="ctr">
            <a:noFill/>
            <a:prstDash val="solid"/>
            <a:miter lim="800000"/>
          </a:ln>
          <a:effectLst/>
        </p:spPr>
        <p:txBody>
          <a:bodyPr rot="0" spcFirstLastPara="0" vertOverflow="overflow" horzOverflow="overflow" vert="horz" wrap="square" lIns="216000" tIns="45720" rIns="91440" bIns="45720" numCol="1" spcCol="0" rtlCol="0" fromWordArt="0" anchor="ctr" anchorCtr="0" forceAA="0" compatLnSpc="1">
            <a:noAutofit/>
          </a:bodyPr>
          <a:lstStyle/>
          <a:p>
            <a:pPr algn="ctr">
              <a:defRPr/>
            </a:pPr>
            <a:r>
              <a:rPr kumimoji="0" lang="zh-CN" altLang="en-US" sz="16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rPr>
              <a:t>点击此处替换文字</a:t>
            </a:r>
          </a:p>
        </p:txBody>
      </p:sp>
      <p:sp>
        <p:nvSpPr>
          <p:cNvPr id="98" name="右箭头 97"/>
          <p:cNvSpPr/>
          <p:nvPr/>
        </p:nvSpPr>
        <p:spPr>
          <a:xfrm>
            <a:off x="5859404" y="6298767"/>
            <a:ext cx="491475" cy="470766"/>
          </a:xfrm>
          <a:prstGeom prst="rightArrow">
            <a:avLst>
              <a:gd name="adj1" fmla="val 50000"/>
              <a:gd name="adj2" fmla="val 84286"/>
            </a:avLst>
          </a:prstGeom>
          <a:gradFill flip="none" rotWithShape="1">
            <a:gsLst>
              <a:gs pos="0">
                <a:schemeClr val="bg1">
                  <a:alpha val="0"/>
                </a:schemeClr>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latin typeface="微软雅黑" panose="020B0503020204020204" pitchFamily="34" charset="-122"/>
              <a:ea typeface="微软雅黑" panose="020B0503020204020204" pitchFamily="34" charset="-122"/>
            </a:endParaRPr>
          </a:p>
        </p:txBody>
      </p:sp>
      <p:sp>
        <p:nvSpPr>
          <p:cNvPr id="103" name="圆角矩形 102"/>
          <p:cNvSpPr/>
          <p:nvPr/>
        </p:nvSpPr>
        <p:spPr>
          <a:xfrm>
            <a:off x="1445318" y="6339619"/>
            <a:ext cx="3905152" cy="389063"/>
          </a:xfrm>
          <a:prstGeom prst="roundRect">
            <a:avLst/>
          </a:prstGeom>
          <a:no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a:solidFill>
                  <a:schemeClr val="bg1"/>
                </a:solidFill>
                <a:latin typeface="微软雅黑" panose="020B0503020204020204" pitchFamily="34" charset="-122"/>
                <a:ea typeface="微软雅黑" panose="020B0503020204020204" pitchFamily="34" charset="-122"/>
              </a:rPr>
              <a:t>202X</a:t>
            </a:r>
            <a:r>
              <a:rPr kumimoji="1" lang="zh-CN" altLang="en-US" b="1">
                <a:solidFill>
                  <a:schemeClr val="bg1"/>
                </a:solidFill>
                <a:latin typeface="微软雅黑" panose="020B0503020204020204" pitchFamily="34" charset="-122"/>
                <a:ea typeface="微软雅黑" panose="020B0503020204020204" pitchFamily="34" charset="-122"/>
              </a:rPr>
              <a:t>：点击此处替换文字</a:t>
            </a:r>
            <a:endParaRPr kumimoji="1" lang="zh-CN" altLang="zh-CN" b="1">
              <a:solidFill>
                <a:schemeClr val="bg1"/>
              </a:solidFill>
              <a:latin typeface="微软雅黑" panose="020B0503020204020204" pitchFamily="34" charset="-122"/>
              <a:ea typeface="微软雅黑" panose="020B0503020204020204" pitchFamily="34" charset="-122"/>
            </a:endParaRPr>
          </a:p>
        </p:txBody>
      </p:sp>
      <p:sp>
        <p:nvSpPr>
          <p:cNvPr id="105" name="圆角矩形 104"/>
          <p:cNvSpPr/>
          <p:nvPr/>
        </p:nvSpPr>
        <p:spPr>
          <a:xfrm>
            <a:off x="6790541" y="6339619"/>
            <a:ext cx="3905152" cy="389063"/>
          </a:xfrm>
          <a:prstGeom prst="roundRect">
            <a:avLst/>
          </a:prstGeom>
          <a:no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a:solidFill>
                  <a:schemeClr val="bg1"/>
                </a:solidFill>
                <a:latin typeface="微软雅黑" panose="020B0503020204020204" pitchFamily="34" charset="-122"/>
                <a:ea typeface="微软雅黑" panose="020B0503020204020204" pitchFamily="34" charset="-122"/>
                <a:sym typeface="+mn-ea"/>
              </a:rPr>
              <a:t>202X：</a:t>
            </a:r>
            <a:r>
              <a:rPr kumimoji="1" lang="zh-CN" altLang="en-US" b="1">
                <a:solidFill>
                  <a:schemeClr val="bg1"/>
                </a:solidFill>
                <a:latin typeface="微软雅黑" panose="020B0503020204020204" pitchFamily="34" charset="-122"/>
                <a:ea typeface="微软雅黑" panose="020B0503020204020204" pitchFamily="34" charset="-122"/>
                <a:sym typeface="+mn-ea"/>
              </a:rPr>
              <a:t>点击此处替换文字</a:t>
            </a:r>
            <a:endParaRPr kumimoji="1" lang="en-US" altLang="zh-CN" b="1">
              <a:solidFill>
                <a:schemeClr val="bg1"/>
              </a:solidFill>
              <a:latin typeface="微软雅黑" panose="020B0503020204020204" pitchFamily="34" charset="-122"/>
              <a:ea typeface="微软雅黑" panose="020B0503020204020204" pitchFamily="34" charset="-122"/>
              <a:sym typeface="+mn-ea"/>
            </a:endParaRPr>
          </a:p>
        </p:txBody>
      </p:sp>
      <p:sp>
        <p:nvSpPr>
          <p:cNvPr id="106" name="文本框 105"/>
          <p:cNvSpPr txBox="1"/>
          <p:nvPr/>
        </p:nvSpPr>
        <p:spPr>
          <a:xfrm>
            <a:off x="1452188" y="3960041"/>
            <a:ext cx="1135247" cy="890693"/>
          </a:xfrm>
          <a:prstGeom prst="rect">
            <a:avLst/>
          </a:prstGeom>
          <a:noFill/>
        </p:spPr>
        <p:txBody>
          <a:bodyPr wrap="none">
            <a:spAutoFit/>
          </a:bodyPr>
          <a:lstStyle/>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机器</a:t>
            </a:r>
            <a:endParaRPr lang="en-US" altLang="zh-CN" sz="1200" b="0" i="0">
              <a:solidFill>
                <a:srgbClr val="333333"/>
              </a:solidFill>
              <a:effectLst/>
              <a:latin typeface="Helvetica Neue" panose="02000503000000020004" pitchFamily="2" charset="0"/>
            </a:endParaRPr>
          </a:p>
          <a:p>
            <a:pPr marL="285750" indent="-285750">
              <a:lnSpc>
                <a:spcPct val="150000"/>
              </a:lnSpc>
              <a:buFont typeface="Arial" panose="020B0604020202020204" pitchFamily="34" charset="0"/>
              <a:buChar char="•"/>
            </a:pPr>
            <a:r>
              <a:rPr lang="en-GB" altLang="zh-CN" sz="1200" b="0" i="0">
                <a:solidFill>
                  <a:srgbClr val="333333"/>
                </a:solidFill>
                <a:effectLst/>
                <a:latin typeface="Helvetica Neue" panose="02000503000000020004" pitchFamily="2" charset="0"/>
              </a:rPr>
              <a:t>M2M</a:t>
            </a:r>
            <a:r>
              <a:rPr lang="zh-CN" altLang="en-US" sz="1200" b="0" i="0">
                <a:solidFill>
                  <a:srgbClr val="333333"/>
                </a:solidFill>
                <a:effectLst/>
                <a:latin typeface="Helvetica Neue" panose="02000503000000020004" pitchFamily="2" charset="0"/>
              </a:rPr>
              <a:t>硬件</a:t>
            </a:r>
            <a:endParaRPr lang="en-US" altLang="zh-CN" sz="1200" b="0" i="0">
              <a:solidFill>
                <a:srgbClr val="333333"/>
              </a:solidFill>
              <a:effectLst/>
              <a:latin typeface="Helvetica Neue" panose="02000503000000020004" pitchFamily="2" charset="0"/>
            </a:endParaRPr>
          </a:p>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通信网络</a:t>
            </a:r>
            <a:endParaRPr lang="zh-CN" altLang="zh-CN" sz="1200">
              <a:latin typeface="微软雅黑" panose="020B0503020204020204" pitchFamily="34" charset="-122"/>
              <a:ea typeface="微软雅黑" panose="020B0503020204020204" pitchFamily="34" charset="-122"/>
            </a:endParaRPr>
          </a:p>
        </p:txBody>
      </p:sp>
      <p:sp>
        <p:nvSpPr>
          <p:cNvPr id="108" name="矩形: 圆角 12"/>
          <p:cNvSpPr/>
          <p:nvPr/>
        </p:nvSpPr>
        <p:spPr>
          <a:xfrm>
            <a:off x="392953" y="4274983"/>
            <a:ext cx="884128" cy="307777"/>
          </a:xfrm>
          <a:prstGeom prst="roundRect">
            <a:avLst/>
          </a:prstGeom>
          <a:solidFill>
            <a:srgbClr val="C4E3FD"/>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400">
                <a:latin typeface="微软雅黑" panose="020B0503020204020204" pitchFamily="34" charset="-122"/>
                <a:ea typeface="微软雅黑" panose="020B0503020204020204" pitchFamily="34" charset="-122"/>
              </a:rPr>
              <a:t>文字</a:t>
            </a:r>
          </a:p>
        </p:txBody>
      </p:sp>
      <p:sp>
        <p:nvSpPr>
          <p:cNvPr id="109" name="文本框 108"/>
          <p:cNvSpPr txBox="1"/>
          <p:nvPr/>
        </p:nvSpPr>
        <p:spPr>
          <a:xfrm>
            <a:off x="1452188" y="4948353"/>
            <a:ext cx="2482002" cy="89069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基于云计算平台和智能网络</a:t>
            </a:r>
            <a:endParaRPr lang="en-US" altLang="zh-CN" sz="1200" b="0" i="0">
              <a:solidFill>
                <a:srgbClr val="333333"/>
              </a:solidFill>
              <a:effectLst/>
              <a:latin typeface="Helvetica Neue" panose="02000503000000020004" pitchFamily="2" charset="0"/>
            </a:endParaRPr>
          </a:p>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可以依据传感器网络获取的数据进行决策</a:t>
            </a:r>
            <a:endParaRPr lang="zh-CN" altLang="en-US" sz="1200">
              <a:latin typeface="微软雅黑" panose="020B0503020204020204" pitchFamily="34" charset="-122"/>
              <a:ea typeface="微软雅黑" panose="020B0503020204020204" pitchFamily="34" charset="-122"/>
            </a:endParaRPr>
          </a:p>
        </p:txBody>
      </p:sp>
      <p:sp>
        <p:nvSpPr>
          <p:cNvPr id="110" name="矩形: 圆角 12"/>
          <p:cNvSpPr/>
          <p:nvPr/>
        </p:nvSpPr>
        <p:spPr>
          <a:xfrm>
            <a:off x="392953" y="5228522"/>
            <a:ext cx="884128" cy="307777"/>
          </a:xfrm>
          <a:prstGeom prst="roundRect">
            <a:avLst/>
          </a:prstGeom>
          <a:solidFill>
            <a:srgbClr val="C4E3FD"/>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400">
                <a:latin typeface="微软雅黑" panose="020B0503020204020204" pitchFamily="34" charset="-122"/>
                <a:ea typeface="微软雅黑" panose="020B0503020204020204" pitchFamily="34" charset="-122"/>
              </a:rPr>
              <a:t>文字</a:t>
            </a:r>
          </a:p>
        </p:txBody>
      </p:sp>
      <p:sp>
        <p:nvSpPr>
          <p:cNvPr id="111" name="三角形 110"/>
          <p:cNvSpPr/>
          <p:nvPr/>
        </p:nvSpPr>
        <p:spPr>
          <a:xfrm rot="5400000">
            <a:off x="6031364" y="1797519"/>
            <a:ext cx="184545" cy="159091"/>
          </a:xfrm>
          <a:prstGeom prst="triangle">
            <a:avLst/>
          </a:prstGeom>
          <a:solidFill>
            <a:srgbClr val="326B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2" name="三角形 111"/>
          <p:cNvSpPr/>
          <p:nvPr/>
        </p:nvSpPr>
        <p:spPr>
          <a:xfrm rot="16200000">
            <a:off x="5962570" y="5167429"/>
            <a:ext cx="184545" cy="159091"/>
          </a:xfrm>
          <a:prstGeom prst="triangle">
            <a:avLst/>
          </a:prstGeom>
          <a:solidFill>
            <a:srgbClr val="326B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3" name="三角形 112"/>
          <p:cNvSpPr/>
          <p:nvPr/>
        </p:nvSpPr>
        <p:spPr>
          <a:xfrm>
            <a:off x="4199666" y="3269290"/>
            <a:ext cx="184545" cy="159091"/>
          </a:xfrm>
          <a:prstGeom prst="triangle">
            <a:avLst/>
          </a:prstGeom>
          <a:solidFill>
            <a:srgbClr val="326B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4" name="三角形 113"/>
          <p:cNvSpPr/>
          <p:nvPr/>
        </p:nvSpPr>
        <p:spPr>
          <a:xfrm rot="10800000">
            <a:off x="7584779" y="3558614"/>
            <a:ext cx="184545" cy="159091"/>
          </a:xfrm>
          <a:prstGeom prst="triangle">
            <a:avLst/>
          </a:prstGeom>
          <a:solidFill>
            <a:srgbClr val="326B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5" name="矩形: 圆角 12"/>
          <p:cNvSpPr/>
          <p:nvPr/>
        </p:nvSpPr>
        <p:spPr>
          <a:xfrm>
            <a:off x="4156648" y="4525225"/>
            <a:ext cx="871200" cy="871200"/>
          </a:xfrm>
          <a:prstGeom prst="ellipse">
            <a:avLst/>
          </a:prstGeom>
          <a:gradFill flip="none" rotWithShape="1">
            <a:gsLst>
              <a:gs pos="0">
                <a:srgbClr val="53DEDF"/>
              </a:gs>
              <a:gs pos="53000">
                <a:srgbClr val="4199FF"/>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2000" b="1">
                <a:latin typeface="微软雅黑" panose="020B0503020204020204" pitchFamily="34" charset="-122"/>
                <a:ea typeface="微软雅黑" panose="020B0503020204020204" pitchFamily="34" charset="-122"/>
              </a:rPr>
              <a:t>04.</a:t>
            </a:r>
            <a:endParaRPr kumimoji="1" lang="zh-CN" altLang="en-US" sz="2000" b="1">
              <a:latin typeface="微软雅黑" panose="020B0503020204020204" pitchFamily="34" charset="-122"/>
              <a:ea typeface="微软雅黑" panose="020B0503020204020204" pitchFamily="34" charset="-122"/>
            </a:endParaRPr>
          </a:p>
        </p:txBody>
      </p:sp>
      <p:sp>
        <p:nvSpPr>
          <p:cNvPr id="116" name="矩形: 圆角 12"/>
          <p:cNvSpPr/>
          <p:nvPr/>
        </p:nvSpPr>
        <p:spPr>
          <a:xfrm>
            <a:off x="4156648" y="1763973"/>
            <a:ext cx="871200" cy="871200"/>
          </a:xfrm>
          <a:prstGeom prst="ellipse">
            <a:avLst/>
          </a:prstGeom>
          <a:gradFill flip="none" rotWithShape="1">
            <a:gsLst>
              <a:gs pos="0">
                <a:srgbClr val="53DEDF"/>
              </a:gs>
              <a:gs pos="53000">
                <a:srgbClr val="4199FF"/>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2000" b="1">
                <a:latin typeface="微软雅黑" panose="020B0503020204020204" pitchFamily="34" charset="-122"/>
                <a:ea typeface="微软雅黑" panose="020B0503020204020204" pitchFamily="34" charset="-122"/>
              </a:rPr>
              <a:t>01.</a:t>
            </a:r>
            <a:endParaRPr kumimoji="1" lang="zh-CN" altLang="en-US" sz="2000" b="1">
              <a:latin typeface="微软雅黑" panose="020B0503020204020204" pitchFamily="34" charset="-122"/>
              <a:ea typeface="微软雅黑" panose="020B0503020204020204" pitchFamily="34" charset="-122"/>
            </a:endParaRPr>
          </a:p>
        </p:txBody>
      </p:sp>
      <p:sp>
        <p:nvSpPr>
          <p:cNvPr id="117" name="矩形: 圆角 12"/>
          <p:cNvSpPr/>
          <p:nvPr/>
        </p:nvSpPr>
        <p:spPr>
          <a:xfrm>
            <a:off x="6895215" y="1763973"/>
            <a:ext cx="871200" cy="871200"/>
          </a:xfrm>
          <a:prstGeom prst="ellipse">
            <a:avLst/>
          </a:prstGeom>
          <a:gradFill flip="none" rotWithShape="1">
            <a:gsLst>
              <a:gs pos="0">
                <a:srgbClr val="53DEDF"/>
              </a:gs>
              <a:gs pos="53000">
                <a:srgbClr val="4199FF"/>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2000" b="1">
                <a:latin typeface="微软雅黑" panose="020B0503020204020204" pitchFamily="34" charset="-122"/>
                <a:ea typeface="微软雅黑" panose="020B0503020204020204" pitchFamily="34" charset="-122"/>
              </a:rPr>
              <a:t>02.</a:t>
            </a:r>
            <a:endParaRPr kumimoji="1" lang="zh-CN" altLang="en-US" sz="2000" b="1">
              <a:latin typeface="微软雅黑" panose="020B0503020204020204" pitchFamily="34" charset="-122"/>
              <a:ea typeface="微软雅黑" panose="020B0503020204020204" pitchFamily="34" charset="-122"/>
            </a:endParaRPr>
          </a:p>
        </p:txBody>
      </p:sp>
      <p:sp>
        <p:nvSpPr>
          <p:cNvPr id="118" name="矩形: 圆角 12"/>
          <p:cNvSpPr/>
          <p:nvPr/>
        </p:nvSpPr>
        <p:spPr>
          <a:xfrm>
            <a:off x="6895215" y="4525225"/>
            <a:ext cx="871200" cy="871200"/>
          </a:xfrm>
          <a:prstGeom prst="ellipse">
            <a:avLst/>
          </a:prstGeom>
          <a:gradFill flip="none" rotWithShape="1">
            <a:gsLst>
              <a:gs pos="0">
                <a:srgbClr val="53DEDF"/>
              </a:gs>
              <a:gs pos="53000">
                <a:srgbClr val="4199FF"/>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2000" b="1">
                <a:latin typeface="微软雅黑" panose="020B0503020204020204" pitchFamily="34" charset="-122"/>
                <a:ea typeface="微软雅黑" panose="020B0503020204020204" pitchFamily="34" charset="-122"/>
              </a:rPr>
              <a:t>03.</a:t>
            </a:r>
            <a:endParaRPr kumimoji="1" lang="zh-CN" altLang="en-US" sz="2000" b="1">
              <a:latin typeface="微软雅黑" panose="020B0503020204020204" pitchFamily="34" charset="-122"/>
              <a:ea typeface="微软雅黑" panose="020B0503020204020204" pitchFamily="34" charset="-122"/>
            </a:endParaRPr>
          </a:p>
        </p:txBody>
      </p:sp>
      <p:sp>
        <p:nvSpPr>
          <p:cNvPr id="119" name="弧形 50"/>
          <p:cNvSpPr>
            <a:spLocks noChangeAspect="1"/>
          </p:cNvSpPr>
          <p:nvPr/>
        </p:nvSpPr>
        <p:spPr>
          <a:xfrm>
            <a:off x="3841449" y="1364886"/>
            <a:ext cx="4312802" cy="4312800"/>
          </a:xfrm>
          <a:prstGeom prst="arc">
            <a:avLst>
              <a:gd name="adj1" fmla="val 14442079"/>
              <a:gd name="adj2" fmla="val 18002030"/>
            </a:avLst>
          </a:prstGeom>
          <a:noFill/>
          <a:ln w="50800" cap="rnd" cmpd="sng" algn="ctr">
            <a:gradFill flip="none" rotWithShape="1">
              <a:gsLst>
                <a:gs pos="0">
                  <a:srgbClr val="1D78FA">
                    <a:alpha val="0"/>
                  </a:srgbClr>
                </a:gs>
                <a:gs pos="100000">
                  <a:srgbClr val="1D78FA"/>
                </a:gs>
              </a:gsLst>
              <a:lin ang="0" scaled="1"/>
            </a:gra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思源黑体 CN Regular" panose="020B0500000000000000" charset="-122"/>
              <a:cs typeface="+mn-cs"/>
            </a:endParaRPr>
          </a:p>
        </p:txBody>
      </p:sp>
      <p:sp>
        <p:nvSpPr>
          <p:cNvPr id="120" name="弧形 50"/>
          <p:cNvSpPr>
            <a:spLocks noChangeAspect="1"/>
          </p:cNvSpPr>
          <p:nvPr/>
        </p:nvSpPr>
        <p:spPr>
          <a:xfrm>
            <a:off x="3707312" y="1457226"/>
            <a:ext cx="4312802" cy="4312800"/>
          </a:xfrm>
          <a:prstGeom prst="arc">
            <a:avLst>
              <a:gd name="adj1" fmla="val 9127732"/>
              <a:gd name="adj2" fmla="val 12390209"/>
            </a:avLst>
          </a:prstGeom>
          <a:noFill/>
          <a:ln w="63500" cap="rnd" cmpd="sng" algn="ctr">
            <a:gradFill flip="none" rotWithShape="1">
              <a:gsLst>
                <a:gs pos="0">
                  <a:srgbClr val="1D78FA">
                    <a:alpha val="0"/>
                  </a:srgbClr>
                </a:gs>
                <a:gs pos="100000">
                  <a:srgbClr val="1D78FA"/>
                </a:gs>
              </a:gsLst>
              <a:lin ang="16200000" scaled="0"/>
            </a:gra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思源黑体 CN Regular" panose="020B0500000000000000" charset="-122"/>
              <a:cs typeface="+mn-cs"/>
            </a:endParaRPr>
          </a:p>
        </p:txBody>
      </p:sp>
      <p:sp>
        <p:nvSpPr>
          <p:cNvPr id="121" name="弧形 50"/>
          <p:cNvSpPr>
            <a:spLocks noChangeAspect="1"/>
          </p:cNvSpPr>
          <p:nvPr/>
        </p:nvSpPr>
        <p:spPr>
          <a:xfrm>
            <a:off x="3896910" y="1408577"/>
            <a:ext cx="4312802" cy="4312800"/>
          </a:xfrm>
          <a:prstGeom prst="arc">
            <a:avLst>
              <a:gd name="adj1" fmla="val 19905529"/>
              <a:gd name="adj2" fmla="val 1854120"/>
            </a:avLst>
          </a:prstGeom>
          <a:noFill/>
          <a:ln w="63500" cap="rnd" cmpd="sng" algn="ctr">
            <a:gradFill flip="none" rotWithShape="1">
              <a:gsLst>
                <a:gs pos="0">
                  <a:srgbClr val="1D78FA">
                    <a:alpha val="0"/>
                  </a:srgbClr>
                </a:gs>
                <a:gs pos="100000">
                  <a:srgbClr val="1D78FA"/>
                </a:gs>
              </a:gsLst>
              <a:lin ang="5400000" scaled="0"/>
            </a:gra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思源黑体 CN Regular" panose="020B0500000000000000" charset="-122"/>
              <a:cs typeface="+mn-cs"/>
            </a:endParaRPr>
          </a:p>
        </p:txBody>
      </p:sp>
      <p:sp>
        <p:nvSpPr>
          <p:cNvPr id="122" name="弧形 50"/>
          <p:cNvSpPr>
            <a:spLocks noChangeAspect="1"/>
          </p:cNvSpPr>
          <p:nvPr/>
        </p:nvSpPr>
        <p:spPr>
          <a:xfrm>
            <a:off x="3841449" y="1459138"/>
            <a:ext cx="4312802" cy="4312800"/>
          </a:xfrm>
          <a:prstGeom prst="arc">
            <a:avLst>
              <a:gd name="adj1" fmla="val 3553260"/>
              <a:gd name="adj2" fmla="val 7070013"/>
            </a:avLst>
          </a:prstGeom>
          <a:noFill/>
          <a:ln w="63500" cap="rnd" cmpd="sng" algn="ctr">
            <a:gradFill flip="none" rotWithShape="1">
              <a:gsLst>
                <a:gs pos="0">
                  <a:srgbClr val="1D78FA">
                    <a:alpha val="0"/>
                  </a:srgbClr>
                </a:gs>
                <a:gs pos="100000">
                  <a:srgbClr val="1D78FA"/>
                </a:gs>
              </a:gsLst>
              <a:lin ang="10800000" scaled="0"/>
            </a:gra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ea typeface="思源黑体 CN Regular" panose="020B0500000000000000" charset="-122"/>
              <a:cs typeface="+mn-cs"/>
            </a:endParaRPr>
          </a:p>
        </p:txBody>
      </p:sp>
      <p:pic>
        <p:nvPicPr>
          <p:cNvPr id="123" name="图片 122"/>
          <p:cNvPicPr>
            <a:picLocks noChangeAspect="1"/>
          </p:cNvPicPr>
          <p:nvPr/>
        </p:nvPicPr>
        <p:blipFill>
          <a:blip r:embed="rId2"/>
          <a:stretch>
            <a:fillRect/>
          </a:stretch>
        </p:blipFill>
        <p:spPr>
          <a:xfrm>
            <a:off x="5027697" y="2231261"/>
            <a:ext cx="1943634" cy="1943634"/>
          </a:xfrm>
          <a:prstGeom prst="rect">
            <a:avLst/>
          </a:prstGeom>
        </p:spPr>
      </p:pic>
      <p:sp>
        <p:nvSpPr>
          <p:cNvPr id="3" name="文本框 2"/>
          <p:cNvSpPr txBox="1"/>
          <p:nvPr/>
        </p:nvSpPr>
        <p:spPr>
          <a:xfrm>
            <a:off x="2567608" y="3960041"/>
            <a:ext cx="934871" cy="613694"/>
          </a:xfrm>
          <a:prstGeom prst="rect">
            <a:avLst/>
          </a:prstGeom>
          <a:noFill/>
        </p:spPr>
        <p:txBody>
          <a:bodyPr wrap="none">
            <a:spAutoFit/>
          </a:bodyPr>
          <a:lstStyle/>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中间件</a:t>
            </a:r>
            <a:endParaRPr lang="en-US" altLang="zh-CN" sz="1200">
              <a:solidFill>
                <a:srgbClr val="333333"/>
              </a:solidFill>
              <a:latin typeface="Helvetica Neue" panose="02000503000000020004" pitchFamily="2" charset="0"/>
            </a:endParaRPr>
          </a:p>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应用</a:t>
            </a:r>
            <a:endParaRPr lang="zh-CN" altLang="zh-CN" sz="1200">
              <a:latin typeface="微软雅黑" panose="020B0503020204020204" pitchFamily="34" charset="-122"/>
              <a:ea typeface="微软雅黑" panose="020B0503020204020204" pitchFamily="34" charset="-122"/>
            </a:endParaRPr>
          </a:p>
        </p:txBody>
      </p:sp>
      <p:sp>
        <p:nvSpPr>
          <p:cNvPr id="4" name="文本框 3"/>
          <p:cNvSpPr txBox="1"/>
          <p:nvPr/>
        </p:nvSpPr>
        <p:spPr>
          <a:xfrm>
            <a:off x="10128448" y="4293944"/>
            <a:ext cx="1801562" cy="613694"/>
          </a:xfrm>
          <a:prstGeom prst="rect">
            <a:avLst/>
          </a:prstGeom>
          <a:noFill/>
        </p:spPr>
        <p:txBody>
          <a:bodyPr wrap="square">
            <a:spAutoFit/>
          </a:bodyPr>
          <a:lstStyle>
            <a:defPPr>
              <a:defRPr lang="zh-CN"/>
            </a:defPPr>
            <a:lvl1pPr marL="285750" indent="-285750">
              <a:lnSpc>
                <a:spcPct val="150000"/>
              </a:lnSpc>
              <a:buFont typeface="Arial" panose="020B0604020202020204" pitchFamily="34" charset="0"/>
              <a:buChar char="•"/>
              <a:defRPr sz="1400">
                <a:latin typeface="微软雅黑" panose="020B0503020204020204" pitchFamily="34" charset="-122"/>
                <a:ea typeface="微软雅黑" panose="020B0503020204020204" pitchFamily="34" charset="-122"/>
              </a:defRPr>
            </a:lvl1pPr>
          </a:lstStyle>
          <a:p>
            <a:r>
              <a:rPr lang="zh-CN" altLang="en-US" sz="1200" b="0">
                <a:solidFill>
                  <a:schemeClr val="tx1"/>
                </a:solidFill>
                <a:cs typeface="微软雅黑" panose="020B0503020204020204" pitchFamily="34" charset="-122"/>
                <a:sym typeface="+mn-ea"/>
              </a:rPr>
              <a:t>物联网技术</a:t>
            </a:r>
            <a:endParaRPr lang="en-US" altLang="zh-CN" sz="1200" b="0">
              <a:solidFill>
                <a:schemeClr val="tx1"/>
              </a:solidFill>
              <a:cs typeface="微软雅黑" panose="020B0503020204020204" pitchFamily="34" charset="-122"/>
              <a:sym typeface="+mn-ea"/>
            </a:endParaRPr>
          </a:p>
          <a:p>
            <a:r>
              <a:rPr lang="zh-CN" altLang="en-US" sz="1200">
                <a:cs typeface="微软雅黑" panose="020B0503020204020204" pitchFamily="34" charset="-122"/>
                <a:sym typeface="+mn-ea"/>
              </a:rPr>
              <a:t>通讯技术</a:t>
            </a:r>
            <a:endParaRPr lang="en-US" altLang="zh-CN" sz="1200">
              <a:cs typeface="微软雅黑" panose="020B0503020204020204" pitchFamily="34" charset="-122"/>
              <a:sym typeface="+mn-ea"/>
            </a:endParaRPr>
          </a:p>
        </p:txBody>
      </p:sp>
      <p:sp>
        <p:nvSpPr>
          <p:cNvPr id="6" name="文本框 5"/>
          <p:cNvSpPr txBox="1"/>
          <p:nvPr/>
        </p:nvSpPr>
        <p:spPr>
          <a:xfrm>
            <a:off x="8321069" y="5301208"/>
            <a:ext cx="1801562" cy="613694"/>
          </a:xfrm>
          <a:prstGeom prst="rect">
            <a:avLst/>
          </a:prstGeom>
          <a:noFill/>
        </p:spPr>
        <p:txBody>
          <a:bodyPr wrap="square">
            <a:spAutoFit/>
          </a:bodyPr>
          <a:lstStyle>
            <a:defPPr>
              <a:defRPr lang="zh-CN"/>
            </a:defPPr>
            <a:lvl1pPr marL="285750" indent="-285750">
              <a:lnSpc>
                <a:spcPct val="150000"/>
              </a:lnSpc>
              <a:buFont typeface="Arial" panose="020B0604020202020204" pitchFamily="34" charset="0"/>
              <a:buChar char="•"/>
              <a:defRPr sz="1200" b="0">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a:t>智能传感技术</a:t>
            </a:r>
            <a:endParaRPr lang="en-US" altLang="zh-CN"/>
          </a:p>
          <a:p>
            <a:r>
              <a:rPr lang="zh-CN" altLang="en-US"/>
              <a:t>信息网络技术</a:t>
            </a:r>
            <a:endParaRPr lang="en-US" altLang="zh-CN">
              <a:sym typeface="+mn-ea"/>
            </a:endParaRPr>
          </a:p>
        </p:txBody>
      </p:sp>
      <p:sp>
        <p:nvSpPr>
          <p:cNvPr id="8" name="文本框 7"/>
          <p:cNvSpPr txBox="1"/>
          <p:nvPr/>
        </p:nvSpPr>
        <p:spPr>
          <a:xfrm>
            <a:off x="10029588" y="5301208"/>
            <a:ext cx="1801562" cy="613694"/>
          </a:xfrm>
          <a:prstGeom prst="rect">
            <a:avLst/>
          </a:prstGeom>
          <a:noFill/>
        </p:spPr>
        <p:txBody>
          <a:bodyPr wrap="square">
            <a:spAutoFit/>
          </a:bodyPr>
          <a:lstStyle>
            <a:defPPr>
              <a:defRPr lang="zh-CN"/>
            </a:defPPr>
            <a:lvl1pPr marL="285750" indent="-285750">
              <a:lnSpc>
                <a:spcPct val="150000"/>
              </a:lnSpc>
              <a:buFont typeface="Arial" panose="020B0604020202020204" pitchFamily="34" charset="0"/>
              <a:buChar char="•"/>
              <a:defRPr sz="1200" b="0">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a:t>智能传感技术</a:t>
            </a:r>
            <a:endParaRPr lang="en-US" altLang="zh-CN"/>
          </a:p>
          <a:p>
            <a:r>
              <a:rPr lang="zh-CN" altLang="en-US"/>
              <a:t>信息网络技术</a:t>
            </a:r>
            <a:endParaRPr lang="en-US" altLang="zh-CN">
              <a:sym typeface="+mn-ea"/>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a:blip r:embed="rId2"/>
          <a:stretch>
            <a:fillRect/>
          </a:stretch>
        </p:blipFill>
        <p:spPr>
          <a:xfrm>
            <a:off x="0" y="0"/>
            <a:ext cx="12192000" cy="6858000"/>
          </a:xfrm>
          <a:prstGeom prst="rect">
            <a:avLst/>
          </a:prstGeom>
        </p:spPr>
      </p:pic>
      <p:sp>
        <p:nvSpPr>
          <p:cNvPr id="45" name="文本框 44"/>
          <p:cNvSpPr txBox="1"/>
          <p:nvPr/>
        </p:nvSpPr>
        <p:spPr>
          <a:xfrm>
            <a:off x="2998037" y="490592"/>
            <a:ext cx="6195927" cy="5940088"/>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38000" b="1" i="0" u="none" strike="noStrike" kern="1200" cap="none" spc="0" normalizeH="0" baseline="0" noProof="0">
                <a:ln>
                  <a:noFill/>
                </a:ln>
                <a:gradFill>
                  <a:gsLst>
                    <a:gs pos="22000">
                      <a:srgbClr val="C8DAF5"/>
                    </a:gs>
                    <a:gs pos="100000">
                      <a:schemeClr val="accent1">
                        <a:lumMod val="20000"/>
                        <a:lumOff val="80000"/>
                        <a:alpha val="0"/>
                      </a:schemeClr>
                    </a:gs>
                  </a:gsLst>
                  <a:lin ang="5400000" scaled="0"/>
                </a:gradFill>
                <a:effectLst/>
                <a:uLnTx/>
                <a:uFillTx/>
                <a:latin typeface="微软雅黑" panose="020B0503020204020204" pitchFamily="34" charset="-122"/>
                <a:ea typeface="微软雅黑" panose="020B0503020204020204" pitchFamily="34" charset="-122"/>
                <a:cs typeface="Baskerville Old Face" panose="02020602080505020303" charset="0"/>
              </a:rPr>
              <a:t>01</a:t>
            </a:r>
          </a:p>
        </p:txBody>
      </p:sp>
      <p:sp>
        <p:nvSpPr>
          <p:cNvPr id="55" name="椭圆 54"/>
          <p:cNvSpPr>
            <a:spLocks noChangeAspect="1"/>
          </p:cNvSpPr>
          <p:nvPr/>
        </p:nvSpPr>
        <p:spPr>
          <a:xfrm>
            <a:off x="1915204" y="3364965"/>
            <a:ext cx="282548" cy="282597"/>
          </a:xfrm>
          <a:prstGeom prst="ellipse">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endParaRPr kumimoji="1" lang="zh-CN" altLang="en-US" sz="1400" b="1">
              <a:latin typeface="微软雅黑" panose="020B0503020204020204" pitchFamily="34" charset="-122"/>
              <a:ea typeface="微软雅黑" panose="020B0503020204020204" pitchFamily="34" charset="-122"/>
            </a:endParaRPr>
          </a:p>
        </p:txBody>
      </p:sp>
      <p:sp>
        <p:nvSpPr>
          <p:cNvPr id="57" name="弧 56"/>
          <p:cNvSpPr/>
          <p:nvPr/>
        </p:nvSpPr>
        <p:spPr>
          <a:xfrm rot="8100000">
            <a:off x="443019" y="-6803590"/>
            <a:ext cx="11305958" cy="11361423"/>
          </a:xfrm>
          <a:prstGeom prst="arc">
            <a:avLst>
              <a:gd name="adj1" fmla="val 15770509"/>
              <a:gd name="adj2" fmla="val 384796"/>
            </a:avLst>
          </a:prstGeom>
          <a:ln w="101600">
            <a:gradFill>
              <a:gsLst>
                <a:gs pos="0">
                  <a:srgbClr val="CEE1F2">
                    <a:alpha val="0"/>
                  </a:srgbClr>
                </a:gs>
                <a:gs pos="28000">
                  <a:srgbClr val="275DF5"/>
                </a:gs>
                <a:gs pos="100000">
                  <a:srgbClr val="CEE1F2">
                    <a:alpha val="0"/>
                  </a:srgb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58" name="弧 57"/>
          <p:cNvSpPr/>
          <p:nvPr/>
        </p:nvSpPr>
        <p:spPr>
          <a:xfrm rot="8100000">
            <a:off x="443018" y="-6741977"/>
            <a:ext cx="11305958" cy="11361423"/>
          </a:xfrm>
          <a:prstGeom prst="arc">
            <a:avLst>
              <a:gd name="adj1" fmla="val 16229100"/>
              <a:gd name="adj2" fmla="val 407574"/>
            </a:avLst>
          </a:prstGeom>
          <a:ln w="50800">
            <a:gradFill>
              <a:gsLst>
                <a:gs pos="0">
                  <a:srgbClr val="CEE1F2">
                    <a:alpha val="0"/>
                  </a:srgbClr>
                </a:gs>
                <a:gs pos="28000">
                  <a:schemeClr val="accent1">
                    <a:lumMod val="45000"/>
                    <a:lumOff val="55000"/>
                    <a:alpha val="25000"/>
                  </a:schemeClr>
                </a:gs>
                <a:gs pos="100000">
                  <a:srgbClr val="CEE1F2">
                    <a:alpha val="0"/>
                  </a:srgb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42" name="椭圆 41"/>
          <p:cNvSpPr>
            <a:spLocks noChangeAspect="1"/>
          </p:cNvSpPr>
          <p:nvPr/>
        </p:nvSpPr>
        <p:spPr>
          <a:xfrm>
            <a:off x="4867048" y="2493672"/>
            <a:ext cx="2457904" cy="2458334"/>
          </a:xfrm>
          <a:prstGeom prst="ellipse">
            <a:avLst/>
          </a:prstGeom>
          <a:gradFill>
            <a:gsLst>
              <a:gs pos="20000">
                <a:srgbClr val="2946ED"/>
              </a:gs>
              <a:gs pos="100000">
                <a:srgbClr val="4294FF"/>
              </a:gs>
            </a:gsLst>
            <a:path path="circle">
              <a:fillToRect r="100000" b="100000"/>
            </a:path>
          </a:gradFill>
          <a:ln w="12700" cap="flat" cmpd="sng" algn="ctr">
            <a:noFill/>
            <a:prstDash val="solid"/>
            <a:miter lim="800000"/>
          </a:ln>
          <a:effectLst/>
        </p:spPr>
        <p:txBody>
          <a:bodyPr rot="0" spcFirstLastPara="0" vertOverflow="overflow" horzOverflow="overflow" vert="horz" wrap="square" lIns="216000" tIns="45720" rIns="91440" bIns="45720" numCol="1" spcCol="0" rtlCol="0" fromWordArt="0" anchor="ctr" anchorCtr="0" forceAA="0" compatLnSpc="1">
            <a:noAutofit/>
          </a:bodyPr>
          <a:lstStyle/>
          <a:p>
            <a:pPr algn="ctr"/>
            <a:endParaRPr lang="zh-CN" altLang="en-US" sz="1600" b="1">
              <a:solidFill>
                <a:prstClr val="white"/>
              </a:solidFill>
              <a:latin typeface="微软雅黑" panose="020B0503020204020204" pitchFamily="34" charset="-122"/>
              <a:ea typeface="微软雅黑" panose="020B0503020204020204" pitchFamily="34" charset="-122"/>
            </a:endParaRPr>
          </a:p>
        </p:txBody>
      </p:sp>
      <p:sp>
        <p:nvSpPr>
          <p:cNvPr id="47" name="文本框 46"/>
          <p:cNvSpPr txBox="1"/>
          <p:nvPr/>
        </p:nvSpPr>
        <p:spPr>
          <a:xfrm>
            <a:off x="5270354" y="3914036"/>
            <a:ext cx="1651293" cy="523220"/>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lang="zh-CN" altLang="en-US" sz="2800" b="1">
                <a:solidFill>
                  <a:schemeClr val="bg1"/>
                </a:solidFill>
                <a:latin typeface="Calibri" panose="020F0502020204030204"/>
                <a:ea typeface="微软雅黑" panose="020B0503020204020204" pitchFamily="34" charset="-122"/>
                <a:sym typeface="+mn-ea"/>
              </a:rPr>
              <a:t>产品介绍</a:t>
            </a:r>
            <a:endParaRPr kumimoji="0" lang="zh-CN" altLang="en-US" sz="28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sym typeface="+mn-ea"/>
            </a:endParaRPr>
          </a:p>
        </p:txBody>
      </p:sp>
      <p:sp>
        <p:nvSpPr>
          <p:cNvPr id="51" name="椭圆 50"/>
          <p:cNvSpPr>
            <a:spLocks noChangeAspect="1"/>
          </p:cNvSpPr>
          <p:nvPr/>
        </p:nvSpPr>
        <p:spPr>
          <a:xfrm>
            <a:off x="9220383" y="2866341"/>
            <a:ext cx="732857" cy="732985"/>
          </a:xfrm>
          <a:prstGeom prst="ellipse">
            <a:avLst/>
          </a:prstGeom>
          <a:gradFill>
            <a:gsLst>
              <a:gs pos="0">
                <a:srgbClr val="4EB2F6">
                  <a:alpha val="50000"/>
                </a:srgbClr>
              </a:gs>
              <a:gs pos="100000">
                <a:srgbClr val="256EE9">
                  <a:alpha val="50000"/>
                </a:srgbClr>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endParaRPr kumimoji="1" lang="zh-CN" altLang="en-US" sz="1400" b="1">
              <a:latin typeface="微软雅黑" panose="020B0503020204020204" pitchFamily="34" charset="-122"/>
              <a:ea typeface="微软雅黑" panose="020B0503020204020204" pitchFamily="34" charset="-122"/>
            </a:endParaRPr>
          </a:p>
        </p:txBody>
      </p:sp>
      <p:grpSp>
        <p:nvGrpSpPr>
          <p:cNvPr id="13" name="组合 12"/>
          <p:cNvGrpSpPr/>
          <p:nvPr/>
        </p:nvGrpSpPr>
        <p:grpSpPr>
          <a:xfrm>
            <a:off x="5686844" y="2952678"/>
            <a:ext cx="818305" cy="818305"/>
            <a:chOff x="661342" y="2844819"/>
            <a:chExt cx="818305" cy="818305"/>
          </a:xfrm>
          <a:solidFill>
            <a:schemeClr val="bg1"/>
          </a:solidFill>
        </p:grpSpPr>
        <p:sp>
          <p:nvSpPr>
            <p:cNvPr id="4" name="Freeform 5"/>
            <p:cNvSpPr>
              <a:spLocks noEditPoints="1"/>
            </p:cNvSpPr>
            <p:nvPr/>
          </p:nvSpPr>
          <p:spPr bwMode="auto">
            <a:xfrm>
              <a:off x="661342" y="2844819"/>
              <a:ext cx="818305" cy="818305"/>
            </a:xfrm>
            <a:custGeom>
              <a:avLst/>
              <a:gdLst>
                <a:gd name="T0" fmla="*/ 84 w 651"/>
                <a:gd name="T1" fmla="*/ 344 h 651"/>
                <a:gd name="T2" fmla="*/ 125 w 651"/>
                <a:gd name="T3" fmla="*/ 106 h 651"/>
                <a:gd name="T4" fmla="*/ 147 w 651"/>
                <a:gd name="T5" fmla="*/ 63 h 651"/>
                <a:gd name="T6" fmla="*/ 210 w 651"/>
                <a:gd name="T7" fmla="*/ 0 h 651"/>
                <a:gd name="T8" fmla="*/ 651 w 651"/>
                <a:gd name="T9" fmla="*/ 587 h 651"/>
                <a:gd name="T10" fmla="*/ 526 w 651"/>
                <a:gd name="T11" fmla="*/ 596 h 651"/>
                <a:gd name="T12" fmla="*/ 355 w 651"/>
                <a:gd name="T13" fmla="*/ 651 h 651"/>
                <a:gd name="T14" fmla="*/ 84 w 651"/>
                <a:gd name="T15" fmla="*/ 590 h 651"/>
                <a:gd name="T16" fmla="*/ 55 w 651"/>
                <a:gd name="T17" fmla="*/ 545 h 651"/>
                <a:gd name="T18" fmla="*/ 0 w 651"/>
                <a:gd name="T19" fmla="*/ 411 h 651"/>
                <a:gd name="T20" fmla="*/ 84 w 651"/>
                <a:gd name="T21" fmla="*/ 357 h 651"/>
                <a:gd name="T22" fmla="*/ 431 w 651"/>
                <a:gd name="T23" fmla="*/ 493 h 651"/>
                <a:gd name="T24" fmla="*/ 273 w 651"/>
                <a:gd name="T25" fmla="*/ 546 h 651"/>
                <a:gd name="T26" fmla="*/ 106 w 651"/>
                <a:gd name="T27" fmla="*/ 594 h 651"/>
                <a:gd name="T28" fmla="*/ 255 w 651"/>
                <a:gd name="T29" fmla="*/ 629 h 651"/>
                <a:gd name="T30" fmla="*/ 504 w 651"/>
                <a:gd name="T31" fmla="*/ 598 h 651"/>
                <a:gd name="T32" fmla="*/ 491 w 651"/>
                <a:gd name="T33" fmla="*/ 435 h 651"/>
                <a:gd name="T34" fmla="*/ 442 w 651"/>
                <a:gd name="T35" fmla="*/ 384 h 651"/>
                <a:gd name="T36" fmla="*/ 423 w 651"/>
                <a:gd name="T37" fmla="*/ 209 h 651"/>
                <a:gd name="T38" fmla="*/ 106 w 651"/>
                <a:gd name="T39" fmla="*/ 199 h 651"/>
                <a:gd name="T40" fmla="*/ 274 w 651"/>
                <a:gd name="T41" fmla="*/ 440 h 651"/>
                <a:gd name="T42" fmla="*/ 588 w 651"/>
                <a:gd name="T43" fmla="*/ 63 h 651"/>
                <a:gd name="T44" fmla="*/ 527 w 651"/>
                <a:gd name="T45" fmla="*/ 525 h 651"/>
                <a:gd name="T46" fmla="*/ 630 w 651"/>
                <a:gd name="T47" fmla="*/ 566 h 651"/>
                <a:gd name="T48" fmla="*/ 233 w 651"/>
                <a:gd name="T49" fmla="*/ 21 h 651"/>
                <a:gd name="T50" fmla="*/ 588 w 651"/>
                <a:gd name="T51" fmla="*/ 63 h 651"/>
                <a:gd name="T52" fmla="*/ 567 w 651"/>
                <a:gd name="T53" fmla="*/ 84 h 651"/>
                <a:gd name="T54" fmla="*/ 169 w 651"/>
                <a:gd name="T55" fmla="*/ 188 h 651"/>
                <a:gd name="T56" fmla="*/ 190 w 651"/>
                <a:gd name="T57" fmla="*/ 105 h 651"/>
                <a:gd name="T58" fmla="*/ 546 w 651"/>
                <a:gd name="T59" fmla="*/ 294 h 651"/>
                <a:gd name="T60" fmla="*/ 462 w 651"/>
                <a:gd name="T61" fmla="*/ 354 h 651"/>
                <a:gd name="T62" fmla="*/ 497 w 651"/>
                <a:gd name="T63" fmla="*/ 412 h 651"/>
                <a:gd name="T64" fmla="*/ 526 w 651"/>
                <a:gd name="T65" fmla="*/ 503 h 651"/>
                <a:gd name="T66" fmla="*/ 211 w 651"/>
                <a:gd name="T67" fmla="*/ 189 h 651"/>
                <a:gd name="T68" fmla="*/ 429 w 651"/>
                <a:gd name="T69" fmla="*/ 189 h 651"/>
                <a:gd name="T70" fmla="*/ 462 w 651"/>
                <a:gd name="T71" fmla="*/ 246 h 651"/>
                <a:gd name="T72" fmla="*/ 525 w 651"/>
                <a:gd name="T73" fmla="*/ 272 h 651"/>
                <a:gd name="T74" fmla="*/ 211 w 651"/>
                <a:gd name="T75" fmla="*/ 126 h 651"/>
                <a:gd name="T76" fmla="*/ 389 w 651"/>
                <a:gd name="T77" fmla="*/ 493 h 651"/>
                <a:gd name="T78" fmla="*/ 294 w 651"/>
                <a:gd name="T79" fmla="*/ 461 h 651"/>
                <a:gd name="T80" fmla="*/ 81 w 651"/>
                <a:gd name="T81" fmla="*/ 461 h 651"/>
                <a:gd name="T82" fmla="*/ 22 w 651"/>
                <a:gd name="T83" fmla="*/ 486 h 651"/>
                <a:gd name="T84" fmla="*/ 282 w 651"/>
                <a:gd name="T85" fmla="*/ 525 h 651"/>
                <a:gd name="T86" fmla="*/ 295 w 651"/>
                <a:gd name="T87" fmla="*/ 548 h 651"/>
                <a:gd name="T88" fmla="*/ 84 w 651"/>
                <a:gd name="T89" fmla="*/ 378 h 651"/>
                <a:gd name="T90" fmla="*/ 22 w 651"/>
                <a:gd name="T91" fmla="*/ 406 h 651"/>
                <a:gd name="T92" fmla="*/ 84 w 651"/>
                <a:gd name="T93" fmla="*/ 440 h 651"/>
                <a:gd name="T94" fmla="*/ 147 w 651"/>
                <a:gd name="T95" fmla="*/ 126 h 651"/>
                <a:gd name="T96" fmla="*/ 112 w 651"/>
                <a:gd name="T97" fmla="*/ 175 h 651"/>
                <a:gd name="T98" fmla="*/ 147 w 651"/>
                <a:gd name="T99" fmla="*/ 126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51" h="651">
                  <a:moveTo>
                    <a:pt x="84" y="357"/>
                  </a:moveTo>
                  <a:cubicBezTo>
                    <a:pt x="84" y="351"/>
                    <a:pt x="84" y="348"/>
                    <a:pt x="84" y="344"/>
                  </a:cubicBezTo>
                  <a:cubicBezTo>
                    <a:pt x="84" y="283"/>
                    <a:pt x="84" y="222"/>
                    <a:pt x="84" y="162"/>
                  </a:cubicBezTo>
                  <a:cubicBezTo>
                    <a:pt x="84" y="133"/>
                    <a:pt x="100" y="112"/>
                    <a:pt x="125" y="106"/>
                  </a:cubicBezTo>
                  <a:cubicBezTo>
                    <a:pt x="132" y="105"/>
                    <a:pt x="139" y="105"/>
                    <a:pt x="147" y="104"/>
                  </a:cubicBezTo>
                  <a:cubicBezTo>
                    <a:pt x="147" y="91"/>
                    <a:pt x="147" y="77"/>
                    <a:pt x="147" y="63"/>
                  </a:cubicBezTo>
                  <a:cubicBezTo>
                    <a:pt x="169" y="63"/>
                    <a:pt x="189" y="63"/>
                    <a:pt x="210" y="63"/>
                  </a:cubicBezTo>
                  <a:cubicBezTo>
                    <a:pt x="210" y="41"/>
                    <a:pt x="210" y="21"/>
                    <a:pt x="210" y="0"/>
                  </a:cubicBezTo>
                  <a:cubicBezTo>
                    <a:pt x="358" y="0"/>
                    <a:pt x="504" y="0"/>
                    <a:pt x="651" y="0"/>
                  </a:cubicBezTo>
                  <a:cubicBezTo>
                    <a:pt x="651" y="196"/>
                    <a:pt x="651" y="391"/>
                    <a:pt x="651" y="587"/>
                  </a:cubicBezTo>
                  <a:cubicBezTo>
                    <a:pt x="609" y="587"/>
                    <a:pt x="568" y="587"/>
                    <a:pt x="527" y="587"/>
                  </a:cubicBezTo>
                  <a:cubicBezTo>
                    <a:pt x="526" y="591"/>
                    <a:pt x="526" y="593"/>
                    <a:pt x="526" y="596"/>
                  </a:cubicBezTo>
                  <a:cubicBezTo>
                    <a:pt x="524" y="630"/>
                    <a:pt x="503" y="651"/>
                    <a:pt x="469" y="651"/>
                  </a:cubicBezTo>
                  <a:cubicBezTo>
                    <a:pt x="431" y="651"/>
                    <a:pt x="393" y="651"/>
                    <a:pt x="355" y="651"/>
                  </a:cubicBezTo>
                  <a:cubicBezTo>
                    <a:pt x="285" y="651"/>
                    <a:pt x="215" y="651"/>
                    <a:pt x="145" y="651"/>
                  </a:cubicBezTo>
                  <a:cubicBezTo>
                    <a:pt x="105" y="651"/>
                    <a:pt x="84" y="630"/>
                    <a:pt x="84" y="590"/>
                  </a:cubicBezTo>
                  <a:cubicBezTo>
                    <a:pt x="84" y="576"/>
                    <a:pt x="84" y="561"/>
                    <a:pt x="84" y="545"/>
                  </a:cubicBezTo>
                  <a:cubicBezTo>
                    <a:pt x="74" y="545"/>
                    <a:pt x="65" y="546"/>
                    <a:pt x="55" y="545"/>
                  </a:cubicBezTo>
                  <a:cubicBezTo>
                    <a:pt x="23" y="545"/>
                    <a:pt x="1" y="524"/>
                    <a:pt x="0" y="491"/>
                  </a:cubicBezTo>
                  <a:cubicBezTo>
                    <a:pt x="0" y="464"/>
                    <a:pt x="0" y="438"/>
                    <a:pt x="0" y="411"/>
                  </a:cubicBezTo>
                  <a:cubicBezTo>
                    <a:pt x="1" y="378"/>
                    <a:pt x="23" y="357"/>
                    <a:pt x="56" y="357"/>
                  </a:cubicBezTo>
                  <a:cubicBezTo>
                    <a:pt x="65" y="357"/>
                    <a:pt x="74" y="357"/>
                    <a:pt x="84" y="357"/>
                  </a:cubicBezTo>
                  <a:close/>
                  <a:moveTo>
                    <a:pt x="274" y="401"/>
                  </a:moveTo>
                  <a:cubicBezTo>
                    <a:pt x="327" y="432"/>
                    <a:pt x="378" y="462"/>
                    <a:pt x="431" y="493"/>
                  </a:cubicBezTo>
                  <a:cubicBezTo>
                    <a:pt x="378" y="524"/>
                    <a:pt x="327" y="554"/>
                    <a:pt x="273" y="585"/>
                  </a:cubicBezTo>
                  <a:cubicBezTo>
                    <a:pt x="273" y="571"/>
                    <a:pt x="273" y="558"/>
                    <a:pt x="273" y="546"/>
                  </a:cubicBezTo>
                  <a:cubicBezTo>
                    <a:pt x="217" y="546"/>
                    <a:pt x="162" y="546"/>
                    <a:pt x="106" y="546"/>
                  </a:cubicBezTo>
                  <a:cubicBezTo>
                    <a:pt x="106" y="562"/>
                    <a:pt x="106" y="578"/>
                    <a:pt x="106" y="594"/>
                  </a:cubicBezTo>
                  <a:cubicBezTo>
                    <a:pt x="106" y="617"/>
                    <a:pt x="118" y="629"/>
                    <a:pt x="141" y="629"/>
                  </a:cubicBezTo>
                  <a:cubicBezTo>
                    <a:pt x="179" y="629"/>
                    <a:pt x="217" y="629"/>
                    <a:pt x="255" y="629"/>
                  </a:cubicBezTo>
                  <a:cubicBezTo>
                    <a:pt x="327" y="629"/>
                    <a:pt x="399" y="629"/>
                    <a:pt x="471" y="629"/>
                  </a:cubicBezTo>
                  <a:cubicBezTo>
                    <a:pt x="491" y="629"/>
                    <a:pt x="504" y="617"/>
                    <a:pt x="504" y="598"/>
                  </a:cubicBezTo>
                  <a:cubicBezTo>
                    <a:pt x="504" y="552"/>
                    <a:pt x="504" y="507"/>
                    <a:pt x="504" y="462"/>
                  </a:cubicBezTo>
                  <a:cubicBezTo>
                    <a:pt x="504" y="451"/>
                    <a:pt x="500" y="442"/>
                    <a:pt x="491" y="435"/>
                  </a:cubicBezTo>
                  <a:cubicBezTo>
                    <a:pt x="477" y="423"/>
                    <a:pt x="463" y="411"/>
                    <a:pt x="449" y="400"/>
                  </a:cubicBezTo>
                  <a:cubicBezTo>
                    <a:pt x="444" y="395"/>
                    <a:pt x="441" y="391"/>
                    <a:pt x="442" y="384"/>
                  </a:cubicBezTo>
                  <a:cubicBezTo>
                    <a:pt x="442" y="332"/>
                    <a:pt x="442" y="280"/>
                    <a:pt x="442" y="228"/>
                  </a:cubicBezTo>
                  <a:cubicBezTo>
                    <a:pt x="442" y="211"/>
                    <a:pt x="440" y="209"/>
                    <a:pt x="423" y="209"/>
                  </a:cubicBezTo>
                  <a:cubicBezTo>
                    <a:pt x="340" y="209"/>
                    <a:pt x="257" y="210"/>
                    <a:pt x="174" y="209"/>
                  </a:cubicBezTo>
                  <a:cubicBezTo>
                    <a:pt x="152" y="209"/>
                    <a:pt x="128" y="215"/>
                    <a:pt x="106" y="199"/>
                  </a:cubicBezTo>
                  <a:cubicBezTo>
                    <a:pt x="106" y="281"/>
                    <a:pt x="106" y="360"/>
                    <a:pt x="106" y="440"/>
                  </a:cubicBezTo>
                  <a:cubicBezTo>
                    <a:pt x="162" y="440"/>
                    <a:pt x="218" y="440"/>
                    <a:pt x="274" y="440"/>
                  </a:cubicBezTo>
                  <a:cubicBezTo>
                    <a:pt x="274" y="427"/>
                    <a:pt x="274" y="415"/>
                    <a:pt x="274" y="401"/>
                  </a:cubicBezTo>
                  <a:close/>
                  <a:moveTo>
                    <a:pt x="588" y="63"/>
                  </a:moveTo>
                  <a:cubicBezTo>
                    <a:pt x="588" y="217"/>
                    <a:pt x="588" y="370"/>
                    <a:pt x="588" y="525"/>
                  </a:cubicBezTo>
                  <a:cubicBezTo>
                    <a:pt x="567" y="525"/>
                    <a:pt x="547" y="525"/>
                    <a:pt x="527" y="525"/>
                  </a:cubicBezTo>
                  <a:cubicBezTo>
                    <a:pt x="527" y="539"/>
                    <a:pt x="527" y="553"/>
                    <a:pt x="527" y="566"/>
                  </a:cubicBezTo>
                  <a:cubicBezTo>
                    <a:pt x="561" y="566"/>
                    <a:pt x="596" y="566"/>
                    <a:pt x="630" y="566"/>
                  </a:cubicBezTo>
                  <a:cubicBezTo>
                    <a:pt x="630" y="384"/>
                    <a:pt x="630" y="203"/>
                    <a:pt x="630" y="21"/>
                  </a:cubicBezTo>
                  <a:cubicBezTo>
                    <a:pt x="497" y="21"/>
                    <a:pt x="365" y="21"/>
                    <a:pt x="233" y="21"/>
                  </a:cubicBezTo>
                  <a:cubicBezTo>
                    <a:pt x="233" y="35"/>
                    <a:pt x="233" y="49"/>
                    <a:pt x="233" y="63"/>
                  </a:cubicBezTo>
                  <a:cubicBezTo>
                    <a:pt x="351" y="63"/>
                    <a:pt x="469" y="63"/>
                    <a:pt x="588" y="63"/>
                  </a:cubicBezTo>
                  <a:close/>
                  <a:moveTo>
                    <a:pt x="567" y="503"/>
                  </a:moveTo>
                  <a:cubicBezTo>
                    <a:pt x="567" y="363"/>
                    <a:pt x="567" y="224"/>
                    <a:pt x="567" y="84"/>
                  </a:cubicBezTo>
                  <a:cubicBezTo>
                    <a:pt x="434" y="84"/>
                    <a:pt x="302" y="84"/>
                    <a:pt x="169" y="84"/>
                  </a:cubicBezTo>
                  <a:cubicBezTo>
                    <a:pt x="169" y="119"/>
                    <a:pt x="169" y="153"/>
                    <a:pt x="169" y="188"/>
                  </a:cubicBezTo>
                  <a:cubicBezTo>
                    <a:pt x="176" y="188"/>
                    <a:pt x="183" y="188"/>
                    <a:pt x="190" y="188"/>
                  </a:cubicBezTo>
                  <a:cubicBezTo>
                    <a:pt x="190" y="160"/>
                    <a:pt x="190" y="133"/>
                    <a:pt x="190" y="105"/>
                  </a:cubicBezTo>
                  <a:cubicBezTo>
                    <a:pt x="309" y="105"/>
                    <a:pt x="427" y="105"/>
                    <a:pt x="546" y="105"/>
                  </a:cubicBezTo>
                  <a:cubicBezTo>
                    <a:pt x="546" y="168"/>
                    <a:pt x="546" y="231"/>
                    <a:pt x="546" y="294"/>
                  </a:cubicBezTo>
                  <a:cubicBezTo>
                    <a:pt x="518" y="294"/>
                    <a:pt x="491" y="294"/>
                    <a:pt x="462" y="294"/>
                  </a:cubicBezTo>
                  <a:cubicBezTo>
                    <a:pt x="462" y="314"/>
                    <a:pt x="464" y="334"/>
                    <a:pt x="462" y="354"/>
                  </a:cubicBezTo>
                  <a:cubicBezTo>
                    <a:pt x="460" y="375"/>
                    <a:pt x="465" y="390"/>
                    <a:pt x="484" y="401"/>
                  </a:cubicBezTo>
                  <a:cubicBezTo>
                    <a:pt x="488" y="403"/>
                    <a:pt x="492" y="408"/>
                    <a:pt x="497" y="412"/>
                  </a:cubicBezTo>
                  <a:cubicBezTo>
                    <a:pt x="518" y="427"/>
                    <a:pt x="528" y="447"/>
                    <a:pt x="526" y="473"/>
                  </a:cubicBezTo>
                  <a:cubicBezTo>
                    <a:pt x="525" y="483"/>
                    <a:pt x="526" y="493"/>
                    <a:pt x="526" y="503"/>
                  </a:cubicBezTo>
                  <a:cubicBezTo>
                    <a:pt x="540" y="503"/>
                    <a:pt x="553" y="503"/>
                    <a:pt x="567" y="503"/>
                  </a:cubicBezTo>
                  <a:close/>
                  <a:moveTo>
                    <a:pt x="211" y="189"/>
                  </a:moveTo>
                  <a:cubicBezTo>
                    <a:pt x="237" y="189"/>
                    <a:pt x="261" y="189"/>
                    <a:pt x="286" y="189"/>
                  </a:cubicBezTo>
                  <a:cubicBezTo>
                    <a:pt x="334" y="189"/>
                    <a:pt x="381" y="189"/>
                    <a:pt x="429" y="189"/>
                  </a:cubicBezTo>
                  <a:cubicBezTo>
                    <a:pt x="451" y="189"/>
                    <a:pt x="461" y="198"/>
                    <a:pt x="462" y="221"/>
                  </a:cubicBezTo>
                  <a:cubicBezTo>
                    <a:pt x="463" y="229"/>
                    <a:pt x="462" y="237"/>
                    <a:pt x="462" y="246"/>
                  </a:cubicBezTo>
                  <a:cubicBezTo>
                    <a:pt x="462" y="255"/>
                    <a:pt x="462" y="263"/>
                    <a:pt x="462" y="272"/>
                  </a:cubicBezTo>
                  <a:cubicBezTo>
                    <a:pt x="484" y="272"/>
                    <a:pt x="505" y="272"/>
                    <a:pt x="525" y="272"/>
                  </a:cubicBezTo>
                  <a:cubicBezTo>
                    <a:pt x="525" y="223"/>
                    <a:pt x="525" y="174"/>
                    <a:pt x="525" y="126"/>
                  </a:cubicBezTo>
                  <a:cubicBezTo>
                    <a:pt x="420" y="126"/>
                    <a:pt x="315" y="126"/>
                    <a:pt x="211" y="126"/>
                  </a:cubicBezTo>
                  <a:cubicBezTo>
                    <a:pt x="211" y="147"/>
                    <a:pt x="211" y="167"/>
                    <a:pt x="211" y="189"/>
                  </a:cubicBezTo>
                  <a:close/>
                  <a:moveTo>
                    <a:pt x="389" y="493"/>
                  </a:moveTo>
                  <a:cubicBezTo>
                    <a:pt x="357" y="474"/>
                    <a:pt x="326" y="456"/>
                    <a:pt x="294" y="438"/>
                  </a:cubicBezTo>
                  <a:cubicBezTo>
                    <a:pt x="294" y="447"/>
                    <a:pt x="294" y="454"/>
                    <a:pt x="294" y="461"/>
                  </a:cubicBezTo>
                  <a:cubicBezTo>
                    <a:pt x="289" y="461"/>
                    <a:pt x="285" y="461"/>
                    <a:pt x="281" y="461"/>
                  </a:cubicBezTo>
                  <a:cubicBezTo>
                    <a:pt x="214" y="461"/>
                    <a:pt x="148" y="462"/>
                    <a:pt x="81" y="461"/>
                  </a:cubicBezTo>
                  <a:cubicBezTo>
                    <a:pt x="61" y="461"/>
                    <a:pt x="41" y="465"/>
                    <a:pt x="22" y="451"/>
                  </a:cubicBezTo>
                  <a:cubicBezTo>
                    <a:pt x="22" y="465"/>
                    <a:pt x="22" y="475"/>
                    <a:pt x="22" y="486"/>
                  </a:cubicBezTo>
                  <a:cubicBezTo>
                    <a:pt x="20" y="514"/>
                    <a:pt x="39" y="525"/>
                    <a:pt x="60" y="525"/>
                  </a:cubicBezTo>
                  <a:cubicBezTo>
                    <a:pt x="134" y="524"/>
                    <a:pt x="208" y="525"/>
                    <a:pt x="282" y="525"/>
                  </a:cubicBezTo>
                  <a:cubicBezTo>
                    <a:pt x="286" y="525"/>
                    <a:pt x="290" y="525"/>
                    <a:pt x="295" y="525"/>
                  </a:cubicBezTo>
                  <a:cubicBezTo>
                    <a:pt x="295" y="533"/>
                    <a:pt x="295" y="539"/>
                    <a:pt x="295" y="548"/>
                  </a:cubicBezTo>
                  <a:cubicBezTo>
                    <a:pt x="326" y="529"/>
                    <a:pt x="357" y="512"/>
                    <a:pt x="389" y="493"/>
                  </a:cubicBezTo>
                  <a:close/>
                  <a:moveTo>
                    <a:pt x="84" y="378"/>
                  </a:moveTo>
                  <a:cubicBezTo>
                    <a:pt x="72" y="378"/>
                    <a:pt x="61" y="377"/>
                    <a:pt x="51" y="378"/>
                  </a:cubicBezTo>
                  <a:cubicBezTo>
                    <a:pt x="36" y="379"/>
                    <a:pt x="23" y="391"/>
                    <a:pt x="22" y="406"/>
                  </a:cubicBezTo>
                  <a:cubicBezTo>
                    <a:pt x="21" y="422"/>
                    <a:pt x="30" y="437"/>
                    <a:pt x="46" y="439"/>
                  </a:cubicBezTo>
                  <a:cubicBezTo>
                    <a:pt x="58" y="441"/>
                    <a:pt x="71" y="440"/>
                    <a:pt x="84" y="440"/>
                  </a:cubicBezTo>
                  <a:cubicBezTo>
                    <a:pt x="84" y="419"/>
                    <a:pt x="84" y="399"/>
                    <a:pt x="84" y="378"/>
                  </a:cubicBezTo>
                  <a:close/>
                  <a:moveTo>
                    <a:pt x="147" y="126"/>
                  </a:moveTo>
                  <a:cubicBezTo>
                    <a:pt x="132" y="124"/>
                    <a:pt x="119" y="127"/>
                    <a:pt x="111" y="140"/>
                  </a:cubicBezTo>
                  <a:cubicBezTo>
                    <a:pt x="103" y="152"/>
                    <a:pt x="104" y="164"/>
                    <a:pt x="112" y="175"/>
                  </a:cubicBezTo>
                  <a:cubicBezTo>
                    <a:pt x="121" y="187"/>
                    <a:pt x="133" y="190"/>
                    <a:pt x="147" y="188"/>
                  </a:cubicBezTo>
                  <a:cubicBezTo>
                    <a:pt x="147" y="167"/>
                    <a:pt x="147" y="147"/>
                    <a:pt x="147" y="12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5" name="组合 4"/>
            <p:cNvGrpSpPr/>
            <p:nvPr/>
          </p:nvGrpSpPr>
          <p:grpSpPr>
            <a:xfrm>
              <a:off x="819724" y="3135185"/>
              <a:ext cx="527939" cy="474090"/>
              <a:chOff x="1601280" y="3023571"/>
              <a:chExt cx="574870" cy="516234"/>
            </a:xfrm>
            <a:grpFill/>
          </p:grpSpPr>
          <p:sp>
            <p:nvSpPr>
              <p:cNvPr id="6" name="Freeform 6"/>
              <p:cNvSpPr>
                <a:spLocks noEditPoints="1"/>
              </p:cNvSpPr>
              <p:nvPr/>
            </p:nvSpPr>
            <p:spPr bwMode="auto">
              <a:xfrm>
                <a:off x="1601280" y="3023571"/>
                <a:ext cx="402409" cy="172461"/>
              </a:xfrm>
              <a:custGeom>
                <a:avLst/>
                <a:gdLst>
                  <a:gd name="T0" fmla="*/ 148 w 294"/>
                  <a:gd name="T1" fmla="*/ 0 h 126"/>
                  <a:gd name="T2" fmla="*/ 268 w 294"/>
                  <a:gd name="T3" fmla="*/ 0 h 126"/>
                  <a:gd name="T4" fmla="*/ 294 w 294"/>
                  <a:gd name="T5" fmla="*/ 26 h 126"/>
                  <a:gd name="T6" fmla="*/ 294 w 294"/>
                  <a:gd name="T7" fmla="*/ 101 h 126"/>
                  <a:gd name="T8" fmla="*/ 270 w 294"/>
                  <a:gd name="T9" fmla="*/ 126 h 126"/>
                  <a:gd name="T10" fmla="*/ 25 w 294"/>
                  <a:gd name="T11" fmla="*/ 126 h 126"/>
                  <a:gd name="T12" fmla="*/ 0 w 294"/>
                  <a:gd name="T13" fmla="*/ 101 h 126"/>
                  <a:gd name="T14" fmla="*/ 0 w 294"/>
                  <a:gd name="T15" fmla="*/ 23 h 126"/>
                  <a:gd name="T16" fmla="*/ 24 w 294"/>
                  <a:gd name="T17" fmla="*/ 0 h 126"/>
                  <a:gd name="T18" fmla="*/ 148 w 294"/>
                  <a:gd name="T19" fmla="*/ 0 h 126"/>
                  <a:gd name="T20" fmla="*/ 22 w 294"/>
                  <a:gd name="T21" fmla="*/ 104 h 126"/>
                  <a:gd name="T22" fmla="*/ 273 w 294"/>
                  <a:gd name="T23" fmla="*/ 104 h 126"/>
                  <a:gd name="T24" fmla="*/ 273 w 294"/>
                  <a:gd name="T25" fmla="*/ 21 h 126"/>
                  <a:gd name="T26" fmla="*/ 22 w 294"/>
                  <a:gd name="T27" fmla="*/ 21 h 126"/>
                  <a:gd name="T28" fmla="*/ 22 w 294"/>
                  <a:gd name="T29" fmla="*/ 104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4" h="125">
                    <a:moveTo>
                      <a:pt x="148" y="0"/>
                    </a:moveTo>
                    <a:cubicBezTo>
                      <a:pt x="188" y="0"/>
                      <a:pt x="228" y="0"/>
                      <a:pt x="268" y="0"/>
                    </a:cubicBezTo>
                    <a:cubicBezTo>
                      <a:pt x="287" y="0"/>
                      <a:pt x="294" y="7"/>
                      <a:pt x="294" y="26"/>
                    </a:cubicBezTo>
                    <a:cubicBezTo>
                      <a:pt x="294" y="51"/>
                      <a:pt x="294" y="76"/>
                      <a:pt x="294" y="101"/>
                    </a:cubicBezTo>
                    <a:cubicBezTo>
                      <a:pt x="294" y="118"/>
                      <a:pt x="287" y="126"/>
                      <a:pt x="270" y="126"/>
                    </a:cubicBezTo>
                    <a:cubicBezTo>
                      <a:pt x="188" y="126"/>
                      <a:pt x="107" y="126"/>
                      <a:pt x="25" y="126"/>
                    </a:cubicBezTo>
                    <a:cubicBezTo>
                      <a:pt x="9" y="126"/>
                      <a:pt x="1" y="118"/>
                      <a:pt x="0" y="101"/>
                    </a:cubicBezTo>
                    <a:cubicBezTo>
                      <a:pt x="0" y="75"/>
                      <a:pt x="0" y="49"/>
                      <a:pt x="0" y="23"/>
                    </a:cubicBezTo>
                    <a:cubicBezTo>
                      <a:pt x="0" y="8"/>
                      <a:pt x="8" y="0"/>
                      <a:pt x="24" y="0"/>
                    </a:cubicBezTo>
                    <a:cubicBezTo>
                      <a:pt x="65" y="0"/>
                      <a:pt x="106" y="0"/>
                      <a:pt x="148" y="0"/>
                    </a:cubicBezTo>
                    <a:close/>
                    <a:moveTo>
                      <a:pt x="22" y="104"/>
                    </a:moveTo>
                    <a:cubicBezTo>
                      <a:pt x="106" y="104"/>
                      <a:pt x="189" y="104"/>
                      <a:pt x="273" y="104"/>
                    </a:cubicBezTo>
                    <a:cubicBezTo>
                      <a:pt x="273" y="76"/>
                      <a:pt x="273" y="48"/>
                      <a:pt x="273" y="21"/>
                    </a:cubicBezTo>
                    <a:cubicBezTo>
                      <a:pt x="189" y="21"/>
                      <a:pt x="106" y="21"/>
                      <a:pt x="22" y="21"/>
                    </a:cubicBezTo>
                    <a:cubicBezTo>
                      <a:pt x="22" y="49"/>
                      <a:pt x="22" y="76"/>
                      <a:pt x="22"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 name="Freeform 7"/>
              <p:cNvSpPr/>
              <p:nvPr/>
            </p:nvSpPr>
            <p:spPr bwMode="auto">
              <a:xfrm>
                <a:off x="1947351" y="3454724"/>
                <a:ext cx="142568" cy="27594"/>
              </a:xfrm>
              <a:custGeom>
                <a:avLst/>
                <a:gdLst>
                  <a:gd name="T0" fmla="*/ 104 w 104"/>
                  <a:gd name="T1" fmla="*/ 0 h 20"/>
                  <a:gd name="T2" fmla="*/ 104 w 104"/>
                  <a:gd name="T3" fmla="*/ 20 h 20"/>
                  <a:gd name="T4" fmla="*/ 0 w 104"/>
                  <a:gd name="T5" fmla="*/ 20 h 20"/>
                  <a:gd name="T6" fmla="*/ 0 w 104"/>
                  <a:gd name="T7" fmla="*/ 0 h 20"/>
                  <a:gd name="T8" fmla="*/ 104 w 104"/>
                  <a:gd name="T9" fmla="*/ 0 h 20"/>
                </a:gdLst>
                <a:ahLst/>
                <a:cxnLst>
                  <a:cxn ang="0">
                    <a:pos x="T0" y="T1"/>
                  </a:cxn>
                  <a:cxn ang="0">
                    <a:pos x="T2" y="T3"/>
                  </a:cxn>
                  <a:cxn ang="0">
                    <a:pos x="T4" y="T5"/>
                  </a:cxn>
                  <a:cxn ang="0">
                    <a:pos x="T6" y="T7"/>
                  </a:cxn>
                  <a:cxn ang="0">
                    <a:pos x="T8" y="T9"/>
                  </a:cxn>
                </a:cxnLst>
                <a:rect l="0" t="0" r="r" b="b"/>
                <a:pathLst>
                  <a:path w="104" h="20">
                    <a:moveTo>
                      <a:pt x="104" y="0"/>
                    </a:moveTo>
                    <a:cubicBezTo>
                      <a:pt x="104" y="7"/>
                      <a:pt x="104" y="13"/>
                      <a:pt x="104" y="20"/>
                    </a:cubicBezTo>
                    <a:cubicBezTo>
                      <a:pt x="70" y="20"/>
                      <a:pt x="35" y="20"/>
                      <a:pt x="0" y="20"/>
                    </a:cubicBezTo>
                    <a:cubicBezTo>
                      <a:pt x="0" y="14"/>
                      <a:pt x="0" y="7"/>
                      <a:pt x="0" y="0"/>
                    </a:cubicBezTo>
                    <a:cubicBezTo>
                      <a:pt x="34" y="0"/>
                      <a:pt x="69" y="0"/>
                      <a:pt x="10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Freeform 8"/>
              <p:cNvSpPr/>
              <p:nvPr/>
            </p:nvSpPr>
            <p:spPr bwMode="auto">
              <a:xfrm>
                <a:off x="1947351" y="3512211"/>
                <a:ext cx="27594" cy="27594"/>
              </a:xfrm>
              <a:custGeom>
                <a:avLst/>
                <a:gdLst>
                  <a:gd name="T0" fmla="*/ 0 w 20"/>
                  <a:gd name="T1" fmla="*/ 20 h 20"/>
                  <a:gd name="T2" fmla="*/ 0 w 20"/>
                  <a:gd name="T3" fmla="*/ 0 h 20"/>
                  <a:gd name="T4" fmla="*/ 20 w 20"/>
                  <a:gd name="T5" fmla="*/ 0 h 20"/>
                  <a:gd name="T6" fmla="*/ 20 w 20"/>
                  <a:gd name="T7" fmla="*/ 20 h 20"/>
                  <a:gd name="T8" fmla="*/ 0 w 20"/>
                  <a:gd name="T9" fmla="*/ 20 h 20"/>
                </a:gdLst>
                <a:ahLst/>
                <a:cxnLst>
                  <a:cxn ang="0">
                    <a:pos x="T0" y="T1"/>
                  </a:cxn>
                  <a:cxn ang="0">
                    <a:pos x="T2" y="T3"/>
                  </a:cxn>
                  <a:cxn ang="0">
                    <a:pos x="T4" y="T5"/>
                  </a:cxn>
                  <a:cxn ang="0">
                    <a:pos x="T6" y="T7"/>
                  </a:cxn>
                  <a:cxn ang="0">
                    <a:pos x="T8" y="T9"/>
                  </a:cxn>
                </a:cxnLst>
                <a:rect l="0" t="0" r="r" b="b"/>
                <a:pathLst>
                  <a:path w="20" h="20">
                    <a:moveTo>
                      <a:pt x="0" y="20"/>
                    </a:moveTo>
                    <a:cubicBezTo>
                      <a:pt x="0" y="13"/>
                      <a:pt x="0" y="7"/>
                      <a:pt x="0" y="0"/>
                    </a:cubicBezTo>
                    <a:cubicBezTo>
                      <a:pt x="6" y="0"/>
                      <a:pt x="13" y="0"/>
                      <a:pt x="20" y="0"/>
                    </a:cubicBezTo>
                    <a:cubicBezTo>
                      <a:pt x="20" y="6"/>
                      <a:pt x="20" y="13"/>
                      <a:pt x="20" y="20"/>
                    </a:cubicBezTo>
                    <a:cubicBezTo>
                      <a:pt x="14" y="20"/>
                      <a:pt x="7" y="20"/>
                      <a:pt x="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9"/>
              <p:cNvSpPr/>
              <p:nvPr/>
            </p:nvSpPr>
            <p:spPr bwMode="auto">
              <a:xfrm>
                <a:off x="2004838" y="3512211"/>
                <a:ext cx="27594" cy="27594"/>
              </a:xfrm>
              <a:custGeom>
                <a:avLst/>
                <a:gdLst>
                  <a:gd name="T0" fmla="*/ 20 w 20"/>
                  <a:gd name="T1" fmla="*/ 0 h 20"/>
                  <a:gd name="T2" fmla="*/ 20 w 20"/>
                  <a:gd name="T3" fmla="*/ 20 h 20"/>
                  <a:gd name="T4" fmla="*/ 0 w 20"/>
                  <a:gd name="T5" fmla="*/ 20 h 20"/>
                  <a:gd name="T6" fmla="*/ 0 w 20"/>
                  <a:gd name="T7" fmla="*/ 0 h 20"/>
                  <a:gd name="T8" fmla="*/ 20 w 20"/>
                  <a:gd name="T9" fmla="*/ 0 h 20"/>
                </a:gdLst>
                <a:ahLst/>
                <a:cxnLst>
                  <a:cxn ang="0">
                    <a:pos x="T0" y="T1"/>
                  </a:cxn>
                  <a:cxn ang="0">
                    <a:pos x="T2" y="T3"/>
                  </a:cxn>
                  <a:cxn ang="0">
                    <a:pos x="T4" y="T5"/>
                  </a:cxn>
                  <a:cxn ang="0">
                    <a:pos x="T6" y="T7"/>
                  </a:cxn>
                  <a:cxn ang="0">
                    <a:pos x="T8" y="T9"/>
                  </a:cxn>
                </a:cxnLst>
                <a:rect l="0" t="0" r="r" b="b"/>
                <a:pathLst>
                  <a:path w="20" h="20">
                    <a:moveTo>
                      <a:pt x="20" y="0"/>
                    </a:moveTo>
                    <a:cubicBezTo>
                      <a:pt x="20" y="7"/>
                      <a:pt x="20" y="13"/>
                      <a:pt x="20" y="20"/>
                    </a:cubicBezTo>
                    <a:cubicBezTo>
                      <a:pt x="13" y="20"/>
                      <a:pt x="7" y="20"/>
                      <a:pt x="0" y="20"/>
                    </a:cubicBezTo>
                    <a:cubicBezTo>
                      <a:pt x="0" y="13"/>
                      <a:pt x="0" y="7"/>
                      <a:pt x="0" y="0"/>
                    </a:cubicBezTo>
                    <a:cubicBezTo>
                      <a:pt x="7" y="0"/>
                      <a:pt x="13" y="0"/>
                      <a:pt x="2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10"/>
              <p:cNvSpPr/>
              <p:nvPr/>
            </p:nvSpPr>
            <p:spPr bwMode="auto">
              <a:xfrm>
                <a:off x="2062325" y="3512211"/>
                <a:ext cx="27594" cy="27594"/>
              </a:xfrm>
              <a:custGeom>
                <a:avLst/>
                <a:gdLst>
                  <a:gd name="T0" fmla="*/ 0 w 20"/>
                  <a:gd name="T1" fmla="*/ 0 h 20"/>
                  <a:gd name="T2" fmla="*/ 20 w 20"/>
                  <a:gd name="T3" fmla="*/ 0 h 20"/>
                  <a:gd name="T4" fmla="*/ 20 w 20"/>
                  <a:gd name="T5" fmla="*/ 20 h 20"/>
                  <a:gd name="T6" fmla="*/ 0 w 20"/>
                  <a:gd name="T7" fmla="*/ 20 h 20"/>
                  <a:gd name="T8" fmla="*/ 0 w 20"/>
                  <a:gd name="T9" fmla="*/ 0 h 20"/>
                </a:gdLst>
                <a:ahLst/>
                <a:cxnLst>
                  <a:cxn ang="0">
                    <a:pos x="T0" y="T1"/>
                  </a:cxn>
                  <a:cxn ang="0">
                    <a:pos x="T2" y="T3"/>
                  </a:cxn>
                  <a:cxn ang="0">
                    <a:pos x="T4" y="T5"/>
                  </a:cxn>
                  <a:cxn ang="0">
                    <a:pos x="T6" y="T7"/>
                  </a:cxn>
                  <a:cxn ang="0">
                    <a:pos x="T8" y="T9"/>
                  </a:cxn>
                </a:cxnLst>
                <a:rect l="0" t="0" r="r" b="b"/>
                <a:pathLst>
                  <a:path w="20" h="20">
                    <a:moveTo>
                      <a:pt x="0" y="0"/>
                    </a:moveTo>
                    <a:cubicBezTo>
                      <a:pt x="7" y="0"/>
                      <a:pt x="13" y="0"/>
                      <a:pt x="20" y="0"/>
                    </a:cubicBezTo>
                    <a:cubicBezTo>
                      <a:pt x="20" y="7"/>
                      <a:pt x="20" y="13"/>
                      <a:pt x="20" y="20"/>
                    </a:cubicBezTo>
                    <a:cubicBezTo>
                      <a:pt x="13" y="20"/>
                      <a:pt x="7" y="20"/>
                      <a:pt x="0" y="20"/>
                    </a:cubicBezTo>
                    <a:cubicBezTo>
                      <a:pt x="0" y="13"/>
                      <a:pt x="0" y="6"/>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11"/>
              <p:cNvSpPr/>
              <p:nvPr/>
            </p:nvSpPr>
            <p:spPr bwMode="auto">
              <a:xfrm>
                <a:off x="2091069" y="3138545"/>
                <a:ext cx="85081" cy="27594"/>
              </a:xfrm>
              <a:custGeom>
                <a:avLst/>
                <a:gdLst>
                  <a:gd name="T0" fmla="*/ 62 w 62"/>
                  <a:gd name="T1" fmla="*/ 0 h 20"/>
                  <a:gd name="T2" fmla="*/ 62 w 62"/>
                  <a:gd name="T3" fmla="*/ 20 h 20"/>
                  <a:gd name="T4" fmla="*/ 0 w 62"/>
                  <a:gd name="T5" fmla="*/ 20 h 20"/>
                  <a:gd name="T6" fmla="*/ 0 w 62"/>
                  <a:gd name="T7" fmla="*/ 0 h 20"/>
                  <a:gd name="T8" fmla="*/ 62 w 62"/>
                  <a:gd name="T9" fmla="*/ 0 h 20"/>
                </a:gdLst>
                <a:ahLst/>
                <a:cxnLst>
                  <a:cxn ang="0">
                    <a:pos x="T0" y="T1"/>
                  </a:cxn>
                  <a:cxn ang="0">
                    <a:pos x="T2" y="T3"/>
                  </a:cxn>
                  <a:cxn ang="0">
                    <a:pos x="T4" y="T5"/>
                  </a:cxn>
                  <a:cxn ang="0">
                    <a:pos x="T6" y="T7"/>
                  </a:cxn>
                  <a:cxn ang="0">
                    <a:pos x="T8" y="T9"/>
                  </a:cxn>
                </a:cxnLst>
                <a:rect l="0" t="0" r="r" b="b"/>
                <a:pathLst>
                  <a:path w="62" h="20">
                    <a:moveTo>
                      <a:pt x="62" y="0"/>
                    </a:moveTo>
                    <a:cubicBezTo>
                      <a:pt x="62" y="7"/>
                      <a:pt x="62" y="13"/>
                      <a:pt x="62" y="20"/>
                    </a:cubicBezTo>
                    <a:cubicBezTo>
                      <a:pt x="42" y="20"/>
                      <a:pt x="21" y="20"/>
                      <a:pt x="0" y="20"/>
                    </a:cubicBezTo>
                    <a:cubicBezTo>
                      <a:pt x="0" y="13"/>
                      <a:pt x="0" y="7"/>
                      <a:pt x="0" y="0"/>
                    </a:cubicBezTo>
                    <a:cubicBezTo>
                      <a:pt x="21" y="0"/>
                      <a:pt x="41" y="0"/>
                      <a:pt x="6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12"/>
              <p:cNvSpPr/>
              <p:nvPr/>
            </p:nvSpPr>
            <p:spPr bwMode="auto">
              <a:xfrm>
                <a:off x="2091069" y="3197757"/>
                <a:ext cx="85081" cy="25869"/>
              </a:xfrm>
              <a:custGeom>
                <a:avLst/>
                <a:gdLst>
                  <a:gd name="T0" fmla="*/ 62 w 62"/>
                  <a:gd name="T1" fmla="*/ 0 h 19"/>
                  <a:gd name="T2" fmla="*/ 62 w 62"/>
                  <a:gd name="T3" fmla="*/ 19 h 19"/>
                  <a:gd name="T4" fmla="*/ 0 w 62"/>
                  <a:gd name="T5" fmla="*/ 19 h 19"/>
                  <a:gd name="T6" fmla="*/ 0 w 62"/>
                  <a:gd name="T7" fmla="*/ 0 h 19"/>
                  <a:gd name="T8" fmla="*/ 62 w 62"/>
                  <a:gd name="T9" fmla="*/ 0 h 19"/>
                </a:gdLst>
                <a:ahLst/>
                <a:cxnLst>
                  <a:cxn ang="0">
                    <a:pos x="T0" y="T1"/>
                  </a:cxn>
                  <a:cxn ang="0">
                    <a:pos x="T2" y="T3"/>
                  </a:cxn>
                  <a:cxn ang="0">
                    <a:pos x="T4" y="T5"/>
                  </a:cxn>
                  <a:cxn ang="0">
                    <a:pos x="T6" y="T7"/>
                  </a:cxn>
                  <a:cxn ang="0">
                    <a:pos x="T8" y="T9"/>
                  </a:cxn>
                </a:cxnLst>
                <a:rect l="0" t="0" r="r" b="b"/>
                <a:pathLst>
                  <a:path w="62" h="19">
                    <a:moveTo>
                      <a:pt x="62" y="0"/>
                    </a:moveTo>
                    <a:cubicBezTo>
                      <a:pt x="62" y="6"/>
                      <a:pt x="62" y="12"/>
                      <a:pt x="62" y="19"/>
                    </a:cubicBezTo>
                    <a:cubicBezTo>
                      <a:pt x="41" y="19"/>
                      <a:pt x="21" y="19"/>
                      <a:pt x="0" y="19"/>
                    </a:cubicBezTo>
                    <a:cubicBezTo>
                      <a:pt x="0" y="13"/>
                      <a:pt x="0" y="6"/>
                      <a:pt x="0" y="0"/>
                    </a:cubicBezTo>
                    <a:cubicBezTo>
                      <a:pt x="21" y="0"/>
                      <a:pt x="41" y="0"/>
                      <a:pt x="6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标题 103"/>
          <p:cNvSpPr>
            <a:spLocks noGrp="1"/>
          </p:cNvSpPr>
          <p:nvPr>
            <p:ph type="title"/>
          </p:nvPr>
        </p:nvSpPr>
        <p:spPr>
          <a:xfrm>
            <a:off x="632137" y="245670"/>
            <a:ext cx="6695941" cy="402674"/>
          </a:xfrm>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Helvetica85-Heavy"/>
                <a:ea typeface="汉仪综艺体简" panose="02010609000101010101" pitchFamily="49" charset="-122"/>
                <a:cs typeface="+mn-cs"/>
              </a:rPr>
              <a:t>物联网产品介绍</a:t>
            </a:r>
          </a:p>
        </p:txBody>
      </p:sp>
      <p:sp>
        <p:nvSpPr>
          <p:cNvPr id="107" name="文本框 106"/>
          <p:cNvSpPr txBox="1"/>
          <p:nvPr/>
        </p:nvSpPr>
        <p:spPr>
          <a:xfrm>
            <a:off x="625557" y="611269"/>
            <a:ext cx="2784993" cy="276999"/>
          </a:xfrm>
          <a:prstGeom prst="rect">
            <a:avLst/>
          </a:prstGeom>
          <a:noFill/>
        </p:spPr>
        <p:txBody>
          <a:bodyPr wrap="none" rtlCol="0">
            <a:spAutoFit/>
          </a:bodyPr>
          <a:lstStyle>
            <a:defPPr>
              <a:defRPr lang="zh-CN"/>
            </a:defPPr>
            <a:lvl1pPr>
              <a:defRPr sz="1400">
                <a:solidFill>
                  <a:schemeClr val="bg1">
                    <a:lumMod val="65000"/>
                  </a:schemeClr>
                </a:solidFill>
                <a:effectLst/>
                <a:latin typeface="微软雅黑 Light" panose="020B0502040204020203" pitchFamily="34" charset="-122"/>
                <a:ea typeface="微软雅黑 Light" panose="020B0502040204020203" pitchFamily="34" charset="-122"/>
                <a:cs typeface="阿里巴巴普惠体 M" panose="00020600040101010101" pitchFamily="18"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altLang="zh-CN" sz="1200" spc="300"/>
              <a:t>Design Project Directory</a:t>
            </a:r>
          </a:p>
        </p:txBody>
      </p:sp>
      <p:sp>
        <p:nvSpPr>
          <p:cNvPr id="7" name="圆角矩形 6"/>
          <p:cNvSpPr/>
          <p:nvPr/>
        </p:nvSpPr>
        <p:spPr>
          <a:xfrm>
            <a:off x="-77" y="4717249"/>
            <a:ext cx="12192000" cy="2140751"/>
          </a:xfrm>
          <a:prstGeom prst="roundRect">
            <a:avLst>
              <a:gd name="adj" fmla="val 2339"/>
            </a:avLst>
          </a:prstGeom>
          <a:gradFill>
            <a:gsLst>
              <a:gs pos="20000">
                <a:srgbClr val="2946ED"/>
              </a:gs>
              <a:gs pos="100000">
                <a:srgbClr val="4294FF"/>
              </a:gs>
            </a:gsLst>
            <a:path path="circle">
              <a:fillToRect r="100000" b="100000"/>
            </a:path>
          </a:gradFill>
          <a:ln w="12700" cap="flat" cmpd="sng" algn="ctr">
            <a:noFill/>
            <a:prstDash val="solid"/>
            <a:miter lim="800000"/>
          </a:ln>
          <a:effectLst/>
        </p:spPr>
        <p:txBody>
          <a:bodyPr rot="0" spcFirstLastPara="0" vertOverflow="overflow" horzOverflow="overflow" vert="horz" wrap="square" lIns="216000" tIns="45720" rIns="91440" bIns="45720" numCol="1" spcCol="0" rtlCol="0" fromWordArt="0" anchor="ctr" anchorCtr="0" forceAA="0" compatLnSpc="1">
            <a:noAutofit/>
          </a:bodyPr>
          <a:lstStyle/>
          <a:p>
            <a:pPr algn="ctr"/>
            <a:endParaRPr lang="zh-CN" altLang="en-US" sz="1600" b="1">
              <a:solidFill>
                <a:prstClr val="white"/>
              </a:solidFill>
              <a:latin typeface="微软雅黑" panose="020B0503020204020204" pitchFamily="34" charset="-122"/>
              <a:ea typeface="微软雅黑" panose="020B0503020204020204" pitchFamily="34" charset="-122"/>
            </a:endParaRPr>
          </a:p>
        </p:txBody>
      </p:sp>
      <p:sp>
        <p:nvSpPr>
          <p:cNvPr id="10" name="圆角矩形 9"/>
          <p:cNvSpPr/>
          <p:nvPr/>
        </p:nvSpPr>
        <p:spPr>
          <a:xfrm>
            <a:off x="3359638" y="4952808"/>
            <a:ext cx="8706014" cy="1765233"/>
          </a:xfrm>
          <a:prstGeom prst="roundRect">
            <a:avLst>
              <a:gd name="adj" fmla="val 3167"/>
            </a:avLst>
          </a:prstGeom>
          <a:solidFill>
            <a:schemeClr val="bg1">
              <a:alpha val="20000"/>
            </a:schemeClr>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11" name="圆角矩形 10"/>
          <p:cNvSpPr/>
          <p:nvPr/>
        </p:nvSpPr>
        <p:spPr>
          <a:xfrm>
            <a:off x="185030" y="4909921"/>
            <a:ext cx="3091914" cy="1839994"/>
          </a:xfrm>
          <a:prstGeom prst="roundRect">
            <a:avLst>
              <a:gd name="adj" fmla="val 3167"/>
            </a:avLst>
          </a:prstGeom>
          <a:solidFill>
            <a:schemeClr val="bg1">
              <a:alpha val="20000"/>
            </a:schemeClr>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13" name="梯形 12"/>
          <p:cNvSpPr/>
          <p:nvPr/>
        </p:nvSpPr>
        <p:spPr>
          <a:xfrm>
            <a:off x="31744" y="3797735"/>
            <a:ext cx="12128359" cy="920363"/>
          </a:xfrm>
          <a:prstGeom prst="trapezoid">
            <a:avLst>
              <a:gd name="adj" fmla="val 75306"/>
            </a:avLst>
          </a:prstGeom>
          <a:gradFill>
            <a:gsLst>
              <a:gs pos="0">
                <a:srgbClr val="AACDF5"/>
              </a:gs>
              <a:gs pos="72000">
                <a:srgbClr val="AACDF5">
                  <a:alpha val="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0">
              <a:solidFill>
                <a:prstClr val="white"/>
              </a:solidFill>
              <a:highlight>
                <a:srgbClr val="338DCB"/>
              </a:highlight>
              <a:latin typeface="Calibri" panose="020F0502020204030204"/>
              <a:ea typeface="微软雅黑" panose="020B0503020204020204" pitchFamily="34" charset="-122"/>
            </a:endParaRPr>
          </a:p>
        </p:txBody>
      </p:sp>
      <p:sp>
        <p:nvSpPr>
          <p:cNvPr id="15" name="圆角矩形 14"/>
          <p:cNvSpPr/>
          <p:nvPr/>
        </p:nvSpPr>
        <p:spPr>
          <a:xfrm>
            <a:off x="185030" y="4909646"/>
            <a:ext cx="3091914" cy="375052"/>
          </a:xfrm>
          <a:prstGeom prst="roundRect">
            <a:avLst>
              <a:gd name="adj" fmla="val 3167"/>
            </a:avLst>
          </a:prstGeom>
          <a:solidFill>
            <a:schemeClr val="bg1">
              <a:alpha val="20000"/>
            </a:schemeClr>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16" name="矩形 15"/>
          <p:cNvSpPr/>
          <p:nvPr/>
        </p:nvSpPr>
        <p:spPr>
          <a:xfrm>
            <a:off x="1113659" y="4954056"/>
            <a:ext cx="1234657" cy="313932"/>
          </a:xfrm>
          <a:prstGeom prst="rect">
            <a:avLst/>
          </a:prstGeom>
          <a:effectLst>
            <a:outerShdw blurRad="63500" sx="102000" sy="102000" algn="ctr" rotWithShape="0">
              <a:schemeClr val="bg1">
                <a:alpha val="40000"/>
              </a:schemeClr>
            </a:outerShdw>
          </a:effectLst>
        </p:spPr>
        <p:txBody>
          <a:bodyPr wrap="square">
            <a:spAutoFit/>
          </a:bodyPr>
          <a:lstStyle/>
          <a:p>
            <a:pPr marL="0" marR="0" lvl="0" indent="0" algn="ctr" defTabSz="685165" rtl="0" eaLnBrk="1" fontAlgn="auto" latinLnBrk="0" hangingPunct="1">
              <a:lnSpc>
                <a:spcPct val="90000"/>
              </a:lnSpc>
              <a:spcBef>
                <a:spcPct val="0"/>
              </a:spcBef>
              <a:spcAft>
                <a:spcPct val="0"/>
              </a:spcAft>
              <a:buClrTx/>
              <a:buSzTx/>
              <a:buFontTx/>
              <a:buNone/>
              <a:defRPr/>
            </a:pPr>
            <a:r>
              <a:rPr kumimoji="0" lang="zh-CN" altLang="en-US" sz="16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sym typeface="等线 Light" panose="02010600030101010101" charset="-122"/>
              </a:rPr>
              <a:t>数据内容</a:t>
            </a:r>
          </a:p>
        </p:txBody>
      </p:sp>
      <p:sp>
        <p:nvSpPr>
          <p:cNvPr id="19" name="圆角矩形 18"/>
          <p:cNvSpPr/>
          <p:nvPr/>
        </p:nvSpPr>
        <p:spPr>
          <a:xfrm>
            <a:off x="3359638" y="4909646"/>
            <a:ext cx="8706014" cy="375052"/>
          </a:xfrm>
          <a:prstGeom prst="roundRect">
            <a:avLst>
              <a:gd name="adj" fmla="val 3167"/>
            </a:avLst>
          </a:prstGeom>
          <a:solidFill>
            <a:schemeClr val="bg1">
              <a:alpha val="20000"/>
            </a:schemeClr>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srgbClr val="ED7D31">
                  <a:lumMod val="50000"/>
                </a:srgbClr>
              </a:solidFill>
              <a:effectLst/>
              <a:uLnTx/>
              <a:uFillTx/>
              <a:latin typeface="Calibri" panose="020F0502020204030204"/>
              <a:ea typeface="微软雅黑" panose="020B0503020204020204" pitchFamily="34" charset="-122"/>
              <a:cs typeface="+mn-cs"/>
            </a:endParaRPr>
          </a:p>
        </p:txBody>
      </p:sp>
      <p:sp>
        <p:nvSpPr>
          <p:cNvPr id="20" name="矩形 19"/>
          <p:cNvSpPr/>
          <p:nvPr/>
        </p:nvSpPr>
        <p:spPr>
          <a:xfrm>
            <a:off x="6890981" y="4996668"/>
            <a:ext cx="1643329" cy="313932"/>
          </a:xfrm>
          <a:prstGeom prst="rect">
            <a:avLst/>
          </a:prstGeom>
          <a:effectLst>
            <a:outerShdw blurRad="63500" sx="102000" sy="102000" algn="ctr" rotWithShape="0">
              <a:schemeClr val="bg1">
                <a:alpha val="40000"/>
              </a:schemeClr>
            </a:outerShdw>
          </a:effectLst>
        </p:spPr>
        <p:txBody>
          <a:bodyPr wrap="square">
            <a:spAutoFit/>
          </a:bodyPr>
          <a:lstStyle/>
          <a:p>
            <a:pPr marL="0" marR="0" lvl="0" indent="0" algn="ctr" defTabSz="685165" rtl="0" eaLnBrk="1" fontAlgn="auto" latinLnBrk="0" hangingPunct="1">
              <a:lnSpc>
                <a:spcPct val="90000"/>
              </a:lnSpc>
              <a:spcBef>
                <a:spcPct val="0"/>
              </a:spcBef>
              <a:spcAft>
                <a:spcPct val="0"/>
              </a:spcAft>
              <a:buClrTx/>
              <a:buSzTx/>
              <a:buFontTx/>
              <a:buNone/>
              <a:defRPr/>
            </a:pPr>
            <a:r>
              <a:rPr kumimoji="0" lang="zh-CN" altLang="en-US" sz="16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sym typeface="等线 Light" panose="02010600030101010101" charset="-122"/>
              </a:rPr>
              <a:t>数据内容</a:t>
            </a:r>
            <a:endParaRPr kumimoji="0" lang="en-US" altLang="zh-CN" sz="16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sym typeface="等线 Light" panose="02010600030101010101" charset="-122"/>
            </a:endParaRPr>
          </a:p>
        </p:txBody>
      </p:sp>
      <p:sp>
        <p:nvSpPr>
          <p:cNvPr id="25" name="圆角矩形 24"/>
          <p:cNvSpPr/>
          <p:nvPr/>
        </p:nvSpPr>
        <p:spPr>
          <a:xfrm>
            <a:off x="823525" y="1656024"/>
            <a:ext cx="2772000" cy="984091"/>
          </a:xfrm>
          <a:prstGeom prst="roundRect">
            <a:avLst>
              <a:gd name="adj" fmla="val 7449"/>
            </a:avLst>
          </a:prstGeom>
          <a:solidFill>
            <a:srgbClr val="FFFFFF">
              <a:alpha val="99000"/>
            </a:srgbClr>
          </a:solidFill>
          <a:ln w="3175" cap="flat" cmpd="sng" algn="ctr">
            <a:noFill/>
            <a:prstDash val="solid"/>
            <a:round/>
            <a:headEnd type="none" w="med" len="med"/>
            <a:tailEnd type="none" w="med" len="med"/>
          </a:ln>
          <a:effectLst>
            <a:outerShdw blurRad="50800" dist="38100" dir="5400000" algn="t" rotWithShape="0">
              <a:srgbClr val="AACDF5">
                <a:alpha val="40000"/>
              </a:srgbClr>
            </a:outerShdw>
          </a:effectLst>
        </p:spPr>
        <p:txBody>
          <a:bodyPr vert="horz" wrap="square" lIns="81000" tIns="0" rIns="0" bIns="34290" numCol="1" rtlCol="0" anchor="t" anchorCtr="0" compatLnSpc="1">
            <a:noAutofit/>
          </a:bodyPr>
          <a:lstStyle/>
          <a:p>
            <a:pPr marL="171450" marR="0" lvl="0" indent="-171450" algn="l" defTabSz="685800" rtl="0" eaLnBrk="1" fontAlgn="base" latinLnBrk="0" hangingPunct="1">
              <a:lnSpc>
                <a:spcPct val="150000"/>
              </a:lnSpc>
              <a:spcBef>
                <a:spcPct val="0"/>
              </a:spcBef>
              <a:spcAft>
                <a:spcPct val="0"/>
              </a:spcAft>
              <a:buClrTx/>
              <a:buSzTx/>
              <a:buFont typeface="Arial" panose="020B0604020202020204" pitchFamily="34" charset="0"/>
              <a:buChar char="•"/>
              <a:defRPr/>
            </a:pPr>
            <a:endParaRPr kumimoji="0" lang="zh-CN" altLang="en-US" sz="900" b="0" i="0" u="none" strike="noStrike" kern="1200" cap="none" spc="0" normalizeH="0" baseline="0" noProof="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26" name="文本框 25"/>
          <p:cNvSpPr txBox="1"/>
          <p:nvPr/>
        </p:nvSpPr>
        <p:spPr>
          <a:xfrm>
            <a:off x="3681604" y="2185917"/>
            <a:ext cx="729687" cy="25654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106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替换文字</a:t>
            </a:r>
          </a:p>
        </p:txBody>
      </p:sp>
      <p:sp>
        <p:nvSpPr>
          <p:cNvPr id="27" name="文本框 26"/>
          <p:cNvSpPr txBox="1"/>
          <p:nvPr/>
        </p:nvSpPr>
        <p:spPr>
          <a:xfrm>
            <a:off x="3681604" y="1836578"/>
            <a:ext cx="729687" cy="25654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106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替换文字</a:t>
            </a:r>
          </a:p>
        </p:txBody>
      </p:sp>
      <p:sp>
        <p:nvSpPr>
          <p:cNvPr id="28" name="文本框 27"/>
          <p:cNvSpPr txBox="1"/>
          <p:nvPr/>
        </p:nvSpPr>
        <p:spPr>
          <a:xfrm>
            <a:off x="7460238" y="2185917"/>
            <a:ext cx="729687" cy="25654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106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替换文字</a:t>
            </a:r>
          </a:p>
        </p:txBody>
      </p:sp>
      <p:sp>
        <p:nvSpPr>
          <p:cNvPr id="29" name="文本框 28"/>
          <p:cNvSpPr txBox="1"/>
          <p:nvPr/>
        </p:nvSpPr>
        <p:spPr>
          <a:xfrm>
            <a:off x="7460238" y="1836578"/>
            <a:ext cx="729687" cy="25654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106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替换文字</a:t>
            </a:r>
          </a:p>
        </p:txBody>
      </p:sp>
      <p:sp>
        <p:nvSpPr>
          <p:cNvPr id="31" name="文本框 30"/>
          <p:cNvSpPr txBox="1"/>
          <p:nvPr/>
        </p:nvSpPr>
        <p:spPr>
          <a:xfrm>
            <a:off x="823817" y="1426377"/>
            <a:ext cx="2772000" cy="319023"/>
          </a:xfrm>
          <a:prstGeom prst="roundRect">
            <a:avLst/>
          </a:prstGeom>
          <a:gradFill flip="none" rotWithShape="1">
            <a:gsLst>
              <a:gs pos="0">
                <a:srgbClr val="53DEDF"/>
              </a:gs>
              <a:gs pos="43000">
                <a:srgbClr val="4199FF"/>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zh-CN"/>
            </a:defPPr>
            <a:lvl1pPr algn="ctr">
              <a:defRPr kumimoji="1" sz="1600" b="1">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a:t>替换文字</a:t>
            </a:r>
          </a:p>
        </p:txBody>
      </p:sp>
      <p:sp>
        <p:nvSpPr>
          <p:cNvPr id="32" name="文本框 31"/>
          <p:cNvSpPr txBox="1"/>
          <p:nvPr/>
        </p:nvSpPr>
        <p:spPr>
          <a:xfrm>
            <a:off x="5591889" y="1096310"/>
            <a:ext cx="934871" cy="318100"/>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lang="zh-CN" altLang="en-US" sz="1465" b="1">
                <a:solidFill>
                  <a:prstClr val="black"/>
                </a:solidFill>
                <a:latin typeface="微软雅黑" panose="020B0503020204020204" pitchFamily="34" charset="-122"/>
                <a:ea typeface="微软雅黑" panose="020B0503020204020204" pitchFamily="34" charset="-122"/>
              </a:rPr>
              <a:t>业务类型</a:t>
            </a:r>
            <a:endParaRPr kumimoji="0" lang="zh-CN" altLang="en-US" sz="1465"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3" name="文本框 32"/>
          <p:cNvSpPr txBox="1"/>
          <p:nvPr/>
        </p:nvSpPr>
        <p:spPr>
          <a:xfrm>
            <a:off x="9264919" y="1089686"/>
            <a:ext cx="934871" cy="318100"/>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lang="zh-CN" altLang="en-US" sz="1465" b="1">
                <a:solidFill>
                  <a:prstClr val="black"/>
                </a:solidFill>
                <a:latin typeface="微软雅黑" panose="020B0503020204020204" pitchFamily="34" charset="-122"/>
                <a:ea typeface="微软雅黑" panose="020B0503020204020204" pitchFamily="34" charset="-122"/>
              </a:rPr>
              <a:t>业务类型</a:t>
            </a:r>
            <a:endParaRPr kumimoji="0" lang="zh-CN" altLang="en-US" sz="1465"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4" name="文本框 33"/>
          <p:cNvSpPr txBox="1"/>
          <p:nvPr/>
        </p:nvSpPr>
        <p:spPr>
          <a:xfrm>
            <a:off x="1836157" y="1084710"/>
            <a:ext cx="934871" cy="318100"/>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lang="zh-CN" altLang="en-US" sz="1465" b="1">
                <a:solidFill>
                  <a:prstClr val="black"/>
                </a:solidFill>
                <a:latin typeface="微软雅黑" panose="020B0503020204020204" pitchFamily="34" charset="-122"/>
                <a:ea typeface="微软雅黑" panose="020B0503020204020204" pitchFamily="34" charset="-122"/>
              </a:rPr>
              <a:t>业务类型</a:t>
            </a:r>
            <a:endParaRPr kumimoji="0" lang="zh-CN" altLang="en-US" sz="1465"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7" name="圆角矩形 36"/>
          <p:cNvSpPr/>
          <p:nvPr/>
        </p:nvSpPr>
        <p:spPr>
          <a:xfrm>
            <a:off x="4579549" y="1656024"/>
            <a:ext cx="2772000" cy="984091"/>
          </a:xfrm>
          <a:prstGeom prst="roundRect">
            <a:avLst>
              <a:gd name="adj" fmla="val 7449"/>
            </a:avLst>
          </a:prstGeom>
          <a:solidFill>
            <a:srgbClr val="FFFFFF">
              <a:alpha val="99000"/>
            </a:srgbClr>
          </a:solidFill>
          <a:ln w="3175" cap="flat" cmpd="sng" algn="ctr">
            <a:noFill/>
            <a:prstDash val="solid"/>
            <a:round/>
            <a:headEnd type="none" w="med" len="med"/>
            <a:tailEnd type="none" w="med" len="med"/>
          </a:ln>
          <a:effectLst>
            <a:outerShdw blurRad="50800" dist="38100" dir="5400000" algn="t" rotWithShape="0">
              <a:srgbClr val="AACDF5">
                <a:alpha val="40000"/>
              </a:srgbClr>
            </a:outerShdw>
          </a:effectLst>
        </p:spPr>
        <p:txBody>
          <a:bodyPr vert="horz" wrap="square" lIns="81000" tIns="0" rIns="0" bIns="34290" numCol="1" rtlCol="0" anchor="t" anchorCtr="0" compatLnSpc="1">
            <a:noAutofit/>
          </a:bodyPr>
          <a:lstStyle/>
          <a:p>
            <a:pPr marL="171450" marR="0" lvl="0" indent="-171450" algn="l" defTabSz="685800" rtl="0" eaLnBrk="1" fontAlgn="base" latinLnBrk="0" hangingPunct="1">
              <a:lnSpc>
                <a:spcPct val="150000"/>
              </a:lnSpc>
              <a:spcBef>
                <a:spcPct val="0"/>
              </a:spcBef>
              <a:spcAft>
                <a:spcPct val="0"/>
              </a:spcAft>
              <a:buClrTx/>
              <a:buSzTx/>
              <a:buFont typeface="Arial" panose="020B0604020202020204" pitchFamily="34" charset="0"/>
              <a:buChar char="•"/>
              <a:defRPr/>
            </a:pPr>
            <a:endParaRPr kumimoji="0" lang="zh-CN" altLang="en-US" sz="900" b="0" i="0" u="none" strike="noStrike" kern="1200" cap="none" spc="0" normalizeH="0" baseline="0" noProof="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38" name="文本框 37"/>
          <p:cNvSpPr txBox="1"/>
          <p:nvPr/>
        </p:nvSpPr>
        <p:spPr>
          <a:xfrm>
            <a:off x="4579549" y="1426377"/>
            <a:ext cx="2772000" cy="319023"/>
          </a:xfrm>
          <a:prstGeom prst="roundRect">
            <a:avLst/>
          </a:prstGeom>
          <a:gradFill flip="none" rotWithShape="1">
            <a:gsLst>
              <a:gs pos="0">
                <a:srgbClr val="53DEDF"/>
              </a:gs>
              <a:gs pos="43000">
                <a:srgbClr val="4199FF"/>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zh-CN"/>
            </a:defPPr>
            <a:lvl1pPr algn="ctr">
              <a:defRPr kumimoji="1" sz="1600" b="1">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a:t>替换文字</a:t>
            </a:r>
          </a:p>
        </p:txBody>
      </p:sp>
      <p:cxnSp>
        <p:nvCxnSpPr>
          <p:cNvPr id="41" name="直接箭头连接符 46"/>
          <p:cNvCxnSpPr>
            <a:stCxn id="25" idx="3"/>
            <a:endCxn id="37" idx="1"/>
          </p:cNvCxnSpPr>
          <p:nvPr/>
        </p:nvCxnSpPr>
        <p:spPr>
          <a:xfrm>
            <a:off x="3595525" y="2148070"/>
            <a:ext cx="984024" cy="0"/>
          </a:xfrm>
          <a:prstGeom prst="straightConnector1">
            <a:avLst/>
          </a:prstGeom>
          <a:ln w="12700">
            <a:solidFill>
              <a:srgbClr val="1D78FA"/>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2" name="圆角矩形 41"/>
          <p:cNvSpPr/>
          <p:nvPr/>
        </p:nvSpPr>
        <p:spPr>
          <a:xfrm>
            <a:off x="8252219" y="1656024"/>
            <a:ext cx="2772000" cy="984091"/>
          </a:xfrm>
          <a:prstGeom prst="roundRect">
            <a:avLst>
              <a:gd name="adj" fmla="val 7449"/>
            </a:avLst>
          </a:prstGeom>
          <a:solidFill>
            <a:srgbClr val="FFFFFF">
              <a:alpha val="99000"/>
            </a:srgbClr>
          </a:solidFill>
          <a:ln w="3175" cap="flat" cmpd="sng" algn="ctr">
            <a:noFill/>
            <a:prstDash val="solid"/>
            <a:round/>
            <a:headEnd type="none" w="med" len="med"/>
            <a:tailEnd type="none" w="med" len="med"/>
          </a:ln>
          <a:effectLst>
            <a:outerShdw blurRad="50800" dist="38100" dir="5400000" algn="t" rotWithShape="0">
              <a:srgbClr val="AACDF5">
                <a:alpha val="40000"/>
              </a:srgbClr>
            </a:outerShdw>
          </a:effectLst>
        </p:spPr>
        <p:txBody>
          <a:bodyPr vert="horz" wrap="square" lIns="81000" tIns="0" rIns="0" bIns="34290" numCol="1" rtlCol="0" anchor="t" anchorCtr="0" compatLnSpc="1">
            <a:noAutofit/>
          </a:bodyPr>
          <a:lstStyle/>
          <a:p>
            <a:pPr marL="171450" marR="0" lvl="0" indent="-171450" algn="l" defTabSz="685800" rtl="0" eaLnBrk="1" fontAlgn="base" latinLnBrk="0" hangingPunct="1">
              <a:lnSpc>
                <a:spcPct val="150000"/>
              </a:lnSpc>
              <a:spcBef>
                <a:spcPct val="0"/>
              </a:spcBef>
              <a:spcAft>
                <a:spcPct val="0"/>
              </a:spcAft>
              <a:buClrTx/>
              <a:buSzTx/>
              <a:buFont typeface="Arial" panose="020B0604020202020204" pitchFamily="34" charset="0"/>
              <a:buChar char="•"/>
              <a:defRPr/>
            </a:pPr>
            <a:endParaRPr kumimoji="0" lang="zh-CN" altLang="en-US" sz="900" b="0" i="0" u="none" strike="noStrike" kern="1200" cap="none" spc="0" normalizeH="0" baseline="0" noProof="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43" name="文本框 42"/>
          <p:cNvSpPr txBox="1"/>
          <p:nvPr/>
        </p:nvSpPr>
        <p:spPr>
          <a:xfrm>
            <a:off x="8252579" y="1426377"/>
            <a:ext cx="2772000" cy="319023"/>
          </a:xfrm>
          <a:prstGeom prst="roundRect">
            <a:avLst/>
          </a:prstGeom>
          <a:gradFill flip="none" rotWithShape="1">
            <a:gsLst>
              <a:gs pos="0">
                <a:srgbClr val="53DEDF"/>
              </a:gs>
              <a:gs pos="43000">
                <a:srgbClr val="4199FF"/>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zh-CN"/>
            </a:defPPr>
            <a:lvl1pPr algn="ctr">
              <a:defRPr kumimoji="1" sz="1600" b="1">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a:t>替换文字</a:t>
            </a:r>
          </a:p>
        </p:txBody>
      </p:sp>
      <p:cxnSp>
        <p:nvCxnSpPr>
          <p:cNvPr id="46" name="直接箭头连接符 46"/>
          <p:cNvCxnSpPr>
            <a:stCxn id="37" idx="3"/>
            <a:endCxn id="42" idx="1"/>
          </p:cNvCxnSpPr>
          <p:nvPr/>
        </p:nvCxnSpPr>
        <p:spPr>
          <a:xfrm>
            <a:off x="7351549" y="2148070"/>
            <a:ext cx="900670" cy="0"/>
          </a:xfrm>
          <a:prstGeom prst="straightConnector1">
            <a:avLst/>
          </a:prstGeom>
          <a:ln w="12700">
            <a:solidFill>
              <a:srgbClr val="1D78FA"/>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7" name="圆角矩形 46"/>
          <p:cNvSpPr/>
          <p:nvPr/>
        </p:nvSpPr>
        <p:spPr>
          <a:xfrm>
            <a:off x="4580382" y="3386386"/>
            <a:ext cx="2772000" cy="984091"/>
          </a:xfrm>
          <a:prstGeom prst="roundRect">
            <a:avLst>
              <a:gd name="adj" fmla="val 7449"/>
            </a:avLst>
          </a:prstGeom>
          <a:solidFill>
            <a:srgbClr val="FFFFFF">
              <a:alpha val="99000"/>
            </a:srgbClr>
          </a:solidFill>
          <a:ln w="3175" cap="flat" cmpd="sng" algn="ctr">
            <a:noFill/>
            <a:prstDash val="solid"/>
            <a:round/>
            <a:headEnd type="none" w="med" len="med"/>
            <a:tailEnd type="none" w="med" len="med"/>
          </a:ln>
          <a:effectLst>
            <a:outerShdw blurRad="50800" dist="38100" dir="5400000" algn="t" rotWithShape="0">
              <a:srgbClr val="AACDF5">
                <a:alpha val="40000"/>
              </a:srgbClr>
            </a:outerShdw>
          </a:effectLst>
        </p:spPr>
        <p:txBody>
          <a:bodyPr vert="horz" wrap="square" lIns="81000" tIns="0" rIns="0" bIns="34290" numCol="1" rtlCol="0" anchor="t" anchorCtr="0" compatLnSpc="1">
            <a:noAutofit/>
          </a:bodyPr>
          <a:lstStyle/>
          <a:p>
            <a:pPr marL="171450" marR="0" lvl="0" indent="-171450" algn="l" defTabSz="685800" rtl="0" eaLnBrk="1" fontAlgn="base" latinLnBrk="0" hangingPunct="1">
              <a:lnSpc>
                <a:spcPct val="150000"/>
              </a:lnSpc>
              <a:spcBef>
                <a:spcPct val="0"/>
              </a:spcBef>
              <a:spcAft>
                <a:spcPct val="0"/>
              </a:spcAft>
              <a:buClrTx/>
              <a:buSzTx/>
              <a:buFont typeface="Arial" panose="020B0604020202020204" pitchFamily="34" charset="0"/>
              <a:buChar char="•"/>
              <a:defRPr/>
            </a:pPr>
            <a:endParaRPr kumimoji="0" lang="zh-CN" altLang="en-US" sz="900" b="0" i="0" u="none" strike="noStrike" kern="1200" cap="none" spc="0" normalizeH="0" baseline="0" noProof="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48" name="文本框 47"/>
          <p:cNvSpPr txBox="1"/>
          <p:nvPr/>
        </p:nvSpPr>
        <p:spPr>
          <a:xfrm>
            <a:off x="4580742" y="3156739"/>
            <a:ext cx="2772000" cy="319023"/>
          </a:xfrm>
          <a:prstGeom prst="roundRect">
            <a:avLst/>
          </a:prstGeom>
          <a:gradFill flip="none" rotWithShape="1">
            <a:gsLst>
              <a:gs pos="0">
                <a:srgbClr val="53DEDF"/>
              </a:gs>
              <a:gs pos="43000">
                <a:srgbClr val="4199FF"/>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zh-CN"/>
            </a:defPPr>
            <a:lvl1pPr algn="ctr">
              <a:defRPr kumimoji="1" sz="1600" b="1">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a:t>替换文字</a:t>
            </a:r>
          </a:p>
        </p:txBody>
      </p:sp>
      <p:sp>
        <p:nvSpPr>
          <p:cNvPr id="49" name="圆角矩形 48"/>
          <p:cNvSpPr/>
          <p:nvPr/>
        </p:nvSpPr>
        <p:spPr>
          <a:xfrm>
            <a:off x="823525" y="3386091"/>
            <a:ext cx="2772000" cy="984091"/>
          </a:xfrm>
          <a:prstGeom prst="roundRect">
            <a:avLst>
              <a:gd name="adj" fmla="val 7449"/>
            </a:avLst>
          </a:prstGeom>
          <a:solidFill>
            <a:srgbClr val="FFFFFF">
              <a:alpha val="99000"/>
            </a:srgbClr>
          </a:solidFill>
          <a:ln w="3175" cap="flat" cmpd="sng" algn="ctr">
            <a:noFill/>
            <a:prstDash val="solid"/>
            <a:round/>
            <a:headEnd type="none" w="med" len="med"/>
            <a:tailEnd type="none" w="med" len="med"/>
          </a:ln>
          <a:effectLst>
            <a:outerShdw blurRad="50800" dist="38100" dir="5400000" algn="t" rotWithShape="0">
              <a:srgbClr val="AACDF5">
                <a:alpha val="40000"/>
              </a:srgbClr>
            </a:outerShdw>
          </a:effectLst>
        </p:spPr>
        <p:txBody>
          <a:bodyPr vert="horz" wrap="square" lIns="81000" tIns="0" rIns="0" bIns="34290" numCol="1" rtlCol="0" anchor="t" anchorCtr="0" compatLnSpc="1">
            <a:noAutofit/>
          </a:bodyPr>
          <a:lstStyle/>
          <a:p>
            <a:pPr marL="171450" marR="0" lvl="0" indent="-171450" algn="l" defTabSz="685800" rtl="0" eaLnBrk="1" fontAlgn="base" latinLnBrk="0" hangingPunct="1">
              <a:lnSpc>
                <a:spcPct val="150000"/>
              </a:lnSpc>
              <a:spcBef>
                <a:spcPct val="0"/>
              </a:spcBef>
              <a:spcAft>
                <a:spcPct val="0"/>
              </a:spcAft>
              <a:buClrTx/>
              <a:buSzTx/>
              <a:buFont typeface="Arial" panose="020B0604020202020204" pitchFamily="34" charset="0"/>
              <a:buChar char="•"/>
              <a:defRPr/>
            </a:pPr>
            <a:endParaRPr kumimoji="0" lang="zh-CN" altLang="en-US" sz="900" b="0" i="0" u="none" strike="noStrike" kern="1200" cap="none" spc="0" normalizeH="0" baseline="0" noProof="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50" name="文本框 49"/>
          <p:cNvSpPr txBox="1"/>
          <p:nvPr/>
        </p:nvSpPr>
        <p:spPr>
          <a:xfrm>
            <a:off x="823525" y="3156444"/>
            <a:ext cx="2772000" cy="319023"/>
          </a:xfrm>
          <a:prstGeom prst="roundRect">
            <a:avLst/>
          </a:prstGeom>
          <a:gradFill flip="none" rotWithShape="1">
            <a:gsLst>
              <a:gs pos="0">
                <a:srgbClr val="53DEDF"/>
              </a:gs>
              <a:gs pos="43000">
                <a:srgbClr val="4199FF"/>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zh-CN"/>
            </a:defPPr>
            <a:lvl1pPr algn="ctr">
              <a:defRPr kumimoji="1" sz="1600" b="1">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a:t>替换文字</a:t>
            </a:r>
          </a:p>
        </p:txBody>
      </p:sp>
      <p:grpSp>
        <p:nvGrpSpPr>
          <p:cNvPr id="51" name="组合 50"/>
          <p:cNvGrpSpPr>
            <a:grpSpLocks noChangeAspect="1"/>
          </p:cNvGrpSpPr>
          <p:nvPr/>
        </p:nvGrpSpPr>
        <p:grpSpPr>
          <a:xfrm>
            <a:off x="1964930" y="3682163"/>
            <a:ext cx="489190" cy="566145"/>
            <a:chOff x="3736235" y="4073642"/>
            <a:chExt cx="724389" cy="838343"/>
          </a:xfrm>
        </p:grpSpPr>
        <p:sp>
          <p:nvSpPr>
            <p:cNvPr id="52" name="矩形: 圆角 1335"/>
            <p:cNvSpPr/>
            <p:nvPr>
              <p:custDataLst>
                <p:tags r:id="rId3"/>
              </p:custDataLst>
            </p:nvPr>
          </p:nvSpPr>
          <p:spPr>
            <a:xfrm>
              <a:off x="3736235" y="4187596"/>
              <a:ext cx="724389" cy="724389"/>
            </a:xfrm>
            <a:prstGeom prst="roundRect">
              <a:avLst>
                <a:gd name="adj" fmla="val 2205"/>
              </a:avLst>
            </a:prstGeom>
            <a:gradFill flip="none" rotWithShape="1">
              <a:gsLst>
                <a:gs pos="0">
                  <a:schemeClr val="accent1">
                    <a:alpha val="47452"/>
                  </a:schemeClr>
                </a:gs>
                <a:gs pos="69000">
                  <a:schemeClr val="accent1">
                    <a:lumMod val="75000"/>
                    <a:alpha val="27000"/>
                  </a:schemeClr>
                </a:gs>
              </a:gsLst>
              <a:lin ang="18900000" scaled="1"/>
            </a:gradFill>
            <a:ln>
              <a:noFill/>
            </a:ln>
            <a:effectLst/>
            <a:scene3d>
              <a:camera prst="isometricTopUp"/>
              <a:lightRig rig="threePt" dir="t"/>
            </a:scene3d>
            <a:sp3d extrusionH="57150">
              <a:bevelT w="0" h="0"/>
              <a:bevelB w="0" h="0"/>
            </a:sp3d>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sp3d>
                <a:bevelT w="0" h="0"/>
                <a:bevelB w="0" h="0"/>
              </a:sp3d>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62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53" name="矩形: 圆角 1336"/>
            <p:cNvSpPr/>
            <p:nvPr>
              <p:custDataLst>
                <p:tags r:id="rId4"/>
              </p:custDataLst>
            </p:nvPr>
          </p:nvSpPr>
          <p:spPr>
            <a:xfrm>
              <a:off x="3791614" y="4073642"/>
              <a:ext cx="577105" cy="577105"/>
            </a:xfrm>
            <a:prstGeom prst="roundRect">
              <a:avLst>
                <a:gd name="adj" fmla="val 2205"/>
              </a:avLst>
            </a:prstGeom>
            <a:gradFill flip="none" rotWithShape="1">
              <a:gsLst>
                <a:gs pos="29000">
                  <a:schemeClr val="accent1">
                    <a:lumMod val="75000"/>
                    <a:alpha val="0"/>
                  </a:schemeClr>
                </a:gs>
                <a:gs pos="74000">
                  <a:schemeClr val="accent1"/>
                </a:gs>
              </a:gsLst>
              <a:lin ang="13500000" scaled="1"/>
            </a:gradFill>
            <a:ln w="0" cap="flat" cmpd="sng" algn="ctr">
              <a:gradFill>
                <a:gsLst>
                  <a:gs pos="16000">
                    <a:schemeClr val="accent1">
                      <a:alpha val="37159"/>
                    </a:schemeClr>
                  </a:gs>
                  <a:gs pos="95000">
                    <a:schemeClr val="accent1"/>
                  </a:gs>
                </a:gsLst>
                <a:lin ang="5400000" scaled="1"/>
              </a:gradFill>
              <a:prstDash val="solid"/>
              <a:miter lim="800000"/>
            </a:ln>
            <a:effectLst>
              <a:outerShdw blurRad="171450" sy="23000" kx="-1200000" algn="bl" rotWithShape="0">
                <a:schemeClr val="accent1">
                  <a:lumMod val="75000"/>
                  <a:alpha val="9000"/>
                </a:schemeClr>
              </a:outerShdw>
            </a:effectLst>
            <a:scene3d>
              <a:camera prst="isometricLeftDown"/>
              <a:lightRig rig="contrasting" dir="t"/>
            </a:scene3d>
            <a:sp3d extrusionH="108585" contourW="11430">
              <a:bevelT w="0" h="0"/>
              <a:bevelB w="0" h="0"/>
              <a:contourClr>
                <a:schemeClr val="accent1">
                  <a:lumMod val="60000"/>
                  <a:lumOff val="40000"/>
                </a:schemeClr>
              </a:contourClr>
            </a:sp3d>
          </p:spPr>
          <p:txBody>
            <a:bodyPr lIns="82296" tIns="41148" rIns="82296" bIns="41148" rtlCol="0" anchor="ctr">
              <a:sp3d>
                <a:bevelT w="0" h="0"/>
                <a:bevelB w="0" h="0"/>
              </a:sp3d>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62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54" name="图形 53" descr="用户"/>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72321" y="4146848"/>
              <a:ext cx="440786" cy="440787"/>
            </a:xfrm>
            <a:prstGeom prst="rect">
              <a:avLst/>
            </a:prstGeom>
            <a:effectLst/>
          </p:spPr>
        </p:pic>
      </p:grpSp>
      <p:grpSp>
        <p:nvGrpSpPr>
          <p:cNvPr id="55" name="组合 54"/>
          <p:cNvGrpSpPr/>
          <p:nvPr/>
        </p:nvGrpSpPr>
        <p:grpSpPr>
          <a:xfrm>
            <a:off x="4987419" y="3811322"/>
            <a:ext cx="600432" cy="484116"/>
            <a:chOff x="4938291" y="3973902"/>
            <a:chExt cx="737019" cy="594244"/>
          </a:xfrm>
        </p:grpSpPr>
        <p:grpSp>
          <p:nvGrpSpPr>
            <p:cNvPr id="56" name="组合 55"/>
            <p:cNvGrpSpPr>
              <a:grpSpLocks noChangeAspect="1"/>
            </p:cNvGrpSpPr>
            <p:nvPr/>
          </p:nvGrpSpPr>
          <p:grpSpPr>
            <a:xfrm>
              <a:off x="4938291" y="3973902"/>
              <a:ext cx="737019" cy="594244"/>
              <a:chOff x="6398278" y="3131320"/>
              <a:chExt cx="4372558" cy="3525507"/>
            </a:xfrm>
          </p:grpSpPr>
          <p:sp>
            <p:nvSpPr>
              <p:cNvPr id="58" name="pangmenzd"/>
              <p:cNvSpPr/>
              <p:nvPr/>
            </p:nvSpPr>
            <p:spPr>
              <a:xfrm>
                <a:off x="6442955" y="5219318"/>
                <a:ext cx="4315239" cy="1437509"/>
              </a:xfrm>
              <a:prstGeom prst="ellipse">
                <a:avLst/>
              </a:prstGeom>
              <a:gradFill>
                <a:gsLst>
                  <a:gs pos="100000">
                    <a:schemeClr val="accent1">
                      <a:alpha val="27000"/>
                    </a:schemeClr>
                  </a:gs>
                  <a:gs pos="20000">
                    <a:schemeClr val="accent1">
                      <a:alpha val="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57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59" name="椭圆 58"/>
              <p:cNvSpPr/>
              <p:nvPr/>
            </p:nvSpPr>
            <p:spPr>
              <a:xfrm>
                <a:off x="7088478" y="5337868"/>
                <a:ext cx="3024179" cy="952373"/>
              </a:xfrm>
              <a:prstGeom prst="ellipse">
                <a:avLst/>
              </a:prstGeom>
              <a:gradFill>
                <a:gsLst>
                  <a:gs pos="100000">
                    <a:schemeClr val="accent1">
                      <a:alpha val="30000"/>
                    </a:schemeClr>
                  </a:gs>
                  <a:gs pos="20000">
                    <a:schemeClr val="accent1">
                      <a:alpha val="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57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60" name="椭圆 59"/>
              <p:cNvSpPr/>
              <p:nvPr/>
            </p:nvSpPr>
            <p:spPr>
              <a:xfrm>
                <a:off x="6948336" y="5304951"/>
                <a:ext cx="3304492" cy="1079916"/>
              </a:xfrm>
              <a:prstGeom prst="ellipse">
                <a:avLst/>
              </a:prstGeom>
              <a:noFill/>
              <a:ln w="11430">
                <a:gradFill>
                  <a:gsLst>
                    <a:gs pos="29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57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62" name="旁门左道出品"/>
              <p:cNvSpPr/>
              <p:nvPr/>
            </p:nvSpPr>
            <p:spPr>
              <a:xfrm>
                <a:off x="7307261" y="5464552"/>
                <a:ext cx="2553929" cy="626370"/>
              </a:xfrm>
              <a:prstGeom prst="ellipse">
                <a:avLst/>
              </a:prstGeom>
              <a:gradFill>
                <a:gsLst>
                  <a:gs pos="20000">
                    <a:schemeClr val="accent1">
                      <a:alpha val="0"/>
                    </a:schemeClr>
                  </a:gs>
                  <a:gs pos="100000">
                    <a:schemeClr val="accent1">
                      <a:alpha val="45000"/>
                    </a:schemeClr>
                  </a:gs>
                </a:gsLst>
                <a:lin ang="5400000" scaled="1"/>
              </a:gradFill>
              <a:ln w="5715">
                <a:gradFill>
                  <a:gsLst>
                    <a:gs pos="13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57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64" name="任意多边形: 形状 213" hidden="1"/>
              <p:cNvSpPr/>
              <p:nvPr/>
            </p:nvSpPr>
            <p:spPr>
              <a:xfrm>
                <a:off x="6398278" y="3131320"/>
                <a:ext cx="4372558" cy="2925761"/>
              </a:xfrm>
              <a:custGeom>
                <a:avLst/>
                <a:gdLst>
                  <a:gd name="connsiteX0" fmla="*/ 0 w 5234940"/>
                  <a:gd name="connsiteY0" fmla="*/ 0 h 4280606"/>
                  <a:gd name="connsiteX1" fmla="*/ 5234940 w 5234940"/>
                  <a:gd name="connsiteY1" fmla="*/ 0 h 4280606"/>
                  <a:gd name="connsiteX2" fmla="*/ 4146911 w 5234940"/>
                  <a:gd name="connsiteY2" fmla="*/ 3904503 h 4280606"/>
                  <a:gd name="connsiteX3" fmla="*/ 4147148 w 5234940"/>
                  <a:gd name="connsiteY3" fmla="*/ 3905653 h 4280606"/>
                  <a:gd name="connsiteX4" fmla="*/ 2618332 w 5234940"/>
                  <a:gd name="connsiteY4" fmla="*/ 4280606 h 4280606"/>
                  <a:gd name="connsiteX5" fmla="*/ 1097409 w 5234940"/>
                  <a:gd name="connsiteY5" fmla="*/ 3943990 h 4280606"/>
                  <a:gd name="connsiteX6" fmla="*/ 1090790 w 5234940"/>
                  <a:gd name="connsiteY6" fmla="*/ 3911842 h 4280606"/>
                  <a:gd name="connsiteX7" fmla="*/ 1090074 w 5234940"/>
                  <a:gd name="connsiteY7" fmla="*/ 3911842 h 4280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4940" h="4280606">
                    <a:moveTo>
                      <a:pt x="0" y="0"/>
                    </a:moveTo>
                    <a:lnTo>
                      <a:pt x="5234940" y="0"/>
                    </a:lnTo>
                    <a:lnTo>
                      <a:pt x="4146911" y="3904503"/>
                    </a:lnTo>
                    <a:lnTo>
                      <a:pt x="4147148" y="3905653"/>
                    </a:lnTo>
                    <a:cubicBezTo>
                      <a:pt x="4147148" y="4112734"/>
                      <a:pt x="3462674" y="4280606"/>
                      <a:pt x="2618332" y="4280606"/>
                    </a:cubicBezTo>
                    <a:cubicBezTo>
                      <a:pt x="1826762" y="4280606"/>
                      <a:pt x="1175700" y="4133063"/>
                      <a:pt x="1097409" y="3943990"/>
                    </a:cubicBezTo>
                    <a:lnTo>
                      <a:pt x="1090790" y="3911842"/>
                    </a:lnTo>
                    <a:lnTo>
                      <a:pt x="1090074" y="3911842"/>
                    </a:lnTo>
                    <a:close/>
                  </a:path>
                </a:pathLst>
              </a:custGeom>
              <a:gradFill>
                <a:gsLst>
                  <a:gs pos="30000">
                    <a:schemeClr val="accent1">
                      <a:alpha val="0"/>
                    </a:schemeClr>
                  </a:gs>
                  <a:gs pos="99000">
                    <a:schemeClr val="accent1">
                      <a:alpha val="30000"/>
                    </a:schemeClr>
                  </a:gs>
                </a:gsLst>
                <a:lin ang="5400000" scaled="1"/>
              </a:gradFill>
              <a:ln w="2857">
                <a:gradFill>
                  <a:gsLst>
                    <a:gs pos="13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lIns="82296" tIns="41148" rIns="82296" bIns="41148" rtlCol="0"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57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grpSp>
        <p:sp>
          <p:nvSpPr>
            <p:cNvPr id="57" name="图形 351"/>
            <p:cNvSpPr/>
            <p:nvPr/>
          </p:nvSpPr>
          <p:spPr>
            <a:xfrm>
              <a:off x="5139070" y="4101388"/>
              <a:ext cx="335343" cy="308096"/>
            </a:xfrm>
            <a:custGeom>
              <a:avLst/>
              <a:gdLst>
                <a:gd name="connsiteX0" fmla="*/ 316713 w 372604"/>
                <a:gd name="connsiteY0" fmla="*/ 225891 h 342329"/>
                <a:gd name="connsiteX1" fmla="*/ 295754 w 372604"/>
                <a:gd name="connsiteY1" fmla="*/ 230549 h 342329"/>
                <a:gd name="connsiteX2" fmla="*/ 225891 w 372604"/>
                <a:gd name="connsiteY2" fmla="*/ 102466 h 342329"/>
                <a:gd name="connsiteX3" fmla="*/ 246850 w 372604"/>
                <a:gd name="connsiteY3" fmla="*/ 58219 h 342329"/>
                <a:gd name="connsiteX4" fmla="*/ 188631 w 372604"/>
                <a:gd name="connsiteY4" fmla="*/ 0 h 342329"/>
                <a:gd name="connsiteX5" fmla="*/ 130411 w 372604"/>
                <a:gd name="connsiteY5" fmla="*/ 58219 h 342329"/>
                <a:gd name="connsiteX6" fmla="*/ 144384 w 372604"/>
                <a:gd name="connsiteY6" fmla="*/ 97809 h 342329"/>
                <a:gd name="connsiteX7" fmla="*/ 72192 w 372604"/>
                <a:gd name="connsiteY7" fmla="*/ 228220 h 342329"/>
                <a:gd name="connsiteX8" fmla="*/ 58219 w 372604"/>
                <a:gd name="connsiteY8" fmla="*/ 225891 h 342329"/>
                <a:gd name="connsiteX9" fmla="*/ 0 w 372604"/>
                <a:gd name="connsiteY9" fmla="*/ 284111 h 342329"/>
                <a:gd name="connsiteX10" fmla="*/ 58219 w 372604"/>
                <a:gd name="connsiteY10" fmla="*/ 342330 h 342329"/>
                <a:gd name="connsiteX11" fmla="*/ 114110 w 372604"/>
                <a:gd name="connsiteY11" fmla="*/ 293426 h 342329"/>
                <a:gd name="connsiteX12" fmla="*/ 258494 w 372604"/>
                <a:gd name="connsiteY12" fmla="*/ 293426 h 342329"/>
                <a:gd name="connsiteX13" fmla="*/ 314385 w 372604"/>
                <a:gd name="connsiteY13" fmla="*/ 342330 h 342329"/>
                <a:gd name="connsiteX14" fmla="*/ 372604 w 372604"/>
                <a:gd name="connsiteY14" fmla="*/ 284111 h 342329"/>
                <a:gd name="connsiteX15" fmla="*/ 316713 w 372604"/>
                <a:gd name="connsiteY15" fmla="*/ 225891 h 342329"/>
                <a:gd name="connsiteX16" fmla="*/ 316713 w 372604"/>
                <a:gd name="connsiteY16" fmla="*/ 225891 h 342329"/>
                <a:gd name="connsiteX17" fmla="*/ 165343 w 372604"/>
                <a:gd name="connsiteY17" fmla="*/ 111781 h 342329"/>
                <a:gd name="connsiteX18" fmla="*/ 188631 w 372604"/>
                <a:gd name="connsiteY18" fmla="*/ 116439 h 342329"/>
                <a:gd name="connsiteX19" fmla="*/ 204932 w 372604"/>
                <a:gd name="connsiteY19" fmla="*/ 114110 h 342329"/>
                <a:gd name="connsiteX20" fmla="*/ 277124 w 372604"/>
                <a:gd name="connsiteY20" fmla="*/ 242193 h 342329"/>
                <a:gd name="connsiteX21" fmla="*/ 263152 w 372604"/>
                <a:gd name="connsiteY21" fmla="*/ 270138 h 342329"/>
                <a:gd name="connsiteX22" fmla="*/ 116439 w 372604"/>
                <a:gd name="connsiteY22" fmla="*/ 270138 h 342329"/>
                <a:gd name="connsiteX23" fmla="*/ 95480 w 372604"/>
                <a:gd name="connsiteY23" fmla="*/ 237535 h 342329"/>
                <a:gd name="connsiteX24" fmla="*/ 165343 w 372604"/>
                <a:gd name="connsiteY24" fmla="*/ 111781 h 342329"/>
                <a:gd name="connsiteX25" fmla="*/ 165343 w 372604"/>
                <a:gd name="connsiteY25" fmla="*/ 111781 h 34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72604" h="342329">
                  <a:moveTo>
                    <a:pt x="316713" y="225891"/>
                  </a:moveTo>
                  <a:cubicBezTo>
                    <a:pt x="309727" y="225891"/>
                    <a:pt x="302741" y="228220"/>
                    <a:pt x="295754" y="230549"/>
                  </a:cubicBezTo>
                  <a:lnTo>
                    <a:pt x="225891" y="102466"/>
                  </a:lnTo>
                  <a:cubicBezTo>
                    <a:pt x="237535" y="90822"/>
                    <a:pt x="246850" y="76850"/>
                    <a:pt x="246850" y="58219"/>
                  </a:cubicBezTo>
                  <a:cubicBezTo>
                    <a:pt x="246850" y="25617"/>
                    <a:pt x="221234" y="0"/>
                    <a:pt x="188631" y="0"/>
                  </a:cubicBezTo>
                  <a:cubicBezTo>
                    <a:pt x="156028" y="0"/>
                    <a:pt x="130411" y="27945"/>
                    <a:pt x="130411" y="58219"/>
                  </a:cubicBezTo>
                  <a:cubicBezTo>
                    <a:pt x="130411" y="72192"/>
                    <a:pt x="135069" y="86165"/>
                    <a:pt x="144384" y="97809"/>
                  </a:cubicBezTo>
                  <a:lnTo>
                    <a:pt x="72192" y="228220"/>
                  </a:lnTo>
                  <a:cubicBezTo>
                    <a:pt x="67534" y="228220"/>
                    <a:pt x="62877" y="225891"/>
                    <a:pt x="58219" y="225891"/>
                  </a:cubicBezTo>
                  <a:cubicBezTo>
                    <a:pt x="25617" y="225891"/>
                    <a:pt x="0" y="251508"/>
                    <a:pt x="0" y="284111"/>
                  </a:cubicBezTo>
                  <a:cubicBezTo>
                    <a:pt x="0" y="316713"/>
                    <a:pt x="25617" y="342330"/>
                    <a:pt x="58219" y="342330"/>
                  </a:cubicBezTo>
                  <a:cubicBezTo>
                    <a:pt x="86165" y="342330"/>
                    <a:pt x="109452" y="321371"/>
                    <a:pt x="114110" y="293426"/>
                  </a:cubicBezTo>
                  <a:lnTo>
                    <a:pt x="258494" y="293426"/>
                  </a:lnTo>
                  <a:cubicBezTo>
                    <a:pt x="263152" y="321371"/>
                    <a:pt x="286439" y="342330"/>
                    <a:pt x="314385" y="342330"/>
                  </a:cubicBezTo>
                  <a:cubicBezTo>
                    <a:pt x="346987" y="342330"/>
                    <a:pt x="372604" y="316713"/>
                    <a:pt x="372604" y="284111"/>
                  </a:cubicBezTo>
                  <a:cubicBezTo>
                    <a:pt x="372604" y="251508"/>
                    <a:pt x="349316" y="225891"/>
                    <a:pt x="316713" y="225891"/>
                  </a:cubicBezTo>
                  <a:lnTo>
                    <a:pt x="316713" y="225891"/>
                  </a:lnTo>
                  <a:close/>
                  <a:moveTo>
                    <a:pt x="165343" y="111781"/>
                  </a:moveTo>
                  <a:cubicBezTo>
                    <a:pt x="172329" y="116439"/>
                    <a:pt x="181644" y="116439"/>
                    <a:pt x="188631" y="116439"/>
                  </a:cubicBezTo>
                  <a:cubicBezTo>
                    <a:pt x="193288" y="116439"/>
                    <a:pt x="200275" y="116439"/>
                    <a:pt x="204932" y="114110"/>
                  </a:cubicBezTo>
                  <a:lnTo>
                    <a:pt x="277124" y="242193"/>
                  </a:lnTo>
                  <a:cubicBezTo>
                    <a:pt x="270138" y="249179"/>
                    <a:pt x="265480" y="258494"/>
                    <a:pt x="263152" y="270138"/>
                  </a:cubicBezTo>
                  <a:lnTo>
                    <a:pt x="116439" y="270138"/>
                  </a:lnTo>
                  <a:cubicBezTo>
                    <a:pt x="114110" y="256165"/>
                    <a:pt x="104795" y="244521"/>
                    <a:pt x="95480" y="237535"/>
                  </a:cubicBezTo>
                  <a:lnTo>
                    <a:pt x="165343" y="111781"/>
                  </a:lnTo>
                  <a:lnTo>
                    <a:pt x="165343" y="111781"/>
                  </a:lnTo>
                  <a:close/>
                </a:path>
              </a:pathLst>
            </a:custGeom>
            <a:gradFill>
              <a:gsLst>
                <a:gs pos="0">
                  <a:schemeClr val="accent1">
                    <a:lumMod val="20000"/>
                    <a:lumOff val="80000"/>
                  </a:schemeClr>
                </a:gs>
                <a:gs pos="66000">
                  <a:schemeClr val="accent1"/>
                </a:gs>
              </a:gsLst>
              <a:lin ang="2700000" scaled="1"/>
            </a:gradFill>
            <a:ln w="363" cap="flat">
              <a:noFill/>
              <a:prstDash val="solid"/>
              <a:miter/>
            </a:ln>
            <a:effectLst/>
          </p:spPr>
          <p:txBody>
            <a:bodyPr lIns="82296" tIns="41148" rIns="82296" bIns="41148"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62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cxnSp>
        <p:nvCxnSpPr>
          <p:cNvPr id="65" name="直线连接符 64"/>
          <p:cNvCxnSpPr/>
          <p:nvPr/>
        </p:nvCxnSpPr>
        <p:spPr>
          <a:xfrm flipH="1">
            <a:off x="5630049" y="4053380"/>
            <a:ext cx="754752" cy="0"/>
          </a:xfrm>
          <a:prstGeom prst="line">
            <a:avLst/>
          </a:prstGeom>
          <a:ln w="5715">
            <a:prstDash val="dash"/>
          </a:ln>
          <a:effectLst/>
        </p:spPr>
        <p:style>
          <a:lnRef idx="1">
            <a:schemeClr val="accent1"/>
          </a:lnRef>
          <a:fillRef idx="0">
            <a:schemeClr val="accent1"/>
          </a:fillRef>
          <a:effectRef idx="0">
            <a:schemeClr val="accent1"/>
          </a:effectRef>
          <a:fontRef idx="minor">
            <a:schemeClr val="tx1"/>
          </a:fontRef>
        </p:style>
      </p:cxnSp>
      <p:grpSp>
        <p:nvGrpSpPr>
          <p:cNvPr id="66" name="组合 65"/>
          <p:cNvGrpSpPr/>
          <p:nvPr/>
        </p:nvGrpSpPr>
        <p:grpSpPr>
          <a:xfrm>
            <a:off x="6439999" y="3811322"/>
            <a:ext cx="600432" cy="484116"/>
            <a:chOff x="4938291" y="3973902"/>
            <a:chExt cx="737019" cy="594244"/>
          </a:xfrm>
        </p:grpSpPr>
        <p:grpSp>
          <p:nvGrpSpPr>
            <p:cNvPr id="67" name="组合 66"/>
            <p:cNvGrpSpPr>
              <a:grpSpLocks noChangeAspect="1"/>
            </p:cNvGrpSpPr>
            <p:nvPr/>
          </p:nvGrpSpPr>
          <p:grpSpPr>
            <a:xfrm>
              <a:off x="4938291" y="3973902"/>
              <a:ext cx="737019" cy="594244"/>
              <a:chOff x="6398278" y="3131320"/>
              <a:chExt cx="4372558" cy="3525507"/>
            </a:xfrm>
          </p:grpSpPr>
          <p:sp>
            <p:nvSpPr>
              <p:cNvPr id="69" name="pangmenzd"/>
              <p:cNvSpPr/>
              <p:nvPr/>
            </p:nvSpPr>
            <p:spPr>
              <a:xfrm>
                <a:off x="6442955" y="5219318"/>
                <a:ext cx="4315239" cy="1437509"/>
              </a:xfrm>
              <a:prstGeom prst="ellipse">
                <a:avLst/>
              </a:prstGeom>
              <a:gradFill>
                <a:gsLst>
                  <a:gs pos="100000">
                    <a:schemeClr val="accent1">
                      <a:alpha val="27000"/>
                    </a:schemeClr>
                  </a:gs>
                  <a:gs pos="20000">
                    <a:schemeClr val="accent1">
                      <a:alpha val="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57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70" name="椭圆 69"/>
              <p:cNvSpPr/>
              <p:nvPr/>
            </p:nvSpPr>
            <p:spPr>
              <a:xfrm>
                <a:off x="7088478" y="5337868"/>
                <a:ext cx="3024179" cy="952373"/>
              </a:xfrm>
              <a:prstGeom prst="ellipse">
                <a:avLst/>
              </a:prstGeom>
              <a:gradFill>
                <a:gsLst>
                  <a:gs pos="100000">
                    <a:schemeClr val="accent1">
                      <a:alpha val="30000"/>
                    </a:schemeClr>
                  </a:gs>
                  <a:gs pos="20000">
                    <a:schemeClr val="accent1">
                      <a:alpha val="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57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71" name="椭圆 70"/>
              <p:cNvSpPr/>
              <p:nvPr/>
            </p:nvSpPr>
            <p:spPr>
              <a:xfrm>
                <a:off x="6948336" y="5304951"/>
                <a:ext cx="3304492" cy="1079916"/>
              </a:xfrm>
              <a:prstGeom prst="ellipse">
                <a:avLst/>
              </a:prstGeom>
              <a:noFill/>
              <a:ln w="11430">
                <a:gradFill>
                  <a:gsLst>
                    <a:gs pos="29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57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72" name="旁门左道出品"/>
              <p:cNvSpPr/>
              <p:nvPr/>
            </p:nvSpPr>
            <p:spPr>
              <a:xfrm>
                <a:off x="7307261" y="5464552"/>
                <a:ext cx="2553929" cy="626370"/>
              </a:xfrm>
              <a:prstGeom prst="ellipse">
                <a:avLst/>
              </a:prstGeom>
              <a:gradFill>
                <a:gsLst>
                  <a:gs pos="20000">
                    <a:schemeClr val="accent1">
                      <a:alpha val="0"/>
                    </a:schemeClr>
                  </a:gs>
                  <a:gs pos="100000">
                    <a:schemeClr val="accent1">
                      <a:alpha val="45000"/>
                    </a:schemeClr>
                  </a:gs>
                </a:gsLst>
                <a:lin ang="5400000" scaled="1"/>
              </a:gradFill>
              <a:ln w="5715">
                <a:gradFill>
                  <a:gsLst>
                    <a:gs pos="13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57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73" name="任意多边形: 形状 213" hidden="1"/>
              <p:cNvSpPr/>
              <p:nvPr/>
            </p:nvSpPr>
            <p:spPr>
              <a:xfrm>
                <a:off x="6398278" y="3131320"/>
                <a:ext cx="4372558" cy="2925761"/>
              </a:xfrm>
              <a:custGeom>
                <a:avLst/>
                <a:gdLst>
                  <a:gd name="connsiteX0" fmla="*/ 0 w 5234940"/>
                  <a:gd name="connsiteY0" fmla="*/ 0 h 4280606"/>
                  <a:gd name="connsiteX1" fmla="*/ 5234940 w 5234940"/>
                  <a:gd name="connsiteY1" fmla="*/ 0 h 4280606"/>
                  <a:gd name="connsiteX2" fmla="*/ 4146911 w 5234940"/>
                  <a:gd name="connsiteY2" fmla="*/ 3904503 h 4280606"/>
                  <a:gd name="connsiteX3" fmla="*/ 4147148 w 5234940"/>
                  <a:gd name="connsiteY3" fmla="*/ 3905653 h 4280606"/>
                  <a:gd name="connsiteX4" fmla="*/ 2618332 w 5234940"/>
                  <a:gd name="connsiteY4" fmla="*/ 4280606 h 4280606"/>
                  <a:gd name="connsiteX5" fmla="*/ 1097409 w 5234940"/>
                  <a:gd name="connsiteY5" fmla="*/ 3943990 h 4280606"/>
                  <a:gd name="connsiteX6" fmla="*/ 1090790 w 5234940"/>
                  <a:gd name="connsiteY6" fmla="*/ 3911842 h 4280606"/>
                  <a:gd name="connsiteX7" fmla="*/ 1090074 w 5234940"/>
                  <a:gd name="connsiteY7" fmla="*/ 3911842 h 4280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4940" h="4280606">
                    <a:moveTo>
                      <a:pt x="0" y="0"/>
                    </a:moveTo>
                    <a:lnTo>
                      <a:pt x="5234940" y="0"/>
                    </a:lnTo>
                    <a:lnTo>
                      <a:pt x="4146911" y="3904503"/>
                    </a:lnTo>
                    <a:lnTo>
                      <a:pt x="4147148" y="3905653"/>
                    </a:lnTo>
                    <a:cubicBezTo>
                      <a:pt x="4147148" y="4112734"/>
                      <a:pt x="3462674" y="4280606"/>
                      <a:pt x="2618332" y="4280606"/>
                    </a:cubicBezTo>
                    <a:cubicBezTo>
                      <a:pt x="1826762" y="4280606"/>
                      <a:pt x="1175700" y="4133063"/>
                      <a:pt x="1097409" y="3943990"/>
                    </a:cubicBezTo>
                    <a:lnTo>
                      <a:pt x="1090790" y="3911842"/>
                    </a:lnTo>
                    <a:lnTo>
                      <a:pt x="1090074" y="3911842"/>
                    </a:lnTo>
                    <a:close/>
                  </a:path>
                </a:pathLst>
              </a:custGeom>
              <a:gradFill>
                <a:gsLst>
                  <a:gs pos="30000">
                    <a:schemeClr val="accent1">
                      <a:alpha val="0"/>
                    </a:schemeClr>
                  </a:gs>
                  <a:gs pos="99000">
                    <a:schemeClr val="accent1">
                      <a:alpha val="30000"/>
                    </a:schemeClr>
                  </a:gs>
                </a:gsLst>
                <a:lin ang="5400000" scaled="1"/>
              </a:gradFill>
              <a:ln w="2857">
                <a:gradFill>
                  <a:gsLst>
                    <a:gs pos="13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lIns="82296" tIns="41148" rIns="82296" bIns="41148" rtlCol="0"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57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grpSp>
        <p:sp>
          <p:nvSpPr>
            <p:cNvPr id="68" name="图形 351"/>
            <p:cNvSpPr/>
            <p:nvPr/>
          </p:nvSpPr>
          <p:spPr>
            <a:xfrm>
              <a:off x="5139070" y="4101388"/>
              <a:ext cx="335343" cy="308096"/>
            </a:xfrm>
            <a:custGeom>
              <a:avLst/>
              <a:gdLst>
                <a:gd name="connsiteX0" fmla="*/ 316713 w 372604"/>
                <a:gd name="connsiteY0" fmla="*/ 225891 h 342329"/>
                <a:gd name="connsiteX1" fmla="*/ 295754 w 372604"/>
                <a:gd name="connsiteY1" fmla="*/ 230549 h 342329"/>
                <a:gd name="connsiteX2" fmla="*/ 225891 w 372604"/>
                <a:gd name="connsiteY2" fmla="*/ 102466 h 342329"/>
                <a:gd name="connsiteX3" fmla="*/ 246850 w 372604"/>
                <a:gd name="connsiteY3" fmla="*/ 58219 h 342329"/>
                <a:gd name="connsiteX4" fmla="*/ 188631 w 372604"/>
                <a:gd name="connsiteY4" fmla="*/ 0 h 342329"/>
                <a:gd name="connsiteX5" fmla="*/ 130411 w 372604"/>
                <a:gd name="connsiteY5" fmla="*/ 58219 h 342329"/>
                <a:gd name="connsiteX6" fmla="*/ 144384 w 372604"/>
                <a:gd name="connsiteY6" fmla="*/ 97809 h 342329"/>
                <a:gd name="connsiteX7" fmla="*/ 72192 w 372604"/>
                <a:gd name="connsiteY7" fmla="*/ 228220 h 342329"/>
                <a:gd name="connsiteX8" fmla="*/ 58219 w 372604"/>
                <a:gd name="connsiteY8" fmla="*/ 225891 h 342329"/>
                <a:gd name="connsiteX9" fmla="*/ 0 w 372604"/>
                <a:gd name="connsiteY9" fmla="*/ 284111 h 342329"/>
                <a:gd name="connsiteX10" fmla="*/ 58219 w 372604"/>
                <a:gd name="connsiteY10" fmla="*/ 342330 h 342329"/>
                <a:gd name="connsiteX11" fmla="*/ 114110 w 372604"/>
                <a:gd name="connsiteY11" fmla="*/ 293426 h 342329"/>
                <a:gd name="connsiteX12" fmla="*/ 258494 w 372604"/>
                <a:gd name="connsiteY12" fmla="*/ 293426 h 342329"/>
                <a:gd name="connsiteX13" fmla="*/ 314385 w 372604"/>
                <a:gd name="connsiteY13" fmla="*/ 342330 h 342329"/>
                <a:gd name="connsiteX14" fmla="*/ 372604 w 372604"/>
                <a:gd name="connsiteY14" fmla="*/ 284111 h 342329"/>
                <a:gd name="connsiteX15" fmla="*/ 316713 w 372604"/>
                <a:gd name="connsiteY15" fmla="*/ 225891 h 342329"/>
                <a:gd name="connsiteX16" fmla="*/ 316713 w 372604"/>
                <a:gd name="connsiteY16" fmla="*/ 225891 h 342329"/>
                <a:gd name="connsiteX17" fmla="*/ 165343 w 372604"/>
                <a:gd name="connsiteY17" fmla="*/ 111781 h 342329"/>
                <a:gd name="connsiteX18" fmla="*/ 188631 w 372604"/>
                <a:gd name="connsiteY18" fmla="*/ 116439 h 342329"/>
                <a:gd name="connsiteX19" fmla="*/ 204932 w 372604"/>
                <a:gd name="connsiteY19" fmla="*/ 114110 h 342329"/>
                <a:gd name="connsiteX20" fmla="*/ 277124 w 372604"/>
                <a:gd name="connsiteY20" fmla="*/ 242193 h 342329"/>
                <a:gd name="connsiteX21" fmla="*/ 263152 w 372604"/>
                <a:gd name="connsiteY21" fmla="*/ 270138 h 342329"/>
                <a:gd name="connsiteX22" fmla="*/ 116439 w 372604"/>
                <a:gd name="connsiteY22" fmla="*/ 270138 h 342329"/>
                <a:gd name="connsiteX23" fmla="*/ 95480 w 372604"/>
                <a:gd name="connsiteY23" fmla="*/ 237535 h 342329"/>
                <a:gd name="connsiteX24" fmla="*/ 165343 w 372604"/>
                <a:gd name="connsiteY24" fmla="*/ 111781 h 342329"/>
                <a:gd name="connsiteX25" fmla="*/ 165343 w 372604"/>
                <a:gd name="connsiteY25" fmla="*/ 111781 h 34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72604" h="342329">
                  <a:moveTo>
                    <a:pt x="316713" y="225891"/>
                  </a:moveTo>
                  <a:cubicBezTo>
                    <a:pt x="309727" y="225891"/>
                    <a:pt x="302741" y="228220"/>
                    <a:pt x="295754" y="230549"/>
                  </a:cubicBezTo>
                  <a:lnTo>
                    <a:pt x="225891" y="102466"/>
                  </a:lnTo>
                  <a:cubicBezTo>
                    <a:pt x="237535" y="90822"/>
                    <a:pt x="246850" y="76850"/>
                    <a:pt x="246850" y="58219"/>
                  </a:cubicBezTo>
                  <a:cubicBezTo>
                    <a:pt x="246850" y="25617"/>
                    <a:pt x="221234" y="0"/>
                    <a:pt x="188631" y="0"/>
                  </a:cubicBezTo>
                  <a:cubicBezTo>
                    <a:pt x="156028" y="0"/>
                    <a:pt x="130411" y="27945"/>
                    <a:pt x="130411" y="58219"/>
                  </a:cubicBezTo>
                  <a:cubicBezTo>
                    <a:pt x="130411" y="72192"/>
                    <a:pt x="135069" y="86165"/>
                    <a:pt x="144384" y="97809"/>
                  </a:cubicBezTo>
                  <a:lnTo>
                    <a:pt x="72192" y="228220"/>
                  </a:lnTo>
                  <a:cubicBezTo>
                    <a:pt x="67534" y="228220"/>
                    <a:pt x="62877" y="225891"/>
                    <a:pt x="58219" y="225891"/>
                  </a:cubicBezTo>
                  <a:cubicBezTo>
                    <a:pt x="25617" y="225891"/>
                    <a:pt x="0" y="251508"/>
                    <a:pt x="0" y="284111"/>
                  </a:cubicBezTo>
                  <a:cubicBezTo>
                    <a:pt x="0" y="316713"/>
                    <a:pt x="25617" y="342330"/>
                    <a:pt x="58219" y="342330"/>
                  </a:cubicBezTo>
                  <a:cubicBezTo>
                    <a:pt x="86165" y="342330"/>
                    <a:pt x="109452" y="321371"/>
                    <a:pt x="114110" y="293426"/>
                  </a:cubicBezTo>
                  <a:lnTo>
                    <a:pt x="258494" y="293426"/>
                  </a:lnTo>
                  <a:cubicBezTo>
                    <a:pt x="263152" y="321371"/>
                    <a:pt x="286439" y="342330"/>
                    <a:pt x="314385" y="342330"/>
                  </a:cubicBezTo>
                  <a:cubicBezTo>
                    <a:pt x="346987" y="342330"/>
                    <a:pt x="372604" y="316713"/>
                    <a:pt x="372604" y="284111"/>
                  </a:cubicBezTo>
                  <a:cubicBezTo>
                    <a:pt x="372604" y="251508"/>
                    <a:pt x="349316" y="225891"/>
                    <a:pt x="316713" y="225891"/>
                  </a:cubicBezTo>
                  <a:lnTo>
                    <a:pt x="316713" y="225891"/>
                  </a:lnTo>
                  <a:close/>
                  <a:moveTo>
                    <a:pt x="165343" y="111781"/>
                  </a:moveTo>
                  <a:cubicBezTo>
                    <a:pt x="172329" y="116439"/>
                    <a:pt x="181644" y="116439"/>
                    <a:pt x="188631" y="116439"/>
                  </a:cubicBezTo>
                  <a:cubicBezTo>
                    <a:pt x="193288" y="116439"/>
                    <a:pt x="200275" y="116439"/>
                    <a:pt x="204932" y="114110"/>
                  </a:cubicBezTo>
                  <a:lnTo>
                    <a:pt x="277124" y="242193"/>
                  </a:lnTo>
                  <a:cubicBezTo>
                    <a:pt x="270138" y="249179"/>
                    <a:pt x="265480" y="258494"/>
                    <a:pt x="263152" y="270138"/>
                  </a:cubicBezTo>
                  <a:lnTo>
                    <a:pt x="116439" y="270138"/>
                  </a:lnTo>
                  <a:cubicBezTo>
                    <a:pt x="114110" y="256165"/>
                    <a:pt x="104795" y="244521"/>
                    <a:pt x="95480" y="237535"/>
                  </a:cubicBezTo>
                  <a:lnTo>
                    <a:pt x="165343" y="111781"/>
                  </a:lnTo>
                  <a:lnTo>
                    <a:pt x="165343" y="111781"/>
                  </a:lnTo>
                  <a:close/>
                </a:path>
              </a:pathLst>
            </a:custGeom>
            <a:gradFill>
              <a:gsLst>
                <a:gs pos="0">
                  <a:schemeClr val="accent1">
                    <a:lumMod val="20000"/>
                    <a:lumOff val="80000"/>
                  </a:schemeClr>
                </a:gs>
                <a:gs pos="66000">
                  <a:schemeClr val="accent1"/>
                </a:gs>
              </a:gsLst>
              <a:lin ang="2700000" scaled="1"/>
            </a:gradFill>
            <a:ln w="363" cap="flat">
              <a:noFill/>
              <a:prstDash val="solid"/>
              <a:miter/>
            </a:ln>
            <a:effectLst/>
          </p:spPr>
          <p:txBody>
            <a:bodyPr lIns="82296" tIns="41148" rIns="82296" bIns="41148"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62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cxnSp>
        <p:nvCxnSpPr>
          <p:cNvPr id="74" name="直接箭头连接符 46"/>
          <p:cNvCxnSpPr>
            <a:stCxn id="49" idx="3"/>
            <a:endCxn id="47" idx="1"/>
          </p:cNvCxnSpPr>
          <p:nvPr/>
        </p:nvCxnSpPr>
        <p:spPr>
          <a:xfrm>
            <a:off x="3595525" y="3878137"/>
            <a:ext cx="984857" cy="295"/>
          </a:xfrm>
          <a:prstGeom prst="straightConnector1">
            <a:avLst/>
          </a:prstGeom>
          <a:ln w="12700">
            <a:solidFill>
              <a:srgbClr val="1D78FA"/>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46"/>
          <p:cNvCxnSpPr>
            <a:stCxn id="37" idx="2"/>
            <a:endCxn id="48" idx="0"/>
          </p:cNvCxnSpPr>
          <p:nvPr/>
        </p:nvCxnSpPr>
        <p:spPr>
          <a:xfrm>
            <a:off x="5965549" y="2640115"/>
            <a:ext cx="1193" cy="516624"/>
          </a:xfrm>
          <a:prstGeom prst="straightConnector1">
            <a:avLst/>
          </a:prstGeom>
          <a:ln w="12700">
            <a:solidFill>
              <a:srgbClr val="1D78FA"/>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0" name="文本框 79"/>
          <p:cNvSpPr txBox="1"/>
          <p:nvPr/>
        </p:nvSpPr>
        <p:spPr>
          <a:xfrm>
            <a:off x="5977320" y="2767714"/>
            <a:ext cx="1174998" cy="216000"/>
          </a:xfrm>
          <a:prstGeom prst="rect">
            <a:avLst/>
          </a:prstGeom>
          <a:noFill/>
        </p:spPr>
        <p:txBody>
          <a:bodyPr wrap="square" rtlCol="0" anchor="ctr" anchorCtr="0">
            <a:noAutofit/>
          </a:bodyPr>
          <a:lstStyle>
            <a:defPPr>
              <a:defRPr lang="zh-CN"/>
            </a:defPPr>
            <a:lvl1pPr>
              <a:defRPr sz="1065">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106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替换文字</a:t>
            </a:r>
          </a:p>
        </p:txBody>
      </p:sp>
      <p:sp>
        <p:nvSpPr>
          <p:cNvPr id="88" name="文本框 87"/>
          <p:cNvSpPr txBox="1"/>
          <p:nvPr/>
        </p:nvSpPr>
        <p:spPr>
          <a:xfrm>
            <a:off x="4787861" y="3535242"/>
            <a:ext cx="966893" cy="287321"/>
          </a:xfrm>
          <a:prstGeom prst="rect">
            <a:avLst/>
          </a:prstGeom>
          <a:noFill/>
          <a:ln w="12700" cap="flat">
            <a:noFill/>
            <a:miter lim="400000"/>
          </a:ln>
        </p:spPr>
        <p:style>
          <a:lnRef idx="0">
            <a:scrgbClr r="0" g="0" b="0"/>
          </a:lnRef>
          <a:fillRef idx="0">
            <a:scrgbClr r="0" g="0" b="0"/>
          </a:fillRef>
          <a:effectRef idx="0">
            <a:scrgbClr r="0" g="0" b="0"/>
          </a:effectRef>
          <a:fontRef idx="none">
            <a:srgbClr val="000000"/>
          </a:fontRef>
        </p:style>
        <p:txBody>
          <a:bodyPr rot="0" spcFirstLastPara="1" vertOverflow="overflow" horzOverflow="overflow" vert="horz" wrap="square" lIns="60959" tIns="60959" rIns="60959" bIns="60959" numCol="1" spcCol="38100" rtlCol="0" anchor="t">
            <a:spAutoFit/>
          </a:bodyPr>
          <a:lstStyle/>
          <a:p>
            <a:pPr marL="0" marR="0" lvl="0" indent="0" algn="ctr" defTabSz="1219200" rtl="0" eaLnBrk="1" fontAlgn="auto" latinLnBrk="0" hangingPunct="0">
              <a:lnSpc>
                <a:spcPct val="100000"/>
              </a:lnSpc>
              <a:spcBef>
                <a:spcPct val="0"/>
              </a:spcBef>
              <a:spcAft>
                <a:spcPct val="0"/>
              </a:spcAft>
              <a:buClrTx/>
              <a:buSzTx/>
              <a:buFontTx/>
              <a:buNone/>
              <a:defRPr/>
            </a:pPr>
            <a:r>
              <a:rPr kumimoji="0" lang="zh-CN" altLang="en-US" sz="1065" b="1" i="0" u="none" strike="noStrike" kern="1200" cap="none" spc="0" normalizeH="0" baseline="0" noProof="0">
                <a:ln>
                  <a:noFill/>
                </a:ln>
                <a:solidFill>
                  <a:srgbClr val="246DE9"/>
                </a:solidFill>
                <a:effectLst/>
                <a:uLnTx/>
                <a:uFillTx/>
                <a:latin typeface="微软雅黑" panose="020B0503020204020204" pitchFamily="34" charset="-122"/>
                <a:ea typeface="微软雅黑" panose="020B0503020204020204" pitchFamily="34" charset="-122"/>
                <a:cs typeface="+mn-cs"/>
                <a:sym typeface="等线" panose="02010600030101010101" charset="-122"/>
              </a:rPr>
              <a:t>数据</a:t>
            </a:r>
            <a:r>
              <a:rPr kumimoji="0" lang="en-US" altLang="zh-CN" sz="1065" b="1" i="0" u="none" strike="noStrike" kern="1200" cap="none" spc="0" normalizeH="0" baseline="0" noProof="0">
                <a:ln>
                  <a:noFill/>
                </a:ln>
                <a:solidFill>
                  <a:srgbClr val="246DE9"/>
                </a:solidFill>
                <a:effectLst/>
                <a:uLnTx/>
                <a:uFillTx/>
                <a:latin typeface="微软雅黑" panose="020B0503020204020204" pitchFamily="34" charset="-122"/>
                <a:ea typeface="微软雅黑" panose="020B0503020204020204" pitchFamily="34" charset="-122"/>
                <a:cs typeface="+mn-cs"/>
                <a:sym typeface="等线" panose="02010600030101010101" charset="-122"/>
              </a:rPr>
              <a:t>1</a:t>
            </a:r>
            <a:endParaRPr kumimoji="0" lang="zh-CN" altLang="en-US" sz="1065" b="1" i="0" u="none" strike="noStrike" kern="1200" cap="none" spc="0" normalizeH="0" baseline="0" noProof="0">
              <a:ln>
                <a:noFill/>
              </a:ln>
              <a:solidFill>
                <a:srgbClr val="246DE9"/>
              </a:solidFill>
              <a:effectLst/>
              <a:uLnTx/>
              <a:uFillTx/>
              <a:latin typeface="微软雅黑" panose="020B0503020204020204" pitchFamily="34" charset="-122"/>
              <a:ea typeface="微软雅黑" panose="020B0503020204020204" pitchFamily="34" charset="-122"/>
              <a:cs typeface="+mn-cs"/>
              <a:sym typeface="等线" panose="02010600030101010101" charset="-122"/>
            </a:endParaRPr>
          </a:p>
        </p:txBody>
      </p:sp>
      <p:sp>
        <p:nvSpPr>
          <p:cNvPr id="89" name="文本框 88"/>
          <p:cNvSpPr txBox="1"/>
          <p:nvPr/>
        </p:nvSpPr>
        <p:spPr>
          <a:xfrm>
            <a:off x="6231852" y="3525452"/>
            <a:ext cx="966893" cy="287321"/>
          </a:xfrm>
          <a:prstGeom prst="rect">
            <a:avLst/>
          </a:prstGeom>
          <a:noFill/>
          <a:ln w="12700" cap="flat">
            <a:noFill/>
            <a:miter lim="400000"/>
          </a:ln>
        </p:spPr>
        <p:style>
          <a:lnRef idx="0">
            <a:scrgbClr r="0" g="0" b="0"/>
          </a:lnRef>
          <a:fillRef idx="0">
            <a:scrgbClr r="0" g="0" b="0"/>
          </a:fillRef>
          <a:effectRef idx="0">
            <a:scrgbClr r="0" g="0" b="0"/>
          </a:effectRef>
          <a:fontRef idx="none">
            <a:srgbClr val="000000"/>
          </a:fontRef>
        </p:style>
        <p:txBody>
          <a:bodyPr rot="0" spcFirstLastPara="1" vertOverflow="overflow" horzOverflow="overflow" vert="horz" wrap="square" lIns="60959" tIns="60959" rIns="60959" bIns="60959" numCol="1" spcCol="38100" rtlCol="0" anchor="t">
            <a:spAutoFit/>
          </a:bodyPr>
          <a:lstStyle/>
          <a:p>
            <a:pPr marL="0" marR="0" lvl="0" indent="0" algn="ctr" defTabSz="1219200" rtl="0" eaLnBrk="1" fontAlgn="auto" latinLnBrk="0" hangingPunct="0">
              <a:lnSpc>
                <a:spcPct val="100000"/>
              </a:lnSpc>
              <a:spcBef>
                <a:spcPct val="0"/>
              </a:spcBef>
              <a:spcAft>
                <a:spcPct val="0"/>
              </a:spcAft>
              <a:buClrTx/>
              <a:buSzTx/>
              <a:buFontTx/>
              <a:buNone/>
              <a:defRPr/>
            </a:pPr>
            <a:r>
              <a:rPr kumimoji="0" lang="zh-CN" altLang="en-US" sz="1065" b="1" i="0" u="none" strike="noStrike" kern="1200" cap="none" spc="0" normalizeH="0" baseline="0" noProof="0">
                <a:ln>
                  <a:noFill/>
                </a:ln>
                <a:solidFill>
                  <a:srgbClr val="246DE9"/>
                </a:solidFill>
                <a:effectLst/>
                <a:uLnTx/>
                <a:uFillTx/>
                <a:latin typeface="微软雅黑" panose="020B0503020204020204" pitchFamily="34" charset="-122"/>
                <a:ea typeface="微软雅黑" panose="020B0503020204020204" pitchFamily="34" charset="-122"/>
                <a:cs typeface="+mn-cs"/>
                <a:sym typeface="等线" panose="02010600030101010101" charset="-122"/>
              </a:rPr>
              <a:t>数据</a:t>
            </a:r>
            <a:r>
              <a:rPr kumimoji="0" lang="en-US" altLang="zh-CN" sz="1065" b="1" i="0" u="none" strike="noStrike" kern="1200" cap="none" spc="0" normalizeH="0" baseline="0" noProof="0">
                <a:ln>
                  <a:noFill/>
                </a:ln>
                <a:solidFill>
                  <a:srgbClr val="246DE9"/>
                </a:solidFill>
                <a:effectLst/>
                <a:uLnTx/>
                <a:uFillTx/>
                <a:latin typeface="微软雅黑" panose="020B0503020204020204" pitchFamily="34" charset="-122"/>
                <a:ea typeface="微软雅黑" panose="020B0503020204020204" pitchFamily="34" charset="-122"/>
                <a:cs typeface="+mn-cs"/>
                <a:sym typeface="等线" panose="02010600030101010101" charset="-122"/>
              </a:rPr>
              <a:t>2</a:t>
            </a:r>
            <a:endParaRPr kumimoji="0" lang="zh-CN" altLang="en-US" sz="1065" b="1" i="0" u="none" strike="noStrike" kern="1200" cap="none" spc="0" normalizeH="0" baseline="0" noProof="0">
              <a:ln>
                <a:noFill/>
              </a:ln>
              <a:solidFill>
                <a:srgbClr val="246DE9"/>
              </a:solidFill>
              <a:effectLst/>
              <a:uLnTx/>
              <a:uFillTx/>
              <a:latin typeface="微软雅黑" panose="020B0503020204020204" pitchFamily="34" charset="-122"/>
              <a:ea typeface="微软雅黑" panose="020B0503020204020204" pitchFamily="34" charset="-122"/>
              <a:cs typeface="+mn-cs"/>
              <a:sym typeface="等线" panose="02010600030101010101" charset="-122"/>
            </a:endParaRPr>
          </a:p>
        </p:txBody>
      </p:sp>
      <p:cxnSp>
        <p:nvCxnSpPr>
          <p:cNvPr id="94" name="肘形连接符 93"/>
          <p:cNvCxnSpPr/>
          <p:nvPr/>
        </p:nvCxnSpPr>
        <p:spPr>
          <a:xfrm rot="10800000" flipV="1">
            <a:off x="7380396" y="2662066"/>
            <a:ext cx="1817954" cy="956097"/>
          </a:xfrm>
          <a:prstGeom prst="bentConnector3">
            <a:avLst>
              <a:gd name="adj1" fmla="val -298"/>
            </a:avLst>
          </a:prstGeom>
          <a:ln w="12700">
            <a:solidFill>
              <a:srgbClr val="1D78FA"/>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5" name="肘形连接符 94"/>
          <p:cNvCxnSpPr/>
          <p:nvPr/>
        </p:nvCxnSpPr>
        <p:spPr>
          <a:xfrm rot="10800000" flipV="1">
            <a:off x="7380756" y="2645727"/>
            <a:ext cx="2782882" cy="1421839"/>
          </a:xfrm>
          <a:prstGeom prst="bentConnector3">
            <a:avLst>
              <a:gd name="adj1" fmla="val -99"/>
            </a:avLst>
          </a:prstGeom>
          <a:ln w="12700">
            <a:solidFill>
              <a:srgbClr val="1D78FA"/>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99" name="圆角矩形 98"/>
          <p:cNvSpPr/>
          <p:nvPr/>
        </p:nvSpPr>
        <p:spPr>
          <a:xfrm>
            <a:off x="8252219" y="3386091"/>
            <a:ext cx="2772000" cy="984091"/>
          </a:xfrm>
          <a:prstGeom prst="roundRect">
            <a:avLst>
              <a:gd name="adj" fmla="val 7449"/>
            </a:avLst>
          </a:prstGeom>
          <a:solidFill>
            <a:srgbClr val="FFFFFF">
              <a:alpha val="99000"/>
            </a:srgbClr>
          </a:solidFill>
          <a:ln w="3175" cap="flat" cmpd="sng" algn="ctr">
            <a:noFill/>
            <a:prstDash val="solid"/>
            <a:round/>
            <a:headEnd type="none" w="med" len="med"/>
            <a:tailEnd type="none" w="med" len="med"/>
          </a:ln>
          <a:effectLst>
            <a:outerShdw blurRad="50800" dist="38100" dir="5400000" algn="t" rotWithShape="0">
              <a:srgbClr val="AACDF5">
                <a:alpha val="40000"/>
              </a:srgbClr>
            </a:outerShdw>
          </a:effectLst>
        </p:spPr>
        <p:txBody>
          <a:bodyPr vert="horz" wrap="square" lIns="81000" tIns="0" rIns="0" bIns="34290" numCol="1" rtlCol="0" anchor="t" anchorCtr="0" compatLnSpc="1">
            <a:noAutofit/>
          </a:bodyPr>
          <a:lstStyle/>
          <a:p>
            <a:pPr marL="171450" marR="0" lvl="0" indent="-171450" algn="l" defTabSz="685800" rtl="0" eaLnBrk="1" fontAlgn="base" latinLnBrk="0" hangingPunct="1">
              <a:lnSpc>
                <a:spcPct val="150000"/>
              </a:lnSpc>
              <a:spcBef>
                <a:spcPct val="0"/>
              </a:spcBef>
              <a:spcAft>
                <a:spcPct val="0"/>
              </a:spcAft>
              <a:buClrTx/>
              <a:buSzTx/>
              <a:buFont typeface="Arial" panose="020B0604020202020204" pitchFamily="34" charset="0"/>
              <a:buChar char="•"/>
              <a:defRPr/>
            </a:pPr>
            <a:endParaRPr kumimoji="0" lang="zh-CN" altLang="en-US" sz="900" b="0" i="0" u="none" strike="noStrike" kern="1200" cap="none" spc="0" normalizeH="0" baseline="0" noProof="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100" name="文本框 99"/>
          <p:cNvSpPr txBox="1"/>
          <p:nvPr/>
        </p:nvSpPr>
        <p:spPr>
          <a:xfrm>
            <a:off x="8252579" y="3156444"/>
            <a:ext cx="2772000" cy="319023"/>
          </a:xfrm>
          <a:prstGeom prst="roundRect">
            <a:avLst/>
          </a:prstGeom>
          <a:gradFill flip="none" rotWithShape="1">
            <a:gsLst>
              <a:gs pos="0">
                <a:srgbClr val="53DEDF"/>
              </a:gs>
              <a:gs pos="43000">
                <a:srgbClr val="4199FF"/>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zh-CN"/>
            </a:defPPr>
            <a:lvl1pPr algn="ctr">
              <a:defRPr kumimoji="1" sz="1600" b="1">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a:t>替换文字</a:t>
            </a:r>
          </a:p>
        </p:txBody>
      </p:sp>
      <p:grpSp>
        <p:nvGrpSpPr>
          <p:cNvPr id="101" name="组合 100"/>
          <p:cNvGrpSpPr/>
          <p:nvPr/>
        </p:nvGrpSpPr>
        <p:grpSpPr>
          <a:xfrm>
            <a:off x="8598740" y="3519654"/>
            <a:ext cx="907122" cy="738044"/>
            <a:chOff x="1857870" y="3280600"/>
            <a:chExt cx="737022" cy="599649"/>
          </a:xfrm>
        </p:grpSpPr>
        <p:grpSp>
          <p:nvGrpSpPr>
            <p:cNvPr id="102" name="组合 101"/>
            <p:cNvGrpSpPr>
              <a:grpSpLocks noChangeAspect="1"/>
            </p:cNvGrpSpPr>
            <p:nvPr/>
          </p:nvGrpSpPr>
          <p:grpSpPr>
            <a:xfrm>
              <a:off x="1857870" y="3280600"/>
              <a:ext cx="737022" cy="599649"/>
              <a:chOff x="9932095" y="3720422"/>
              <a:chExt cx="4372578" cy="3557575"/>
            </a:xfrm>
          </p:grpSpPr>
          <p:sp>
            <p:nvSpPr>
              <p:cNvPr id="129" name="pangmenzd"/>
              <p:cNvSpPr/>
              <p:nvPr/>
            </p:nvSpPr>
            <p:spPr>
              <a:xfrm>
                <a:off x="9976778" y="5840494"/>
                <a:ext cx="4315245" cy="1437503"/>
              </a:xfrm>
              <a:prstGeom prst="ellipse">
                <a:avLst/>
              </a:prstGeom>
              <a:gradFill>
                <a:gsLst>
                  <a:gs pos="100000">
                    <a:schemeClr val="accent1">
                      <a:alpha val="27000"/>
                    </a:schemeClr>
                  </a:gs>
                  <a:gs pos="20000">
                    <a:schemeClr val="accent1">
                      <a:alpha val="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57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130" name="椭圆 129"/>
              <p:cNvSpPr/>
              <p:nvPr/>
            </p:nvSpPr>
            <p:spPr>
              <a:xfrm>
                <a:off x="10622307" y="5959052"/>
                <a:ext cx="3024195" cy="952368"/>
              </a:xfrm>
              <a:prstGeom prst="ellipse">
                <a:avLst/>
              </a:prstGeom>
              <a:gradFill>
                <a:gsLst>
                  <a:gs pos="100000">
                    <a:schemeClr val="accent1">
                      <a:alpha val="30000"/>
                    </a:schemeClr>
                  </a:gs>
                  <a:gs pos="20000">
                    <a:schemeClr val="accent1">
                      <a:alpha val="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57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131" name="椭圆 130"/>
              <p:cNvSpPr/>
              <p:nvPr/>
            </p:nvSpPr>
            <p:spPr>
              <a:xfrm>
                <a:off x="10482154" y="5926131"/>
                <a:ext cx="3304500" cy="1079914"/>
              </a:xfrm>
              <a:prstGeom prst="ellipse">
                <a:avLst/>
              </a:prstGeom>
              <a:noFill/>
              <a:ln w="11430">
                <a:gradFill>
                  <a:gsLst>
                    <a:gs pos="29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57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132" name="旁门左道出品"/>
              <p:cNvSpPr/>
              <p:nvPr/>
            </p:nvSpPr>
            <p:spPr>
              <a:xfrm>
                <a:off x="10841083" y="6085732"/>
                <a:ext cx="2553936" cy="626367"/>
              </a:xfrm>
              <a:prstGeom prst="ellipse">
                <a:avLst/>
              </a:prstGeom>
              <a:gradFill>
                <a:gsLst>
                  <a:gs pos="20000">
                    <a:schemeClr val="accent1">
                      <a:alpha val="0"/>
                    </a:schemeClr>
                  </a:gs>
                  <a:gs pos="100000">
                    <a:schemeClr val="accent1">
                      <a:alpha val="45000"/>
                    </a:schemeClr>
                  </a:gs>
                </a:gsLst>
                <a:lin ang="5400000" scaled="1"/>
              </a:gradFill>
              <a:ln w="5715">
                <a:gradFill>
                  <a:gsLst>
                    <a:gs pos="13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57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133" name="任意多边形: 形状 213" hidden="1"/>
              <p:cNvSpPr/>
              <p:nvPr/>
            </p:nvSpPr>
            <p:spPr>
              <a:xfrm>
                <a:off x="9932095" y="3720422"/>
                <a:ext cx="4372578" cy="2972155"/>
              </a:xfrm>
              <a:custGeom>
                <a:avLst/>
                <a:gdLst>
                  <a:gd name="connsiteX0" fmla="*/ 0 w 5234940"/>
                  <a:gd name="connsiteY0" fmla="*/ 0 h 4280606"/>
                  <a:gd name="connsiteX1" fmla="*/ 5234940 w 5234940"/>
                  <a:gd name="connsiteY1" fmla="*/ 0 h 4280606"/>
                  <a:gd name="connsiteX2" fmla="*/ 4146911 w 5234940"/>
                  <a:gd name="connsiteY2" fmla="*/ 3904503 h 4280606"/>
                  <a:gd name="connsiteX3" fmla="*/ 4147148 w 5234940"/>
                  <a:gd name="connsiteY3" fmla="*/ 3905653 h 4280606"/>
                  <a:gd name="connsiteX4" fmla="*/ 2618332 w 5234940"/>
                  <a:gd name="connsiteY4" fmla="*/ 4280606 h 4280606"/>
                  <a:gd name="connsiteX5" fmla="*/ 1097409 w 5234940"/>
                  <a:gd name="connsiteY5" fmla="*/ 3943990 h 4280606"/>
                  <a:gd name="connsiteX6" fmla="*/ 1090790 w 5234940"/>
                  <a:gd name="connsiteY6" fmla="*/ 3911842 h 4280606"/>
                  <a:gd name="connsiteX7" fmla="*/ 1090074 w 5234940"/>
                  <a:gd name="connsiteY7" fmla="*/ 3911842 h 4280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4940" h="4280606">
                    <a:moveTo>
                      <a:pt x="0" y="0"/>
                    </a:moveTo>
                    <a:lnTo>
                      <a:pt x="5234940" y="0"/>
                    </a:lnTo>
                    <a:lnTo>
                      <a:pt x="4146911" y="3904503"/>
                    </a:lnTo>
                    <a:lnTo>
                      <a:pt x="4147148" y="3905653"/>
                    </a:lnTo>
                    <a:cubicBezTo>
                      <a:pt x="4147148" y="4112734"/>
                      <a:pt x="3462674" y="4280606"/>
                      <a:pt x="2618332" y="4280606"/>
                    </a:cubicBezTo>
                    <a:cubicBezTo>
                      <a:pt x="1826762" y="4280606"/>
                      <a:pt x="1175700" y="4133063"/>
                      <a:pt x="1097409" y="3943990"/>
                    </a:cubicBezTo>
                    <a:lnTo>
                      <a:pt x="1090790" y="3911842"/>
                    </a:lnTo>
                    <a:lnTo>
                      <a:pt x="1090074" y="3911842"/>
                    </a:lnTo>
                    <a:close/>
                  </a:path>
                </a:pathLst>
              </a:custGeom>
              <a:gradFill>
                <a:gsLst>
                  <a:gs pos="30000">
                    <a:schemeClr val="accent1">
                      <a:alpha val="0"/>
                    </a:schemeClr>
                  </a:gs>
                  <a:gs pos="99000">
                    <a:schemeClr val="accent1">
                      <a:alpha val="30000"/>
                    </a:schemeClr>
                  </a:gs>
                </a:gsLst>
                <a:lin ang="5400000" scaled="1"/>
              </a:gradFill>
              <a:ln w="2857">
                <a:gradFill>
                  <a:gsLst>
                    <a:gs pos="13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lIns="82296" tIns="41148" rIns="82296" bIns="41148" rtlCol="0"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57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grpSp>
        <p:grpSp>
          <p:nvGrpSpPr>
            <p:cNvPr id="124" name="图形 9" descr="数据库"/>
            <p:cNvGrpSpPr>
              <a:grpSpLocks noChangeAspect="1"/>
            </p:cNvGrpSpPr>
            <p:nvPr/>
          </p:nvGrpSpPr>
          <p:grpSpPr>
            <a:xfrm>
              <a:off x="2098881" y="3360638"/>
              <a:ext cx="255010" cy="346082"/>
              <a:chOff x="4552961" y="2362811"/>
              <a:chExt cx="480060" cy="651504"/>
            </a:xfrm>
            <a:gradFill>
              <a:gsLst>
                <a:gs pos="0">
                  <a:schemeClr val="accent1">
                    <a:lumMod val="20000"/>
                    <a:lumOff val="80000"/>
                  </a:schemeClr>
                </a:gs>
                <a:gs pos="66000">
                  <a:schemeClr val="accent1"/>
                </a:gs>
              </a:gsLst>
              <a:lin ang="2700000" scaled="1"/>
            </a:gradFill>
          </p:grpSpPr>
          <p:sp>
            <p:nvSpPr>
              <p:cNvPr id="125" name="任意形状 124"/>
              <p:cNvSpPr/>
              <p:nvPr/>
            </p:nvSpPr>
            <p:spPr>
              <a:xfrm>
                <a:off x="4552961" y="2362811"/>
                <a:ext cx="480060" cy="137160"/>
              </a:xfrm>
              <a:custGeom>
                <a:avLst/>
                <a:gdLst>
                  <a:gd name="connsiteX0" fmla="*/ 533400 w 533400"/>
                  <a:gd name="connsiteY0" fmla="*/ 76200 h 152400"/>
                  <a:gd name="connsiteX1" fmla="*/ 266700 w 533400"/>
                  <a:gd name="connsiteY1" fmla="*/ 152400 h 152400"/>
                  <a:gd name="connsiteX2" fmla="*/ 0 w 533400"/>
                  <a:gd name="connsiteY2" fmla="*/ 76200 h 152400"/>
                  <a:gd name="connsiteX3" fmla="*/ 266700 w 533400"/>
                  <a:gd name="connsiteY3" fmla="*/ 0 h 152400"/>
                  <a:gd name="connsiteX4" fmla="*/ 533400 w 533400"/>
                  <a:gd name="connsiteY4" fmla="*/ 76200 h 15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400" h="152400">
                    <a:moveTo>
                      <a:pt x="533400" y="76200"/>
                    </a:moveTo>
                    <a:cubicBezTo>
                      <a:pt x="533400" y="118284"/>
                      <a:pt x="413994" y="152400"/>
                      <a:pt x="266700" y="152400"/>
                    </a:cubicBezTo>
                    <a:cubicBezTo>
                      <a:pt x="119406" y="152400"/>
                      <a:pt x="0" y="118284"/>
                      <a:pt x="0" y="76200"/>
                    </a:cubicBezTo>
                    <a:cubicBezTo>
                      <a:pt x="0" y="34116"/>
                      <a:pt x="119406" y="0"/>
                      <a:pt x="266700" y="0"/>
                    </a:cubicBezTo>
                    <a:cubicBezTo>
                      <a:pt x="413994" y="0"/>
                      <a:pt x="533400" y="34116"/>
                      <a:pt x="533400" y="76200"/>
                    </a:cubicBezTo>
                    <a:close/>
                  </a:path>
                </a:pathLst>
              </a:custGeom>
              <a:grpFill/>
              <a:ln w="9525" cap="flat">
                <a:noFill/>
                <a:prstDash val="solid"/>
                <a:miter/>
              </a:ln>
              <a:effectLst/>
            </p:spPr>
            <p:txBody>
              <a:bodyPr lIns="82296" tIns="41148" rIns="82296" bIns="41148"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62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126" name="任意形状 125"/>
              <p:cNvSpPr/>
              <p:nvPr/>
            </p:nvSpPr>
            <p:spPr>
              <a:xfrm>
                <a:off x="4552961" y="2465678"/>
                <a:ext cx="480060" cy="205739"/>
              </a:xfrm>
              <a:custGeom>
                <a:avLst/>
                <a:gdLst>
                  <a:gd name="connsiteX0" fmla="*/ 457200 w 533400"/>
                  <a:gd name="connsiteY0" fmla="*/ 152400 h 228600"/>
                  <a:gd name="connsiteX1" fmla="*/ 438150 w 533400"/>
                  <a:gd name="connsiteY1" fmla="*/ 133350 h 228600"/>
                  <a:gd name="connsiteX2" fmla="*/ 457200 w 533400"/>
                  <a:gd name="connsiteY2" fmla="*/ 114300 h 228600"/>
                  <a:gd name="connsiteX3" fmla="*/ 476250 w 533400"/>
                  <a:gd name="connsiteY3" fmla="*/ 133350 h 228600"/>
                  <a:gd name="connsiteX4" fmla="*/ 457200 w 533400"/>
                  <a:gd name="connsiteY4" fmla="*/ 152400 h 228600"/>
                  <a:gd name="connsiteX5" fmla="*/ 266700 w 533400"/>
                  <a:gd name="connsiteY5" fmla="*/ 76200 h 228600"/>
                  <a:gd name="connsiteX6" fmla="*/ 0 w 533400"/>
                  <a:gd name="connsiteY6" fmla="*/ 0 h 228600"/>
                  <a:gd name="connsiteX7" fmla="*/ 0 w 533400"/>
                  <a:gd name="connsiteY7" fmla="*/ 152400 h 228600"/>
                  <a:gd name="connsiteX8" fmla="*/ 266700 w 533400"/>
                  <a:gd name="connsiteY8" fmla="*/ 228600 h 228600"/>
                  <a:gd name="connsiteX9" fmla="*/ 533400 w 533400"/>
                  <a:gd name="connsiteY9" fmla="*/ 152400 h 228600"/>
                  <a:gd name="connsiteX10" fmla="*/ 533400 w 533400"/>
                  <a:gd name="connsiteY10" fmla="*/ 0 h 228600"/>
                  <a:gd name="connsiteX11" fmla="*/ 266700 w 533400"/>
                  <a:gd name="connsiteY11" fmla="*/ 7620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a:effectLst/>
            </p:spPr>
            <p:txBody>
              <a:bodyPr lIns="82296" tIns="41148" rIns="82296" bIns="41148"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62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127" name="任意形状 126"/>
              <p:cNvSpPr/>
              <p:nvPr/>
            </p:nvSpPr>
            <p:spPr>
              <a:xfrm>
                <a:off x="4552961" y="2637129"/>
                <a:ext cx="480060" cy="205739"/>
              </a:xfrm>
              <a:custGeom>
                <a:avLst/>
                <a:gdLst>
                  <a:gd name="connsiteX0" fmla="*/ 457200 w 533400"/>
                  <a:gd name="connsiteY0" fmla="*/ 152400 h 228600"/>
                  <a:gd name="connsiteX1" fmla="*/ 438150 w 533400"/>
                  <a:gd name="connsiteY1" fmla="*/ 133350 h 228600"/>
                  <a:gd name="connsiteX2" fmla="*/ 457200 w 533400"/>
                  <a:gd name="connsiteY2" fmla="*/ 114300 h 228600"/>
                  <a:gd name="connsiteX3" fmla="*/ 476250 w 533400"/>
                  <a:gd name="connsiteY3" fmla="*/ 133350 h 228600"/>
                  <a:gd name="connsiteX4" fmla="*/ 457200 w 533400"/>
                  <a:gd name="connsiteY4" fmla="*/ 152400 h 228600"/>
                  <a:gd name="connsiteX5" fmla="*/ 266700 w 533400"/>
                  <a:gd name="connsiteY5" fmla="*/ 76200 h 228600"/>
                  <a:gd name="connsiteX6" fmla="*/ 0 w 533400"/>
                  <a:gd name="connsiteY6" fmla="*/ 0 h 228600"/>
                  <a:gd name="connsiteX7" fmla="*/ 0 w 533400"/>
                  <a:gd name="connsiteY7" fmla="*/ 152400 h 228600"/>
                  <a:gd name="connsiteX8" fmla="*/ 266700 w 533400"/>
                  <a:gd name="connsiteY8" fmla="*/ 228600 h 228600"/>
                  <a:gd name="connsiteX9" fmla="*/ 533400 w 533400"/>
                  <a:gd name="connsiteY9" fmla="*/ 152400 h 228600"/>
                  <a:gd name="connsiteX10" fmla="*/ 533400 w 533400"/>
                  <a:gd name="connsiteY10" fmla="*/ 0 h 228600"/>
                  <a:gd name="connsiteX11" fmla="*/ 266700 w 533400"/>
                  <a:gd name="connsiteY11" fmla="*/ 7620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a:effectLst/>
            </p:spPr>
            <p:txBody>
              <a:bodyPr lIns="82296" tIns="41148" rIns="82296" bIns="41148"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62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128" name="任意形状 127"/>
              <p:cNvSpPr/>
              <p:nvPr/>
            </p:nvSpPr>
            <p:spPr>
              <a:xfrm>
                <a:off x="4552961" y="2808576"/>
                <a:ext cx="480060" cy="205739"/>
              </a:xfrm>
              <a:custGeom>
                <a:avLst/>
                <a:gdLst>
                  <a:gd name="connsiteX0" fmla="*/ 457200 w 533400"/>
                  <a:gd name="connsiteY0" fmla="*/ 152400 h 228600"/>
                  <a:gd name="connsiteX1" fmla="*/ 438150 w 533400"/>
                  <a:gd name="connsiteY1" fmla="*/ 133350 h 228600"/>
                  <a:gd name="connsiteX2" fmla="*/ 457200 w 533400"/>
                  <a:gd name="connsiteY2" fmla="*/ 114300 h 228600"/>
                  <a:gd name="connsiteX3" fmla="*/ 476250 w 533400"/>
                  <a:gd name="connsiteY3" fmla="*/ 133350 h 228600"/>
                  <a:gd name="connsiteX4" fmla="*/ 457200 w 533400"/>
                  <a:gd name="connsiteY4" fmla="*/ 152400 h 228600"/>
                  <a:gd name="connsiteX5" fmla="*/ 266700 w 533400"/>
                  <a:gd name="connsiteY5" fmla="*/ 76200 h 228600"/>
                  <a:gd name="connsiteX6" fmla="*/ 0 w 533400"/>
                  <a:gd name="connsiteY6" fmla="*/ 0 h 228600"/>
                  <a:gd name="connsiteX7" fmla="*/ 0 w 533400"/>
                  <a:gd name="connsiteY7" fmla="*/ 152400 h 228600"/>
                  <a:gd name="connsiteX8" fmla="*/ 266700 w 533400"/>
                  <a:gd name="connsiteY8" fmla="*/ 228600 h 228600"/>
                  <a:gd name="connsiteX9" fmla="*/ 533400 w 533400"/>
                  <a:gd name="connsiteY9" fmla="*/ 152400 h 228600"/>
                  <a:gd name="connsiteX10" fmla="*/ 533400 w 533400"/>
                  <a:gd name="connsiteY10" fmla="*/ 0 h 228600"/>
                  <a:gd name="connsiteX11" fmla="*/ 266700 w 533400"/>
                  <a:gd name="connsiteY11" fmla="*/ 7620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a:effectLst/>
            </p:spPr>
            <p:txBody>
              <a:bodyPr lIns="82296" tIns="41148" rIns="82296" bIns="41148"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62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grpSp>
      <p:sp>
        <p:nvSpPr>
          <p:cNvPr id="135" name="圆角矩形 134"/>
          <p:cNvSpPr/>
          <p:nvPr/>
        </p:nvSpPr>
        <p:spPr>
          <a:xfrm>
            <a:off x="604775" y="5450834"/>
            <a:ext cx="1059904" cy="284749"/>
          </a:xfrm>
          <a:prstGeom prst="roundRect">
            <a:avLst/>
          </a:prstGeom>
          <a:ln>
            <a:solidFill>
              <a:schemeClr val="bg1"/>
            </a:solidFill>
            <a:prstDash val="dash"/>
          </a:ln>
        </p:spPr>
        <p:txBody>
          <a:bodyPr wrap="square" lIns="0" tIns="36000" rIns="0" bIns="36000" anchor="ctr" anchorCtr="0">
            <a:spAutoFit/>
          </a:bodyPr>
          <a:lstStyle/>
          <a:p>
            <a:pPr marL="0" marR="0" lvl="0" indent="0" algn="ctr" defTabSz="685165" rtl="0" eaLnBrk="1" fontAlgn="auto" latinLnBrk="0" hangingPunct="1">
              <a:lnSpc>
                <a:spcPct val="100000"/>
              </a:lnSpc>
              <a:spcBef>
                <a:spcPct val="0"/>
              </a:spcBef>
              <a:spcAft>
                <a:spcPct val="0"/>
              </a:spcAft>
              <a:buClrTx/>
              <a:buSzTx/>
              <a:buFontTx/>
              <a:buNone/>
              <a:defRPr/>
            </a:pPr>
            <a:r>
              <a:rPr kumimoji="0" lang="zh-CN" altLang="en-US" sz="120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sym typeface="等线 Light" panose="02010600030101010101" charset="-122"/>
              </a:rPr>
              <a:t>替换文字</a:t>
            </a:r>
            <a:endParaRPr kumimoji="0" lang="en-US" altLang="zh-CN" sz="120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sym typeface="等线 Light" panose="02010600030101010101" charset="-122"/>
            </a:endParaRPr>
          </a:p>
        </p:txBody>
      </p:sp>
      <p:grpSp>
        <p:nvGrpSpPr>
          <p:cNvPr id="141" name="组合 140"/>
          <p:cNvGrpSpPr/>
          <p:nvPr/>
        </p:nvGrpSpPr>
        <p:grpSpPr>
          <a:xfrm>
            <a:off x="9840416" y="3519654"/>
            <a:ext cx="907122" cy="738044"/>
            <a:chOff x="1857870" y="3280600"/>
            <a:chExt cx="737022" cy="599649"/>
          </a:xfrm>
        </p:grpSpPr>
        <p:grpSp>
          <p:nvGrpSpPr>
            <p:cNvPr id="142" name="组合 141"/>
            <p:cNvGrpSpPr>
              <a:grpSpLocks noChangeAspect="1"/>
            </p:cNvGrpSpPr>
            <p:nvPr/>
          </p:nvGrpSpPr>
          <p:grpSpPr>
            <a:xfrm>
              <a:off x="1857870" y="3280600"/>
              <a:ext cx="737022" cy="599649"/>
              <a:chOff x="9932095" y="3720422"/>
              <a:chExt cx="4372578" cy="3557575"/>
            </a:xfrm>
          </p:grpSpPr>
          <p:sp>
            <p:nvSpPr>
              <p:cNvPr id="148" name="pangmenzd"/>
              <p:cNvSpPr/>
              <p:nvPr/>
            </p:nvSpPr>
            <p:spPr>
              <a:xfrm>
                <a:off x="9976778" y="5840494"/>
                <a:ext cx="4315245" cy="1437503"/>
              </a:xfrm>
              <a:prstGeom prst="ellipse">
                <a:avLst/>
              </a:prstGeom>
              <a:gradFill>
                <a:gsLst>
                  <a:gs pos="100000">
                    <a:schemeClr val="accent1">
                      <a:alpha val="27000"/>
                    </a:schemeClr>
                  </a:gs>
                  <a:gs pos="20000">
                    <a:schemeClr val="accent1">
                      <a:alpha val="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57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149" name="椭圆 148"/>
              <p:cNvSpPr/>
              <p:nvPr/>
            </p:nvSpPr>
            <p:spPr>
              <a:xfrm>
                <a:off x="10622307" y="5959052"/>
                <a:ext cx="3024195" cy="952368"/>
              </a:xfrm>
              <a:prstGeom prst="ellipse">
                <a:avLst/>
              </a:prstGeom>
              <a:gradFill>
                <a:gsLst>
                  <a:gs pos="100000">
                    <a:schemeClr val="accent1">
                      <a:alpha val="30000"/>
                    </a:schemeClr>
                  </a:gs>
                  <a:gs pos="20000">
                    <a:schemeClr val="accent1">
                      <a:alpha val="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57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150" name="椭圆 149"/>
              <p:cNvSpPr/>
              <p:nvPr/>
            </p:nvSpPr>
            <p:spPr>
              <a:xfrm>
                <a:off x="10482154" y="5926131"/>
                <a:ext cx="3304500" cy="1079914"/>
              </a:xfrm>
              <a:prstGeom prst="ellipse">
                <a:avLst/>
              </a:prstGeom>
              <a:noFill/>
              <a:ln w="11430">
                <a:gradFill>
                  <a:gsLst>
                    <a:gs pos="29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57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151" name="旁门左道出品"/>
              <p:cNvSpPr/>
              <p:nvPr/>
            </p:nvSpPr>
            <p:spPr>
              <a:xfrm>
                <a:off x="10841083" y="6085732"/>
                <a:ext cx="2553936" cy="626367"/>
              </a:xfrm>
              <a:prstGeom prst="ellipse">
                <a:avLst/>
              </a:prstGeom>
              <a:gradFill>
                <a:gsLst>
                  <a:gs pos="20000">
                    <a:schemeClr val="accent1">
                      <a:alpha val="0"/>
                    </a:schemeClr>
                  </a:gs>
                  <a:gs pos="100000">
                    <a:schemeClr val="accent1">
                      <a:alpha val="45000"/>
                    </a:schemeClr>
                  </a:gs>
                </a:gsLst>
                <a:lin ang="5400000" scaled="1"/>
              </a:gradFill>
              <a:ln w="5715">
                <a:gradFill>
                  <a:gsLst>
                    <a:gs pos="13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57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152" name="任意多边形: 形状 213" hidden="1"/>
              <p:cNvSpPr/>
              <p:nvPr/>
            </p:nvSpPr>
            <p:spPr>
              <a:xfrm>
                <a:off x="9932095" y="3720422"/>
                <a:ext cx="4372578" cy="2972155"/>
              </a:xfrm>
              <a:custGeom>
                <a:avLst/>
                <a:gdLst>
                  <a:gd name="connsiteX0" fmla="*/ 0 w 5234940"/>
                  <a:gd name="connsiteY0" fmla="*/ 0 h 4280606"/>
                  <a:gd name="connsiteX1" fmla="*/ 5234940 w 5234940"/>
                  <a:gd name="connsiteY1" fmla="*/ 0 h 4280606"/>
                  <a:gd name="connsiteX2" fmla="*/ 4146911 w 5234940"/>
                  <a:gd name="connsiteY2" fmla="*/ 3904503 h 4280606"/>
                  <a:gd name="connsiteX3" fmla="*/ 4147148 w 5234940"/>
                  <a:gd name="connsiteY3" fmla="*/ 3905653 h 4280606"/>
                  <a:gd name="connsiteX4" fmla="*/ 2618332 w 5234940"/>
                  <a:gd name="connsiteY4" fmla="*/ 4280606 h 4280606"/>
                  <a:gd name="connsiteX5" fmla="*/ 1097409 w 5234940"/>
                  <a:gd name="connsiteY5" fmla="*/ 3943990 h 4280606"/>
                  <a:gd name="connsiteX6" fmla="*/ 1090790 w 5234940"/>
                  <a:gd name="connsiteY6" fmla="*/ 3911842 h 4280606"/>
                  <a:gd name="connsiteX7" fmla="*/ 1090074 w 5234940"/>
                  <a:gd name="connsiteY7" fmla="*/ 3911842 h 4280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4940" h="4280606">
                    <a:moveTo>
                      <a:pt x="0" y="0"/>
                    </a:moveTo>
                    <a:lnTo>
                      <a:pt x="5234940" y="0"/>
                    </a:lnTo>
                    <a:lnTo>
                      <a:pt x="4146911" y="3904503"/>
                    </a:lnTo>
                    <a:lnTo>
                      <a:pt x="4147148" y="3905653"/>
                    </a:lnTo>
                    <a:cubicBezTo>
                      <a:pt x="4147148" y="4112734"/>
                      <a:pt x="3462674" y="4280606"/>
                      <a:pt x="2618332" y="4280606"/>
                    </a:cubicBezTo>
                    <a:cubicBezTo>
                      <a:pt x="1826762" y="4280606"/>
                      <a:pt x="1175700" y="4133063"/>
                      <a:pt x="1097409" y="3943990"/>
                    </a:cubicBezTo>
                    <a:lnTo>
                      <a:pt x="1090790" y="3911842"/>
                    </a:lnTo>
                    <a:lnTo>
                      <a:pt x="1090074" y="3911842"/>
                    </a:lnTo>
                    <a:close/>
                  </a:path>
                </a:pathLst>
              </a:custGeom>
              <a:gradFill>
                <a:gsLst>
                  <a:gs pos="30000">
                    <a:schemeClr val="accent1">
                      <a:alpha val="0"/>
                    </a:schemeClr>
                  </a:gs>
                  <a:gs pos="99000">
                    <a:schemeClr val="accent1">
                      <a:alpha val="30000"/>
                    </a:schemeClr>
                  </a:gs>
                </a:gsLst>
                <a:lin ang="5400000" scaled="1"/>
              </a:gradFill>
              <a:ln w="2857">
                <a:gradFill>
                  <a:gsLst>
                    <a:gs pos="1300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lIns="82296" tIns="41148" rIns="82296" bIns="41148" rtlCol="0"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57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grpSp>
        <p:grpSp>
          <p:nvGrpSpPr>
            <p:cNvPr id="143" name="图形 9" descr="数据库"/>
            <p:cNvGrpSpPr>
              <a:grpSpLocks noChangeAspect="1"/>
            </p:cNvGrpSpPr>
            <p:nvPr/>
          </p:nvGrpSpPr>
          <p:grpSpPr>
            <a:xfrm>
              <a:off x="2098881" y="3360638"/>
              <a:ext cx="255010" cy="346082"/>
              <a:chOff x="4552961" y="2362811"/>
              <a:chExt cx="480060" cy="651504"/>
            </a:xfrm>
            <a:gradFill>
              <a:gsLst>
                <a:gs pos="0">
                  <a:schemeClr val="accent1">
                    <a:lumMod val="20000"/>
                    <a:lumOff val="80000"/>
                  </a:schemeClr>
                </a:gs>
                <a:gs pos="66000">
                  <a:schemeClr val="accent1"/>
                </a:gs>
              </a:gsLst>
              <a:lin ang="2700000" scaled="1"/>
            </a:gradFill>
          </p:grpSpPr>
          <p:sp>
            <p:nvSpPr>
              <p:cNvPr id="144" name="任意形状 143"/>
              <p:cNvSpPr/>
              <p:nvPr/>
            </p:nvSpPr>
            <p:spPr>
              <a:xfrm>
                <a:off x="4552961" y="2362811"/>
                <a:ext cx="480060" cy="137160"/>
              </a:xfrm>
              <a:custGeom>
                <a:avLst/>
                <a:gdLst>
                  <a:gd name="connsiteX0" fmla="*/ 533400 w 533400"/>
                  <a:gd name="connsiteY0" fmla="*/ 76200 h 152400"/>
                  <a:gd name="connsiteX1" fmla="*/ 266700 w 533400"/>
                  <a:gd name="connsiteY1" fmla="*/ 152400 h 152400"/>
                  <a:gd name="connsiteX2" fmla="*/ 0 w 533400"/>
                  <a:gd name="connsiteY2" fmla="*/ 76200 h 152400"/>
                  <a:gd name="connsiteX3" fmla="*/ 266700 w 533400"/>
                  <a:gd name="connsiteY3" fmla="*/ 0 h 152400"/>
                  <a:gd name="connsiteX4" fmla="*/ 533400 w 533400"/>
                  <a:gd name="connsiteY4" fmla="*/ 76200 h 15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400" h="152400">
                    <a:moveTo>
                      <a:pt x="533400" y="76200"/>
                    </a:moveTo>
                    <a:cubicBezTo>
                      <a:pt x="533400" y="118284"/>
                      <a:pt x="413994" y="152400"/>
                      <a:pt x="266700" y="152400"/>
                    </a:cubicBezTo>
                    <a:cubicBezTo>
                      <a:pt x="119406" y="152400"/>
                      <a:pt x="0" y="118284"/>
                      <a:pt x="0" y="76200"/>
                    </a:cubicBezTo>
                    <a:cubicBezTo>
                      <a:pt x="0" y="34116"/>
                      <a:pt x="119406" y="0"/>
                      <a:pt x="266700" y="0"/>
                    </a:cubicBezTo>
                    <a:cubicBezTo>
                      <a:pt x="413994" y="0"/>
                      <a:pt x="533400" y="34116"/>
                      <a:pt x="533400" y="76200"/>
                    </a:cubicBezTo>
                    <a:close/>
                  </a:path>
                </a:pathLst>
              </a:custGeom>
              <a:grpFill/>
              <a:ln w="9525" cap="flat">
                <a:noFill/>
                <a:prstDash val="solid"/>
                <a:miter/>
              </a:ln>
              <a:effectLst/>
            </p:spPr>
            <p:txBody>
              <a:bodyPr lIns="82296" tIns="41148" rIns="82296" bIns="41148"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62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145" name="任意形状 144"/>
              <p:cNvSpPr/>
              <p:nvPr/>
            </p:nvSpPr>
            <p:spPr>
              <a:xfrm>
                <a:off x="4552961" y="2465678"/>
                <a:ext cx="480060" cy="205739"/>
              </a:xfrm>
              <a:custGeom>
                <a:avLst/>
                <a:gdLst>
                  <a:gd name="connsiteX0" fmla="*/ 457200 w 533400"/>
                  <a:gd name="connsiteY0" fmla="*/ 152400 h 228600"/>
                  <a:gd name="connsiteX1" fmla="*/ 438150 w 533400"/>
                  <a:gd name="connsiteY1" fmla="*/ 133350 h 228600"/>
                  <a:gd name="connsiteX2" fmla="*/ 457200 w 533400"/>
                  <a:gd name="connsiteY2" fmla="*/ 114300 h 228600"/>
                  <a:gd name="connsiteX3" fmla="*/ 476250 w 533400"/>
                  <a:gd name="connsiteY3" fmla="*/ 133350 h 228600"/>
                  <a:gd name="connsiteX4" fmla="*/ 457200 w 533400"/>
                  <a:gd name="connsiteY4" fmla="*/ 152400 h 228600"/>
                  <a:gd name="connsiteX5" fmla="*/ 266700 w 533400"/>
                  <a:gd name="connsiteY5" fmla="*/ 76200 h 228600"/>
                  <a:gd name="connsiteX6" fmla="*/ 0 w 533400"/>
                  <a:gd name="connsiteY6" fmla="*/ 0 h 228600"/>
                  <a:gd name="connsiteX7" fmla="*/ 0 w 533400"/>
                  <a:gd name="connsiteY7" fmla="*/ 152400 h 228600"/>
                  <a:gd name="connsiteX8" fmla="*/ 266700 w 533400"/>
                  <a:gd name="connsiteY8" fmla="*/ 228600 h 228600"/>
                  <a:gd name="connsiteX9" fmla="*/ 533400 w 533400"/>
                  <a:gd name="connsiteY9" fmla="*/ 152400 h 228600"/>
                  <a:gd name="connsiteX10" fmla="*/ 533400 w 533400"/>
                  <a:gd name="connsiteY10" fmla="*/ 0 h 228600"/>
                  <a:gd name="connsiteX11" fmla="*/ 266700 w 533400"/>
                  <a:gd name="connsiteY11" fmla="*/ 7620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a:effectLst/>
            </p:spPr>
            <p:txBody>
              <a:bodyPr lIns="82296" tIns="41148" rIns="82296" bIns="41148"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62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146" name="任意形状 145"/>
              <p:cNvSpPr/>
              <p:nvPr/>
            </p:nvSpPr>
            <p:spPr>
              <a:xfrm>
                <a:off x="4552961" y="2637129"/>
                <a:ext cx="480060" cy="205739"/>
              </a:xfrm>
              <a:custGeom>
                <a:avLst/>
                <a:gdLst>
                  <a:gd name="connsiteX0" fmla="*/ 457200 w 533400"/>
                  <a:gd name="connsiteY0" fmla="*/ 152400 h 228600"/>
                  <a:gd name="connsiteX1" fmla="*/ 438150 w 533400"/>
                  <a:gd name="connsiteY1" fmla="*/ 133350 h 228600"/>
                  <a:gd name="connsiteX2" fmla="*/ 457200 w 533400"/>
                  <a:gd name="connsiteY2" fmla="*/ 114300 h 228600"/>
                  <a:gd name="connsiteX3" fmla="*/ 476250 w 533400"/>
                  <a:gd name="connsiteY3" fmla="*/ 133350 h 228600"/>
                  <a:gd name="connsiteX4" fmla="*/ 457200 w 533400"/>
                  <a:gd name="connsiteY4" fmla="*/ 152400 h 228600"/>
                  <a:gd name="connsiteX5" fmla="*/ 266700 w 533400"/>
                  <a:gd name="connsiteY5" fmla="*/ 76200 h 228600"/>
                  <a:gd name="connsiteX6" fmla="*/ 0 w 533400"/>
                  <a:gd name="connsiteY6" fmla="*/ 0 h 228600"/>
                  <a:gd name="connsiteX7" fmla="*/ 0 w 533400"/>
                  <a:gd name="connsiteY7" fmla="*/ 152400 h 228600"/>
                  <a:gd name="connsiteX8" fmla="*/ 266700 w 533400"/>
                  <a:gd name="connsiteY8" fmla="*/ 228600 h 228600"/>
                  <a:gd name="connsiteX9" fmla="*/ 533400 w 533400"/>
                  <a:gd name="connsiteY9" fmla="*/ 152400 h 228600"/>
                  <a:gd name="connsiteX10" fmla="*/ 533400 w 533400"/>
                  <a:gd name="connsiteY10" fmla="*/ 0 h 228600"/>
                  <a:gd name="connsiteX11" fmla="*/ 266700 w 533400"/>
                  <a:gd name="connsiteY11" fmla="*/ 7620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a:effectLst/>
            </p:spPr>
            <p:txBody>
              <a:bodyPr lIns="82296" tIns="41148" rIns="82296" bIns="41148"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62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147" name="任意形状 146"/>
              <p:cNvSpPr/>
              <p:nvPr/>
            </p:nvSpPr>
            <p:spPr>
              <a:xfrm>
                <a:off x="4552961" y="2808576"/>
                <a:ext cx="480060" cy="205739"/>
              </a:xfrm>
              <a:custGeom>
                <a:avLst/>
                <a:gdLst>
                  <a:gd name="connsiteX0" fmla="*/ 457200 w 533400"/>
                  <a:gd name="connsiteY0" fmla="*/ 152400 h 228600"/>
                  <a:gd name="connsiteX1" fmla="*/ 438150 w 533400"/>
                  <a:gd name="connsiteY1" fmla="*/ 133350 h 228600"/>
                  <a:gd name="connsiteX2" fmla="*/ 457200 w 533400"/>
                  <a:gd name="connsiteY2" fmla="*/ 114300 h 228600"/>
                  <a:gd name="connsiteX3" fmla="*/ 476250 w 533400"/>
                  <a:gd name="connsiteY3" fmla="*/ 133350 h 228600"/>
                  <a:gd name="connsiteX4" fmla="*/ 457200 w 533400"/>
                  <a:gd name="connsiteY4" fmla="*/ 152400 h 228600"/>
                  <a:gd name="connsiteX5" fmla="*/ 266700 w 533400"/>
                  <a:gd name="connsiteY5" fmla="*/ 76200 h 228600"/>
                  <a:gd name="connsiteX6" fmla="*/ 0 w 533400"/>
                  <a:gd name="connsiteY6" fmla="*/ 0 h 228600"/>
                  <a:gd name="connsiteX7" fmla="*/ 0 w 533400"/>
                  <a:gd name="connsiteY7" fmla="*/ 152400 h 228600"/>
                  <a:gd name="connsiteX8" fmla="*/ 266700 w 533400"/>
                  <a:gd name="connsiteY8" fmla="*/ 228600 h 228600"/>
                  <a:gd name="connsiteX9" fmla="*/ 533400 w 533400"/>
                  <a:gd name="connsiteY9" fmla="*/ 152400 h 228600"/>
                  <a:gd name="connsiteX10" fmla="*/ 533400 w 533400"/>
                  <a:gd name="connsiteY10" fmla="*/ 0 h 228600"/>
                  <a:gd name="connsiteX11" fmla="*/ 266700 w 533400"/>
                  <a:gd name="connsiteY11" fmla="*/ 7620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a:effectLst/>
            </p:spPr>
            <p:txBody>
              <a:bodyPr lIns="82296" tIns="41148" rIns="82296" bIns="41148"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62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grpSp>
      <p:grpSp>
        <p:nvGrpSpPr>
          <p:cNvPr id="153" name="组合 152"/>
          <p:cNvGrpSpPr>
            <a:grpSpLocks noChangeAspect="1"/>
          </p:cNvGrpSpPr>
          <p:nvPr/>
        </p:nvGrpSpPr>
        <p:grpSpPr>
          <a:xfrm>
            <a:off x="1964930" y="1903443"/>
            <a:ext cx="489190" cy="566145"/>
            <a:chOff x="3736235" y="4073642"/>
            <a:chExt cx="724389" cy="838343"/>
          </a:xfrm>
        </p:grpSpPr>
        <p:sp>
          <p:nvSpPr>
            <p:cNvPr id="154" name="矩形: 圆角 1335"/>
            <p:cNvSpPr/>
            <p:nvPr>
              <p:custDataLst>
                <p:tags r:id="rId1"/>
              </p:custDataLst>
            </p:nvPr>
          </p:nvSpPr>
          <p:spPr>
            <a:xfrm>
              <a:off x="3736235" y="4187596"/>
              <a:ext cx="724389" cy="724389"/>
            </a:xfrm>
            <a:prstGeom prst="roundRect">
              <a:avLst>
                <a:gd name="adj" fmla="val 2205"/>
              </a:avLst>
            </a:prstGeom>
            <a:gradFill flip="none" rotWithShape="1">
              <a:gsLst>
                <a:gs pos="0">
                  <a:schemeClr val="accent1">
                    <a:alpha val="47452"/>
                  </a:schemeClr>
                </a:gs>
                <a:gs pos="69000">
                  <a:schemeClr val="accent1">
                    <a:lumMod val="75000"/>
                    <a:alpha val="27000"/>
                  </a:schemeClr>
                </a:gs>
              </a:gsLst>
              <a:lin ang="18900000" scaled="1"/>
            </a:gradFill>
            <a:ln>
              <a:noFill/>
            </a:ln>
            <a:effectLst/>
            <a:scene3d>
              <a:camera prst="isometricTopUp"/>
              <a:lightRig rig="threePt" dir="t"/>
            </a:scene3d>
            <a:sp3d extrusionH="57150">
              <a:bevelT w="0" h="0"/>
              <a:bevelB w="0" h="0"/>
            </a:sp3d>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sp3d>
                <a:bevelT w="0" h="0"/>
                <a:bevelB w="0" h="0"/>
              </a:sp3d>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62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155" name="矩形: 圆角 1336"/>
            <p:cNvSpPr/>
            <p:nvPr>
              <p:custDataLst>
                <p:tags r:id="rId2"/>
              </p:custDataLst>
            </p:nvPr>
          </p:nvSpPr>
          <p:spPr>
            <a:xfrm>
              <a:off x="3791614" y="4073642"/>
              <a:ext cx="577105" cy="577105"/>
            </a:xfrm>
            <a:prstGeom prst="roundRect">
              <a:avLst>
                <a:gd name="adj" fmla="val 2205"/>
              </a:avLst>
            </a:prstGeom>
            <a:gradFill flip="none" rotWithShape="1">
              <a:gsLst>
                <a:gs pos="29000">
                  <a:schemeClr val="accent1">
                    <a:lumMod val="75000"/>
                    <a:alpha val="0"/>
                  </a:schemeClr>
                </a:gs>
                <a:gs pos="74000">
                  <a:schemeClr val="accent1"/>
                </a:gs>
              </a:gsLst>
              <a:lin ang="13500000" scaled="1"/>
            </a:gradFill>
            <a:ln w="0" cap="flat" cmpd="sng" algn="ctr">
              <a:gradFill>
                <a:gsLst>
                  <a:gs pos="16000">
                    <a:schemeClr val="accent1">
                      <a:alpha val="37159"/>
                    </a:schemeClr>
                  </a:gs>
                  <a:gs pos="95000">
                    <a:schemeClr val="accent1"/>
                  </a:gs>
                </a:gsLst>
                <a:lin ang="5400000" scaled="1"/>
              </a:gradFill>
              <a:prstDash val="solid"/>
              <a:miter lim="800000"/>
            </a:ln>
            <a:effectLst>
              <a:outerShdw blurRad="171450" sy="23000" kx="-1200000" algn="bl" rotWithShape="0">
                <a:schemeClr val="accent1">
                  <a:lumMod val="75000"/>
                  <a:alpha val="9000"/>
                </a:schemeClr>
              </a:outerShdw>
            </a:effectLst>
            <a:scene3d>
              <a:camera prst="isometricLeftDown"/>
              <a:lightRig rig="contrasting" dir="t"/>
            </a:scene3d>
            <a:sp3d extrusionH="108585" contourW="11430">
              <a:bevelT w="0" h="0"/>
              <a:bevelB w="0" h="0"/>
              <a:contourClr>
                <a:schemeClr val="accent1">
                  <a:lumMod val="60000"/>
                  <a:lumOff val="40000"/>
                </a:schemeClr>
              </a:contourClr>
            </a:sp3d>
          </p:spPr>
          <p:txBody>
            <a:bodyPr lIns="82296" tIns="41148" rIns="82296" bIns="41148" rtlCol="0" anchor="ctr">
              <a:sp3d>
                <a:bevelT w="0" h="0"/>
                <a:bevelB w="0" h="0"/>
              </a:sp3d>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62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56" name="图形 155" descr="用户"/>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72321" y="4146848"/>
              <a:ext cx="440786" cy="440787"/>
            </a:xfrm>
            <a:prstGeom prst="rect">
              <a:avLst/>
            </a:prstGeom>
            <a:effectLst/>
          </p:spPr>
        </p:pic>
      </p:grpSp>
      <p:sp>
        <p:nvSpPr>
          <p:cNvPr id="157" name="文本框 156"/>
          <p:cNvSpPr txBox="1"/>
          <p:nvPr/>
        </p:nvSpPr>
        <p:spPr>
          <a:xfrm>
            <a:off x="5256136" y="1825035"/>
            <a:ext cx="1801562" cy="613694"/>
          </a:xfrm>
          <a:prstGeom prst="rect">
            <a:avLst/>
          </a:prstGeom>
          <a:noFill/>
        </p:spPr>
        <p:txBody>
          <a:bodyPr wrap="square">
            <a:spAutoFit/>
          </a:bodyPr>
          <a:lstStyle>
            <a:defPPr>
              <a:defRPr lang="zh-CN"/>
            </a:defPPr>
            <a:lvl1pPr marL="285750" indent="-285750">
              <a:lnSpc>
                <a:spcPct val="150000"/>
              </a:lnSpc>
              <a:buFont typeface="Arial" panose="020B0604020202020204" pitchFamily="34" charset="0"/>
              <a:buChar char="•"/>
              <a:defRPr sz="1200" b="0">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a:t>智能传感技术</a:t>
            </a:r>
            <a:endParaRPr lang="en-US" altLang="zh-CN"/>
          </a:p>
          <a:p>
            <a:r>
              <a:rPr lang="zh-CN" altLang="en-US"/>
              <a:t>信息网络技术</a:t>
            </a:r>
            <a:endParaRPr lang="en-US" altLang="zh-CN">
              <a:sym typeface="+mn-ea"/>
            </a:endParaRPr>
          </a:p>
        </p:txBody>
      </p:sp>
      <p:sp>
        <p:nvSpPr>
          <p:cNvPr id="158" name="文本框 157"/>
          <p:cNvSpPr txBox="1"/>
          <p:nvPr/>
        </p:nvSpPr>
        <p:spPr>
          <a:xfrm>
            <a:off x="8878121" y="1791169"/>
            <a:ext cx="1801562" cy="613694"/>
          </a:xfrm>
          <a:prstGeom prst="rect">
            <a:avLst/>
          </a:prstGeom>
          <a:noFill/>
        </p:spPr>
        <p:txBody>
          <a:bodyPr wrap="square">
            <a:spAutoFit/>
          </a:bodyPr>
          <a:lstStyle>
            <a:defPPr>
              <a:defRPr lang="zh-CN"/>
            </a:defPPr>
            <a:lvl1pPr marL="285750" indent="-285750">
              <a:lnSpc>
                <a:spcPct val="150000"/>
              </a:lnSpc>
              <a:buFont typeface="Arial" panose="020B0604020202020204" pitchFamily="34" charset="0"/>
              <a:buChar char="•"/>
              <a:defRPr sz="1200" b="0">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a:t>智能传感技术</a:t>
            </a:r>
            <a:endParaRPr lang="en-US" altLang="zh-CN"/>
          </a:p>
          <a:p>
            <a:r>
              <a:rPr lang="zh-CN" altLang="en-US"/>
              <a:t>信息网络技术</a:t>
            </a:r>
            <a:endParaRPr lang="en-US" altLang="zh-CN">
              <a:sym typeface="+mn-ea"/>
            </a:endParaRPr>
          </a:p>
        </p:txBody>
      </p:sp>
      <p:sp>
        <p:nvSpPr>
          <p:cNvPr id="159" name="文本框 158"/>
          <p:cNvSpPr txBox="1"/>
          <p:nvPr/>
        </p:nvSpPr>
        <p:spPr>
          <a:xfrm>
            <a:off x="3707079" y="3919667"/>
            <a:ext cx="729687" cy="25654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106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替换文字</a:t>
            </a:r>
          </a:p>
        </p:txBody>
      </p:sp>
      <p:sp>
        <p:nvSpPr>
          <p:cNvPr id="160" name="文本框 159"/>
          <p:cNvSpPr txBox="1"/>
          <p:nvPr/>
        </p:nvSpPr>
        <p:spPr>
          <a:xfrm>
            <a:off x="3707079" y="3570328"/>
            <a:ext cx="729687" cy="25654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106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替换文字</a:t>
            </a:r>
          </a:p>
        </p:txBody>
      </p:sp>
      <p:sp>
        <p:nvSpPr>
          <p:cNvPr id="161" name="文本框 160"/>
          <p:cNvSpPr txBox="1"/>
          <p:nvPr/>
        </p:nvSpPr>
        <p:spPr>
          <a:xfrm>
            <a:off x="8400256" y="2767539"/>
            <a:ext cx="729687" cy="25654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106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替换文字</a:t>
            </a:r>
          </a:p>
        </p:txBody>
      </p:sp>
      <p:sp>
        <p:nvSpPr>
          <p:cNvPr id="162" name="文本框 161"/>
          <p:cNvSpPr txBox="1"/>
          <p:nvPr/>
        </p:nvSpPr>
        <p:spPr>
          <a:xfrm>
            <a:off x="10272464" y="2767539"/>
            <a:ext cx="729687" cy="256545"/>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106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替换文字</a:t>
            </a:r>
          </a:p>
        </p:txBody>
      </p:sp>
      <p:sp>
        <p:nvSpPr>
          <p:cNvPr id="163" name="圆角矩形 162"/>
          <p:cNvSpPr/>
          <p:nvPr/>
        </p:nvSpPr>
        <p:spPr>
          <a:xfrm>
            <a:off x="1833035" y="5450834"/>
            <a:ext cx="1059904" cy="284749"/>
          </a:xfrm>
          <a:prstGeom prst="roundRect">
            <a:avLst/>
          </a:prstGeom>
          <a:ln>
            <a:solidFill>
              <a:schemeClr val="bg1"/>
            </a:solidFill>
            <a:prstDash val="dash"/>
          </a:ln>
        </p:spPr>
        <p:txBody>
          <a:bodyPr wrap="square" lIns="0" tIns="36000" rIns="0" bIns="36000" anchor="ctr" anchorCtr="0">
            <a:spAutoFit/>
          </a:bodyPr>
          <a:lstStyle/>
          <a:p>
            <a:pPr marL="0" marR="0" lvl="0" indent="0" algn="ctr" defTabSz="685165" rtl="0" eaLnBrk="1" fontAlgn="auto" latinLnBrk="0" hangingPunct="1">
              <a:lnSpc>
                <a:spcPct val="100000"/>
              </a:lnSpc>
              <a:spcBef>
                <a:spcPct val="0"/>
              </a:spcBef>
              <a:spcAft>
                <a:spcPct val="0"/>
              </a:spcAft>
              <a:buClrTx/>
              <a:buSzTx/>
              <a:buFontTx/>
              <a:buNone/>
              <a:defRPr/>
            </a:pPr>
            <a:r>
              <a:rPr kumimoji="0" lang="zh-CN" altLang="en-US" sz="120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sym typeface="等线 Light" panose="02010600030101010101" charset="-122"/>
              </a:rPr>
              <a:t>替换文字</a:t>
            </a:r>
            <a:endParaRPr kumimoji="0" lang="en-US" altLang="zh-CN" sz="120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sym typeface="等线 Light" panose="02010600030101010101" charset="-122"/>
            </a:endParaRPr>
          </a:p>
        </p:txBody>
      </p:sp>
      <p:sp>
        <p:nvSpPr>
          <p:cNvPr id="164" name="文本框 163"/>
          <p:cNvSpPr txBox="1"/>
          <p:nvPr/>
        </p:nvSpPr>
        <p:spPr>
          <a:xfrm>
            <a:off x="695400" y="5949280"/>
            <a:ext cx="1801562" cy="613694"/>
          </a:xfrm>
          <a:prstGeom prst="rect">
            <a:avLst/>
          </a:prstGeom>
          <a:noFill/>
        </p:spPr>
        <p:txBody>
          <a:bodyPr wrap="square">
            <a:spAutoFit/>
          </a:bodyPr>
          <a:lstStyle>
            <a:defPPr>
              <a:defRPr lang="zh-CN"/>
            </a:defPPr>
            <a:lvl1pPr marL="285750" indent="-285750">
              <a:lnSpc>
                <a:spcPct val="150000"/>
              </a:lnSpc>
              <a:buFont typeface="Arial" panose="020B0604020202020204" pitchFamily="34" charset="0"/>
              <a:buChar char="•"/>
              <a:defRPr sz="1200" b="0">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a:solidFill>
                  <a:schemeClr val="bg1"/>
                </a:solidFill>
              </a:rPr>
              <a:t>智能传感技术</a:t>
            </a:r>
            <a:endParaRPr lang="en-US" altLang="zh-CN">
              <a:solidFill>
                <a:schemeClr val="bg1"/>
              </a:solidFill>
            </a:endParaRPr>
          </a:p>
          <a:p>
            <a:r>
              <a:rPr lang="zh-CN" altLang="en-US">
                <a:solidFill>
                  <a:schemeClr val="bg1"/>
                </a:solidFill>
              </a:rPr>
              <a:t>信息网络技术</a:t>
            </a:r>
            <a:endParaRPr lang="en-US" altLang="zh-CN">
              <a:solidFill>
                <a:schemeClr val="bg1"/>
              </a:solidFill>
              <a:sym typeface="+mn-ea"/>
            </a:endParaRPr>
          </a:p>
        </p:txBody>
      </p:sp>
      <p:sp>
        <p:nvSpPr>
          <p:cNvPr id="165" name="圆角矩形 164"/>
          <p:cNvSpPr/>
          <p:nvPr/>
        </p:nvSpPr>
        <p:spPr>
          <a:xfrm>
            <a:off x="3719736" y="5450834"/>
            <a:ext cx="1059904" cy="284749"/>
          </a:xfrm>
          <a:prstGeom prst="roundRect">
            <a:avLst/>
          </a:prstGeom>
          <a:ln>
            <a:solidFill>
              <a:schemeClr val="bg1"/>
            </a:solidFill>
            <a:prstDash val="dash"/>
          </a:ln>
        </p:spPr>
        <p:txBody>
          <a:bodyPr wrap="square" lIns="0" tIns="36000" rIns="0" bIns="36000" anchor="ctr" anchorCtr="0">
            <a:spAutoFit/>
          </a:bodyPr>
          <a:lstStyle/>
          <a:p>
            <a:pPr marL="0" marR="0" lvl="0" indent="0" algn="ctr" defTabSz="685165" rtl="0" eaLnBrk="1" fontAlgn="auto" latinLnBrk="0" hangingPunct="1">
              <a:lnSpc>
                <a:spcPct val="100000"/>
              </a:lnSpc>
              <a:spcBef>
                <a:spcPct val="0"/>
              </a:spcBef>
              <a:spcAft>
                <a:spcPct val="0"/>
              </a:spcAft>
              <a:buClrTx/>
              <a:buSzTx/>
              <a:buFontTx/>
              <a:buNone/>
              <a:defRPr/>
            </a:pPr>
            <a:r>
              <a:rPr kumimoji="0" lang="zh-CN" altLang="en-US" sz="120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sym typeface="等线 Light" panose="02010600030101010101" charset="-122"/>
              </a:rPr>
              <a:t>替换文字</a:t>
            </a:r>
            <a:endParaRPr kumimoji="0" lang="en-US" altLang="zh-CN" sz="120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sym typeface="等线 Light" panose="02010600030101010101" charset="-122"/>
            </a:endParaRPr>
          </a:p>
        </p:txBody>
      </p:sp>
      <p:sp>
        <p:nvSpPr>
          <p:cNvPr id="166" name="圆角矩形 165"/>
          <p:cNvSpPr/>
          <p:nvPr/>
        </p:nvSpPr>
        <p:spPr>
          <a:xfrm>
            <a:off x="5080910" y="5450834"/>
            <a:ext cx="1059904" cy="284749"/>
          </a:xfrm>
          <a:prstGeom prst="roundRect">
            <a:avLst/>
          </a:prstGeom>
          <a:ln>
            <a:solidFill>
              <a:schemeClr val="bg1"/>
            </a:solidFill>
            <a:prstDash val="dash"/>
          </a:ln>
        </p:spPr>
        <p:txBody>
          <a:bodyPr wrap="square" lIns="0" tIns="36000" rIns="0" bIns="36000" anchor="ctr" anchorCtr="0">
            <a:spAutoFit/>
          </a:bodyPr>
          <a:lstStyle/>
          <a:p>
            <a:pPr marL="0" marR="0" lvl="0" indent="0" algn="ctr" defTabSz="685165" rtl="0" eaLnBrk="1" fontAlgn="auto" latinLnBrk="0" hangingPunct="1">
              <a:lnSpc>
                <a:spcPct val="100000"/>
              </a:lnSpc>
              <a:spcBef>
                <a:spcPct val="0"/>
              </a:spcBef>
              <a:spcAft>
                <a:spcPct val="0"/>
              </a:spcAft>
              <a:buClrTx/>
              <a:buSzTx/>
              <a:buFontTx/>
              <a:buNone/>
              <a:defRPr/>
            </a:pPr>
            <a:r>
              <a:rPr kumimoji="0" lang="zh-CN" altLang="en-US" sz="120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sym typeface="等线 Light" panose="02010600030101010101" charset="-122"/>
              </a:rPr>
              <a:t>替换文字</a:t>
            </a:r>
            <a:endParaRPr kumimoji="0" lang="en-US" altLang="zh-CN" sz="120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sym typeface="等线 Light" panose="02010600030101010101" charset="-122"/>
            </a:endParaRPr>
          </a:p>
        </p:txBody>
      </p:sp>
      <p:sp>
        <p:nvSpPr>
          <p:cNvPr id="167" name="圆角矩形 166"/>
          <p:cNvSpPr/>
          <p:nvPr/>
        </p:nvSpPr>
        <p:spPr>
          <a:xfrm>
            <a:off x="6442084" y="5450834"/>
            <a:ext cx="1059904" cy="284749"/>
          </a:xfrm>
          <a:prstGeom prst="roundRect">
            <a:avLst/>
          </a:prstGeom>
          <a:ln>
            <a:solidFill>
              <a:schemeClr val="bg1"/>
            </a:solidFill>
            <a:prstDash val="dash"/>
          </a:ln>
        </p:spPr>
        <p:txBody>
          <a:bodyPr wrap="square" lIns="0" tIns="36000" rIns="0" bIns="36000" anchor="ctr" anchorCtr="0">
            <a:spAutoFit/>
          </a:bodyPr>
          <a:lstStyle/>
          <a:p>
            <a:pPr marL="0" marR="0" lvl="0" indent="0" algn="ctr" defTabSz="685165" rtl="0" eaLnBrk="1" fontAlgn="auto" latinLnBrk="0" hangingPunct="1">
              <a:lnSpc>
                <a:spcPct val="100000"/>
              </a:lnSpc>
              <a:spcBef>
                <a:spcPct val="0"/>
              </a:spcBef>
              <a:spcAft>
                <a:spcPct val="0"/>
              </a:spcAft>
              <a:buClrTx/>
              <a:buSzTx/>
              <a:buFontTx/>
              <a:buNone/>
              <a:defRPr/>
            </a:pPr>
            <a:r>
              <a:rPr kumimoji="0" lang="zh-CN" altLang="en-US" sz="120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sym typeface="等线 Light" panose="02010600030101010101" charset="-122"/>
              </a:rPr>
              <a:t>替换文字</a:t>
            </a:r>
            <a:endParaRPr kumimoji="0" lang="en-US" altLang="zh-CN" sz="120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sym typeface="等线 Light" panose="02010600030101010101" charset="-122"/>
            </a:endParaRPr>
          </a:p>
        </p:txBody>
      </p:sp>
      <p:sp>
        <p:nvSpPr>
          <p:cNvPr id="168" name="圆角矩形 167"/>
          <p:cNvSpPr/>
          <p:nvPr/>
        </p:nvSpPr>
        <p:spPr>
          <a:xfrm>
            <a:off x="7803258" y="5450834"/>
            <a:ext cx="1059904" cy="284749"/>
          </a:xfrm>
          <a:prstGeom prst="roundRect">
            <a:avLst/>
          </a:prstGeom>
          <a:ln>
            <a:solidFill>
              <a:schemeClr val="bg1"/>
            </a:solidFill>
            <a:prstDash val="dash"/>
          </a:ln>
        </p:spPr>
        <p:txBody>
          <a:bodyPr wrap="square" lIns="0" tIns="36000" rIns="0" bIns="36000" anchor="ctr" anchorCtr="0">
            <a:spAutoFit/>
          </a:bodyPr>
          <a:lstStyle/>
          <a:p>
            <a:pPr marL="0" marR="0" lvl="0" indent="0" algn="ctr" defTabSz="685165" rtl="0" eaLnBrk="1" fontAlgn="auto" latinLnBrk="0" hangingPunct="1">
              <a:lnSpc>
                <a:spcPct val="100000"/>
              </a:lnSpc>
              <a:spcBef>
                <a:spcPct val="0"/>
              </a:spcBef>
              <a:spcAft>
                <a:spcPct val="0"/>
              </a:spcAft>
              <a:buClrTx/>
              <a:buSzTx/>
              <a:buFontTx/>
              <a:buNone/>
              <a:defRPr/>
            </a:pPr>
            <a:r>
              <a:rPr kumimoji="0" lang="zh-CN" altLang="en-US" sz="120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sym typeface="等线 Light" panose="02010600030101010101" charset="-122"/>
              </a:rPr>
              <a:t>替换文字</a:t>
            </a:r>
            <a:endParaRPr kumimoji="0" lang="en-US" altLang="zh-CN" sz="120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sym typeface="等线 Light" panose="02010600030101010101" charset="-122"/>
            </a:endParaRPr>
          </a:p>
        </p:txBody>
      </p:sp>
      <p:sp>
        <p:nvSpPr>
          <p:cNvPr id="169" name="圆角矩形 168"/>
          <p:cNvSpPr/>
          <p:nvPr/>
        </p:nvSpPr>
        <p:spPr>
          <a:xfrm>
            <a:off x="9164432" y="5450834"/>
            <a:ext cx="1059904" cy="284749"/>
          </a:xfrm>
          <a:prstGeom prst="roundRect">
            <a:avLst/>
          </a:prstGeom>
          <a:ln>
            <a:solidFill>
              <a:schemeClr val="bg1"/>
            </a:solidFill>
            <a:prstDash val="dash"/>
          </a:ln>
        </p:spPr>
        <p:txBody>
          <a:bodyPr wrap="square" lIns="0" tIns="36000" rIns="0" bIns="36000" anchor="ctr" anchorCtr="0">
            <a:spAutoFit/>
          </a:bodyPr>
          <a:lstStyle/>
          <a:p>
            <a:pPr marL="0" marR="0" lvl="0" indent="0" algn="ctr" defTabSz="685165" rtl="0" eaLnBrk="1" fontAlgn="auto" latinLnBrk="0" hangingPunct="1">
              <a:lnSpc>
                <a:spcPct val="100000"/>
              </a:lnSpc>
              <a:spcBef>
                <a:spcPct val="0"/>
              </a:spcBef>
              <a:spcAft>
                <a:spcPct val="0"/>
              </a:spcAft>
              <a:buClrTx/>
              <a:buSzTx/>
              <a:buFontTx/>
              <a:buNone/>
              <a:defRPr/>
            </a:pPr>
            <a:r>
              <a:rPr kumimoji="0" lang="zh-CN" altLang="en-US" sz="120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sym typeface="等线 Light" panose="02010600030101010101" charset="-122"/>
              </a:rPr>
              <a:t>替换文字</a:t>
            </a:r>
            <a:endParaRPr kumimoji="0" lang="en-US" altLang="zh-CN" sz="120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sym typeface="等线 Light" panose="02010600030101010101" charset="-122"/>
            </a:endParaRPr>
          </a:p>
        </p:txBody>
      </p:sp>
      <p:sp>
        <p:nvSpPr>
          <p:cNvPr id="170" name="圆角矩形 169"/>
          <p:cNvSpPr/>
          <p:nvPr/>
        </p:nvSpPr>
        <p:spPr>
          <a:xfrm>
            <a:off x="10525608" y="5450834"/>
            <a:ext cx="1059904" cy="284749"/>
          </a:xfrm>
          <a:prstGeom prst="roundRect">
            <a:avLst/>
          </a:prstGeom>
          <a:ln>
            <a:solidFill>
              <a:schemeClr val="bg1"/>
            </a:solidFill>
            <a:prstDash val="dash"/>
          </a:ln>
        </p:spPr>
        <p:txBody>
          <a:bodyPr wrap="square" lIns="0" tIns="36000" rIns="0" bIns="36000" anchor="ctr" anchorCtr="0">
            <a:spAutoFit/>
          </a:bodyPr>
          <a:lstStyle/>
          <a:p>
            <a:pPr marL="0" marR="0" lvl="0" indent="0" algn="ctr" defTabSz="685165" rtl="0" eaLnBrk="1" fontAlgn="auto" latinLnBrk="0" hangingPunct="1">
              <a:lnSpc>
                <a:spcPct val="100000"/>
              </a:lnSpc>
              <a:spcBef>
                <a:spcPct val="0"/>
              </a:spcBef>
              <a:spcAft>
                <a:spcPct val="0"/>
              </a:spcAft>
              <a:buClrTx/>
              <a:buSzTx/>
              <a:buFontTx/>
              <a:buNone/>
              <a:defRPr/>
            </a:pPr>
            <a:r>
              <a:rPr kumimoji="0" lang="zh-CN" altLang="en-US" sz="120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sym typeface="等线 Light" panose="02010600030101010101" charset="-122"/>
              </a:rPr>
              <a:t>替换文字</a:t>
            </a:r>
            <a:endParaRPr kumimoji="0" lang="en-US" altLang="zh-CN" sz="120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sym typeface="等线 Light" panose="02010600030101010101" charset="-122"/>
            </a:endParaRPr>
          </a:p>
        </p:txBody>
      </p:sp>
      <p:sp>
        <p:nvSpPr>
          <p:cNvPr id="171" name="文本框 170"/>
          <p:cNvSpPr txBox="1"/>
          <p:nvPr/>
        </p:nvSpPr>
        <p:spPr>
          <a:xfrm>
            <a:off x="3684027" y="5948549"/>
            <a:ext cx="6337051" cy="61369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GB" altLang="zh-CN" sz="1200" b="0" i="0">
                <a:solidFill>
                  <a:schemeClr val="bg1"/>
                </a:solidFill>
                <a:effectLst/>
                <a:latin typeface="+mj-ea"/>
                <a:ea typeface="+mj-ea"/>
              </a:rPr>
              <a:t>RFID</a:t>
            </a:r>
            <a:r>
              <a:rPr lang="zh-CN" altLang="en-US" sz="1200" b="0" i="0">
                <a:solidFill>
                  <a:schemeClr val="bg1"/>
                </a:solidFill>
                <a:effectLst/>
                <a:latin typeface="+mj-ea"/>
                <a:ea typeface="+mj-ea"/>
              </a:rPr>
              <a:t>是一种简单的无线系统，由一个询问器（或阅读器）和很多应答器（或标签）组成</a:t>
            </a:r>
            <a:endParaRPr lang="en-US" altLang="zh-CN" sz="1200" b="0" i="0">
              <a:solidFill>
                <a:schemeClr val="bg1"/>
              </a:solidFill>
              <a:effectLst/>
              <a:latin typeface="+mj-ea"/>
              <a:ea typeface="+mj-ea"/>
            </a:endParaRPr>
          </a:p>
          <a:p>
            <a:pPr marL="285750" indent="-285750">
              <a:lnSpc>
                <a:spcPct val="150000"/>
              </a:lnSpc>
              <a:buFont typeface="Arial" panose="020B0604020202020204" pitchFamily="34" charset="0"/>
              <a:buChar char="•"/>
            </a:pPr>
            <a:r>
              <a:rPr lang="zh-CN" altLang="en-US" sz="1200" b="0" i="0">
                <a:solidFill>
                  <a:schemeClr val="bg1"/>
                </a:solidFill>
                <a:effectLst/>
                <a:latin typeface="+mj-ea"/>
                <a:ea typeface="+mj-ea"/>
              </a:rPr>
              <a:t>标签由耦合元件及芯片组成</a:t>
            </a:r>
            <a:endParaRPr lang="zh-CN" altLang="en-US" sz="1200">
              <a:solidFill>
                <a:schemeClr val="bg1"/>
              </a:solidFill>
              <a:latin typeface="+mj-ea"/>
              <a:ea typeface="+mj-ea"/>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标题 103"/>
          <p:cNvSpPr>
            <a:spLocks noGrp="1"/>
          </p:cNvSpPr>
          <p:nvPr>
            <p:ph type="title"/>
          </p:nvPr>
        </p:nvSpPr>
        <p:spPr>
          <a:xfrm>
            <a:off x="632137" y="245670"/>
            <a:ext cx="6695941" cy="402674"/>
          </a:xfrm>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Helvetica85-Heavy"/>
                <a:ea typeface="汉仪综艺体简" panose="02010609000101010101" pitchFamily="49" charset="-122"/>
                <a:cs typeface="+mn-cs"/>
              </a:rPr>
              <a:t>物联网产品介绍</a:t>
            </a:r>
          </a:p>
        </p:txBody>
      </p:sp>
      <p:sp>
        <p:nvSpPr>
          <p:cNvPr id="107" name="文本框 106"/>
          <p:cNvSpPr txBox="1"/>
          <p:nvPr/>
        </p:nvSpPr>
        <p:spPr>
          <a:xfrm>
            <a:off x="625557" y="611269"/>
            <a:ext cx="2784993" cy="276999"/>
          </a:xfrm>
          <a:prstGeom prst="rect">
            <a:avLst/>
          </a:prstGeom>
          <a:noFill/>
        </p:spPr>
        <p:txBody>
          <a:bodyPr wrap="none" rtlCol="0">
            <a:spAutoFit/>
          </a:bodyPr>
          <a:lstStyle>
            <a:defPPr>
              <a:defRPr lang="zh-CN"/>
            </a:defPPr>
            <a:lvl1pPr>
              <a:defRPr sz="1400">
                <a:solidFill>
                  <a:schemeClr val="bg1">
                    <a:lumMod val="65000"/>
                  </a:schemeClr>
                </a:solidFill>
                <a:effectLst/>
                <a:latin typeface="微软雅黑 Light" panose="020B0502040204020203" pitchFamily="34" charset="-122"/>
                <a:ea typeface="微软雅黑 Light" panose="020B0502040204020203" pitchFamily="34" charset="-122"/>
                <a:cs typeface="阿里巴巴普惠体 M" panose="00020600040101010101" pitchFamily="18"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altLang="zh-CN" sz="1200" spc="300"/>
              <a:t>Design Project Directory</a:t>
            </a:r>
          </a:p>
        </p:txBody>
      </p:sp>
      <p:sp>
        <p:nvSpPr>
          <p:cNvPr id="2" name="任意多边形: 形状 1"/>
          <p:cNvSpPr/>
          <p:nvPr>
            <p:custDataLst>
              <p:tags r:id="rId1"/>
            </p:custDataLst>
          </p:nvPr>
        </p:nvSpPr>
        <p:spPr>
          <a:xfrm>
            <a:off x="877574" y="11642"/>
            <a:ext cx="10436852" cy="6661749"/>
          </a:xfrm>
          <a:custGeom>
            <a:avLst/>
            <a:gdLst>
              <a:gd name="connsiteX0" fmla="*/ 0 w 7128366"/>
              <a:gd name="connsiteY0" fmla="*/ 0 h 4125249"/>
              <a:gd name="connsiteX1" fmla="*/ 7128366 w 7128366"/>
              <a:gd name="connsiteY1" fmla="*/ 0 h 4125249"/>
              <a:gd name="connsiteX2" fmla="*/ 7128366 w 7128366"/>
              <a:gd name="connsiteY2" fmla="*/ 4125249 h 4125249"/>
              <a:gd name="connsiteX3" fmla="*/ 0 w 7128366"/>
              <a:gd name="connsiteY3" fmla="*/ 4125249 h 4125249"/>
              <a:gd name="connsiteX4" fmla="*/ 0 w 7128366"/>
              <a:gd name="connsiteY4" fmla="*/ 0 h 4125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28366" h="4125249">
                <a:moveTo>
                  <a:pt x="0" y="0"/>
                </a:moveTo>
                <a:cubicBezTo>
                  <a:pt x="2830074" y="1564963"/>
                  <a:pt x="4389677" y="1545895"/>
                  <a:pt x="7128366" y="0"/>
                </a:cubicBezTo>
                <a:lnTo>
                  <a:pt x="7128366" y="4125249"/>
                </a:lnTo>
                <a:cubicBezTo>
                  <a:pt x="4421492" y="2456332"/>
                  <a:pt x="2859242" y="2485071"/>
                  <a:pt x="0" y="4125249"/>
                </a:cubicBezTo>
                <a:lnTo>
                  <a:pt x="0" y="0"/>
                </a:lnTo>
                <a:close/>
              </a:path>
            </a:pathLst>
          </a:custGeom>
          <a:gradFill>
            <a:gsLst>
              <a:gs pos="0">
                <a:srgbClr val="2577F7">
                  <a:alpha val="0"/>
                </a:srgbClr>
              </a:gs>
              <a:gs pos="100000">
                <a:srgbClr val="2577F7">
                  <a:alpha val="0"/>
                </a:srgbClr>
              </a:gs>
              <a:gs pos="52000">
                <a:srgbClr val="2577F7">
                  <a:alpha val="20000"/>
                </a:srgbClr>
              </a:gs>
            </a:gsLst>
            <a:lin ang="10800000" scaled="0"/>
          </a:gradFill>
          <a:ln w="8071" cap="flat">
            <a:noFill/>
            <a:prstDash val="solid"/>
            <a:miter/>
          </a:ln>
        </p:spPr>
        <p:txBody>
          <a:bodyPr rtlCol="0" anchor="ctr"/>
          <a:lstStyle/>
          <a:p>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9" name="流程图: 可选过程 5"/>
          <p:cNvSpPr/>
          <p:nvPr/>
        </p:nvSpPr>
        <p:spPr>
          <a:xfrm>
            <a:off x="253125" y="1700514"/>
            <a:ext cx="1332000" cy="360000"/>
          </a:xfrm>
          <a:prstGeom prst="roundRect">
            <a:avLst>
              <a:gd name="adj" fmla="val 50000"/>
            </a:avLst>
          </a:prstGeom>
          <a:gradFill flip="none" rotWithShape="1">
            <a:gsLst>
              <a:gs pos="0">
                <a:srgbClr val="53DEDF"/>
              </a:gs>
              <a:gs pos="43000">
                <a:srgbClr val="4199FF"/>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600" b="1">
                <a:solidFill>
                  <a:schemeClr val="lt1"/>
                </a:solidFill>
                <a:latin typeface="微软雅黑" panose="020B0503020204020204" pitchFamily="34" charset="-122"/>
                <a:ea typeface="微软雅黑" panose="020B0503020204020204" pitchFamily="34" charset="-122"/>
              </a:rPr>
              <a:t>替换文字</a:t>
            </a:r>
          </a:p>
        </p:txBody>
      </p:sp>
      <p:sp>
        <p:nvSpPr>
          <p:cNvPr id="12" name="流程图: 可选过程 8"/>
          <p:cNvSpPr/>
          <p:nvPr/>
        </p:nvSpPr>
        <p:spPr>
          <a:xfrm>
            <a:off x="253496" y="2918113"/>
            <a:ext cx="1332000" cy="360000"/>
          </a:xfrm>
          <a:prstGeom prst="roundRect">
            <a:avLst>
              <a:gd name="adj" fmla="val 50000"/>
            </a:avLst>
          </a:prstGeom>
          <a:gradFill flip="none" rotWithShape="1">
            <a:gsLst>
              <a:gs pos="0">
                <a:srgbClr val="53DEDF"/>
              </a:gs>
              <a:gs pos="43000">
                <a:srgbClr val="4199FF"/>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600" b="1">
                <a:solidFill>
                  <a:schemeClr val="lt1"/>
                </a:solidFill>
                <a:latin typeface="微软雅黑" panose="020B0503020204020204" pitchFamily="34" charset="-122"/>
                <a:ea typeface="微软雅黑" panose="020B0503020204020204" pitchFamily="34" charset="-122"/>
              </a:rPr>
              <a:t>替换文字</a:t>
            </a:r>
          </a:p>
        </p:txBody>
      </p:sp>
      <p:sp>
        <p:nvSpPr>
          <p:cNvPr id="23" name="流程图: 可选过程 10"/>
          <p:cNvSpPr/>
          <p:nvPr/>
        </p:nvSpPr>
        <p:spPr>
          <a:xfrm>
            <a:off x="1867000" y="2917320"/>
            <a:ext cx="1332000" cy="360000"/>
          </a:xfrm>
          <a:prstGeom prst="roundRect">
            <a:avLst>
              <a:gd name="adj" fmla="val 50000"/>
            </a:avLst>
          </a:prstGeom>
          <a:gradFill flip="none" rotWithShape="1">
            <a:gsLst>
              <a:gs pos="0">
                <a:srgbClr val="53DEDF"/>
              </a:gs>
              <a:gs pos="43000">
                <a:srgbClr val="4199FF"/>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600" b="1">
                <a:solidFill>
                  <a:schemeClr val="lt1"/>
                </a:solidFill>
                <a:latin typeface="微软雅黑" panose="020B0503020204020204" pitchFamily="34" charset="-122"/>
                <a:ea typeface="微软雅黑" panose="020B0503020204020204" pitchFamily="34" charset="-122"/>
              </a:rPr>
              <a:t>替换文字</a:t>
            </a:r>
          </a:p>
        </p:txBody>
      </p:sp>
      <p:sp>
        <p:nvSpPr>
          <p:cNvPr id="24" name="流程图: 可选过程 11"/>
          <p:cNvSpPr/>
          <p:nvPr/>
        </p:nvSpPr>
        <p:spPr>
          <a:xfrm>
            <a:off x="233077" y="4149414"/>
            <a:ext cx="1332000" cy="360000"/>
          </a:xfrm>
          <a:prstGeom prst="roundRect">
            <a:avLst>
              <a:gd name="adj" fmla="val 50000"/>
            </a:avLst>
          </a:prstGeom>
          <a:gradFill flip="none" rotWithShape="1">
            <a:gsLst>
              <a:gs pos="0">
                <a:srgbClr val="53DEDF"/>
              </a:gs>
              <a:gs pos="43000">
                <a:srgbClr val="4199FF"/>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600" b="1">
                <a:solidFill>
                  <a:schemeClr val="lt1"/>
                </a:solidFill>
                <a:latin typeface="微软雅黑" panose="020B0503020204020204" pitchFamily="34" charset="-122"/>
                <a:ea typeface="微软雅黑" panose="020B0503020204020204" pitchFamily="34" charset="-122"/>
              </a:rPr>
              <a:t>替换文字</a:t>
            </a:r>
          </a:p>
        </p:txBody>
      </p:sp>
      <p:sp>
        <p:nvSpPr>
          <p:cNvPr id="61" name="流程图: 可选过程 12"/>
          <p:cNvSpPr/>
          <p:nvPr/>
        </p:nvSpPr>
        <p:spPr>
          <a:xfrm>
            <a:off x="1867000" y="4156983"/>
            <a:ext cx="1332000" cy="360000"/>
          </a:xfrm>
          <a:prstGeom prst="roundRect">
            <a:avLst>
              <a:gd name="adj" fmla="val 50000"/>
            </a:avLst>
          </a:prstGeom>
          <a:gradFill flip="none" rotWithShape="1">
            <a:gsLst>
              <a:gs pos="0">
                <a:srgbClr val="53DEDF"/>
              </a:gs>
              <a:gs pos="43000">
                <a:srgbClr val="4199FF"/>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600" b="1">
                <a:solidFill>
                  <a:schemeClr val="lt1"/>
                </a:solidFill>
                <a:latin typeface="微软雅黑" panose="020B0503020204020204" pitchFamily="34" charset="-122"/>
                <a:ea typeface="微软雅黑" panose="020B0503020204020204" pitchFamily="34" charset="-122"/>
              </a:rPr>
              <a:t>替换文字</a:t>
            </a:r>
          </a:p>
        </p:txBody>
      </p:sp>
      <p:sp>
        <p:nvSpPr>
          <p:cNvPr id="81" name="文本框 80"/>
          <p:cNvSpPr txBox="1"/>
          <p:nvPr/>
        </p:nvSpPr>
        <p:spPr>
          <a:xfrm>
            <a:off x="287077" y="2114443"/>
            <a:ext cx="1224000" cy="276999"/>
          </a:xfrm>
          <a:prstGeom prst="rect">
            <a:avLst/>
          </a:prstGeom>
          <a:noFill/>
        </p:spPr>
        <p:txBody>
          <a:bodyPr wrap="square" lIns="0" rIns="0" rtlCol="0">
            <a:spAutoFit/>
          </a:bodyPr>
          <a:lstStyle/>
          <a:p>
            <a:pPr algn="ctr"/>
            <a:r>
              <a:rPr lang="zh-CN" altLang="en-US" sz="1200">
                <a:latin typeface="微软雅黑" panose="020B0503020204020204" pitchFamily="34" charset="-122"/>
                <a:ea typeface="微软雅黑" panose="020B0503020204020204" pitchFamily="34" charset="-122"/>
              </a:rPr>
              <a:t>点击替换文字</a:t>
            </a:r>
          </a:p>
        </p:txBody>
      </p:sp>
      <p:sp>
        <p:nvSpPr>
          <p:cNvPr id="92" name="流程图: 可选过程 5"/>
          <p:cNvSpPr/>
          <p:nvPr/>
        </p:nvSpPr>
        <p:spPr>
          <a:xfrm>
            <a:off x="1867000" y="1700514"/>
            <a:ext cx="1332000" cy="360000"/>
          </a:xfrm>
          <a:prstGeom prst="roundRect">
            <a:avLst>
              <a:gd name="adj" fmla="val 50000"/>
            </a:avLst>
          </a:prstGeom>
          <a:gradFill flip="none" rotWithShape="1">
            <a:gsLst>
              <a:gs pos="0">
                <a:srgbClr val="53DEDF"/>
              </a:gs>
              <a:gs pos="43000">
                <a:srgbClr val="4199FF"/>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600" b="1">
                <a:solidFill>
                  <a:schemeClr val="lt1"/>
                </a:solidFill>
                <a:latin typeface="微软雅黑" panose="020B0503020204020204" pitchFamily="34" charset="-122"/>
                <a:ea typeface="微软雅黑" panose="020B0503020204020204" pitchFamily="34" charset="-122"/>
              </a:rPr>
              <a:t>替换文字</a:t>
            </a:r>
          </a:p>
        </p:txBody>
      </p:sp>
      <p:sp>
        <p:nvSpPr>
          <p:cNvPr id="103" name="任意多边形: 形状 9"/>
          <p:cNvSpPr/>
          <p:nvPr>
            <p:custDataLst>
              <p:tags r:id="rId2"/>
            </p:custDataLst>
          </p:nvPr>
        </p:nvSpPr>
        <p:spPr>
          <a:xfrm rot="5400000" flipH="1">
            <a:off x="6517045" y="3123180"/>
            <a:ext cx="4173640" cy="438673"/>
          </a:xfrm>
          <a:custGeom>
            <a:avLst/>
            <a:gdLst>
              <a:gd name="connsiteX0" fmla="*/ 4326150 w 4326544"/>
              <a:gd name="connsiteY0" fmla="*/ 115296 h 884884"/>
              <a:gd name="connsiteX1" fmla="*/ 4322497 w 4326544"/>
              <a:gd name="connsiteY1" fmla="*/ 234887 h 884884"/>
              <a:gd name="connsiteX2" fmla="*/ 4320504 w 4326544"/>
              <a:gd name="connsiteY2" fmla="*/ 265449 h 884884"/>
              <a:gd name="connsiteX3" fmla="*/ 57076 w 4326544"/>
              <a:gd name="connsiteY3" fmla="*/ 390023 h 884884"/>
              <a:gd name="connsiteX4" fmla="*/ 5585 w 4326544"/>
              <a:gd name="connsiteY4" fmla="*/ 266779 h 884884"/>
              <a:gd name="connsiteX5" fmla="*/ -394 w 4326544"/>
              <a:gd name="connsiteY5" fmla="*/ 104333 h 884884"/>
              <a:gd name="connsiteX6" fmla="*/ 2264 w 4326544"/>
              <a:gd name="connsiteY6" fmla="*/ -643 h 884884"/>
              <a:gd name="connsiteX7" fmla="*/ 2125339 w 4326544"/>
              <a:gd name="connsiteY7" fmla="*/ 639837 h 884884"/>
              <a:gd name="connsiteX8" fmla="*/ 4323825 w 4326544"/>
              <a:gd name="connsiteY8" fmla="*/ 19290 h 884884"/>
              <a:gd name="connsiteX9" fmla="*/ 4326150 w 4326544"/>
              <a:gd name="connsiteY9" fmla="*/ 115296 h 884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6544" h="884884">
                <a:moveTo>
                  <a:pt x="4326150" y="115296"/>
                </a:moveTo>
                <a:cubicBezTo>
                  <a:pt x="4326150" y="155491"/>
                  <a:pt x="4326150" y="195355"/>
                  <a:pt x="4322497" y="234887"/>
                </a:cubicBezTo>
                <a:lnTo>
                  <a:pt x="4320504" y="265449"/>
                </a:lnTo>
                <a:cubicBezTo>
                  <a:pt x="4133143" y="1143119"/>
                  <a:pt x="516174" y="996286"/>
                  <a:pt x="57076" y="390023"/>
                </a:cubicBezTo>
                <a:cubicBezTo>
                  <a:pt x="28772" y="354544"/>
                  <a:pt x="10934" y="311858"/>
                  <a:pt x="5585" y="266779"/>
                </a:cubicBezTo>
                <a:lnTo>
                  <a:pt x="-394" y="104333"/>
                </a:lnTo>
                <a:lnTo>
                  <a:pt x="2264" y="-643"/>
                </a:lnTo>
                <a:cubicBezTo>
                  <a:pt x="-14346" y="347170"/>
                  <a:pt x="934742" y="633858"/>
                  <a:pt x="2125339" y="639837"/>
                </a:cubicBezTo>
                <a:cubicBezTo>
                  <a:pt x="3315937" y="645816"/>
                  <a:pt x="4303229" y="368099"/>
                  <a:pt x="4323825" y="19290"/>
                </a:cubicBezTo>
                <a:cubicBezTo>
                  <a:pt x="4325487" y="52510"/>
                  <a:pt x="4326150" y="83072"/>
                  <a:pt x="4326150" y="115296"/>
                </a:cubicBezTo>
              </a:path>
            </a:pathLst>
          </a:custGeom>
          <a:gradFill>
            <a:gsLst>
              <a:gs pos="13000">
                <a:srgbClr val="275DF5">
                  <a:alpha val="10000"/>
                </a:srgbClr>
              </a:gs>
              <a:gs pos="86000">
                <a:srgbClr val="275DF5">
                  <a:alpha val="12000"/>
                </a:srgbClr>
              </a:gs>
            </a:gsLst>
            <a:path path="circle">
              <a:fillToRect r="100000" b="100000"/>
            </a:path>
          </a:gradFill>
          <a:ln w="37516" cap="flat">
            <a:noFill/>
            <a:prstDash val="solid"/>
            <a:miter/>
          </a:ln>
          <a:effectLst>
            <a:innerShdw blurRad="317500">
              <a:srgbClr val="FFFFFF"/>
            </a:inn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7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05" name="任意多边形: 形状 21"/>
          <p:cNvSpPr/>
          <p:nvPr>
            <p:custDataLst>
              <p:tags r:id="rId3"/>
            </p:custDataLst>
          </p:nvPr>
        </p:nvSpPr>
        <p:spPr>
          <a:xfrm rot="5400000" flipH="1">
            <a:off x="6824350" y="3121815"/>
            <a:ext cx="4173959" cy="441402"/>
          </a:xfrm>
          <a:custGeom>
            <a:avLst/>
            <a:gdLst>
              <a:gd name="connsiteX0" fmla="*/ 4322497 w 4326876"/>
              <a:gd name="connsiteY0" fmla="*/ 885760 h 890388"/>
              <a:gd name="connsiteX1" fmla="*/ 4322497 w 4326876"/>
              <a:gd name="connsiteY1" fmla="*/ 857854 h 890388"/>
              <a:gd name="connsiteX2" fmla="*/ 4326483 w 4326876"/>
              <a:gd name="connsiteY2" fmla="*/ 726968 h 890388"/>
              <a:gd name="connsiteX3" fmla="*/ 4324157 w 4326876"/>
              <a:gd name="connsiteY3" fmla="*/ 621329 h 890388"/>
              <a:gd name="connsiteX4" fmla="*/ 2200748 w 4326876"/>
              <a:gd name="connsiteY4" fmla="*/ -548 h 890388"/>
              <a:gd name="connsiteX5" fmla="*/ 2263 w 4326876"/>
              <a:gd name="connsiteY5" fmla="*/ 620001 h 890388"/>
              <a:gd name="connsiteX6" fmla="*/ 2263 w 4326876"/>
              <a:gd name="connsiteY6" fmla="*/ 622324 h 890388"/>
              <a:gd name="connsiteX7" fmla="*/ -394 w 4326876"/>
              <a:gd name="connsiteY7" fmla="*/ 727300 h 890388"/>
              <a:gd name="connsiteX8" fmla="*/ 5585 w 4326876"/>
              <a:gd name="connsiteY8" fmla="*/ 889746 h 890388"/>
              <a:gd name="connsiteX9" fmla="*/ 5585 w 4326876"/>
              <a:gd name="connsiteY9" fmla="*/ 863501 h 890388"/>
              <a:gd name="connsiteX10" fmla="*/ 2200748 w 4326876"/>
              <a:gd name="connsiteY10" fmla="*/ 243952 h 890388"/>
              <a:gd name="connsiteX11" fmla="*/ 4320836 w 4326876"/>
              <a:gd name="connsiteY11" fmla="*/ 885760 h 89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26876" h="890388">
                <a:moveTo>
                  <a:pt x="4322497" y="885760"/>
                </a:moveTo>
                <a:cubicBezTo>
                  <a:pt x="4322497" y="876457"/>
                  <a:pt x="4322497" y="867157"/>
                  <a:pt x="4322497" y="857854"/>
                </a:cubicBezTo>
                <a:lnTo>
                  <a:pt x="4326483" y="726968"/>
                </a:lnTo>
                <a:lnTo>
                  <a:pt x="4324157" y="621329"/>
                </a:lnTo>
                <a:cubicBezTo>
                  <a:pt x="4306550" y="281821"/>
                  <a:pt x="3370417" y="5433"/>
                  <a:pt x="2200748" y="-548"/>
                </a:cubicBezTo>
                <a:cubicBezTo>
                  <a:pt x="1007494" y="-6528"/>
                  <a:pt x="23191" y="271192"/>
                  <a:pt x="2263" y="620001"/>
                </a:cubicBezTo>
                <a:lnTo>
                  <a:pt x="2263" y="622324"/>
                </a:lnTo>
                <a:lnTo>
                  <a:pt x="-394" y="727300"/>
                </a:lnTo>
                <a:lnTo>
                  <a:pt x="5585" y="889746"/>
                </a:lnTo>
                <a:cubicBezTo>
                  <a:pt x="4921" y="881009"/>
                  <a:pt x="4921" y="872238"/>
                  <a:pt x="5585" y="863501"/>
                </a:cubicBezTo>
                <a:cubicBezTo>
                  <a:pt x="26181" y="515357"/>
                  <a:pt x="1009154" y="237640"/>
                  <a:pt x="2200748" y="243952"/>
                </a:cubicBezTo>
                <a:cubicBezTo>
                  <a:pt x="3392343" y="250263"/>
                  <a:pt x="4341765" y="537282"/>
                  <a:pt x="4320836" y="885760"/>
                </a:cubicBezTo>
              </a:path>
            </a:pathLst>
          </a:custGeom>
          <a:gradFill>
            <a:gsLst>
              <a:gs pos="13000">
                <a:srgbClr val="275DF5"/>
              </a:gs>
              <a:gs pos="86000">
                <a:srgbClr val="275DF5"/>
              </a:gs>
            </a:gsLst>
            <a:path path="circle">
              <a:fillToRect r="100000" b="100000"/>
            </a:path>
          </a:gradFill>
          <a:ln w="37516" cap="flat">
            <a:noFill/>
            <a:prstDash val="solid"/>
            <a:miter/>
          </a:ln>
          <a:effectLst>
            <a:innerShdw blurRad="152400">
              <a:srgbClr val="FFFFFF"/>
            </a:inn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7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06" name="任意多边形: 形状 8"/>
          <p:cNvSpPr/>
          <p:nvPr>
            <p:custDataLst>
              <p:tags r:id="rId4"/>
            </p:custDataLst>
          </p:nvPr>
        </p:nvSpPr>
        <p:spPr>
          <a:xfrm rot="16200000">
            <a:off x="1736134" y="3123180"/>
            <a:ext cx="4173649" cy="438672"/>
          </a:xfrm>
          <a:custGeom>
            <a:avLst/>
            <a:gdLst>
              <a:gd name="connsiteX0" fmla="*/ 4326150 w 4326544"/>
              <a:gd name="connsiteY0" fmla="*/ 115296 h 884884"/>
              <a:gd name="connsiteX1" fmla="*/ 4322497 w 4326544"/>
              <a:gd name="connsiteY1" fmla="*/ 234887 h 884884"/>
              <a:gd name="connsiteX2" fmla="*/ 4320504 w 4326544"/>
              <a:gd name="connsiteY2" fmla="*/ 265449 h 884884"/>
              <a:gd name="connsiteX3" fmla="*/ 57076 w 4326544"/>
              <a:gd name="connsiteY3" fmla="*/ 390023 h 884884"/>
              <a:gd name="connsiteX4" fmla="*/ 5585 w 4326544"/>
              <a:gd name="connsiteY4" fmla="*/ 266779 h 884884"/>
              <a:gd name="connsiteX5" fmla="*/ -394 w 4326544"/>
              <a:gd name="connsiteY5" fmla="*/ 104333 h 884884"/>
              <a:gd name="connsiteX6" fmla="*/ 2264 w 4326544"/>
              <a:gd name="connsiteY6" fmla="*/ -643 h 884884"/>
              <a:gd name="connsiteX7" fmla="*/ 2125339 w 4326544"/>
              <a:gd name="connsiteY7" fmla="*/ 639837 h 884884"/>
              <a:gd name="connsiteX8" fmla="*/ 4323825 w 4326544"/>
              <a:gd name="connsiteY8" fmla="*/ 19290 h 884884"/>
              <a:gd name="connsiteX9" fmla="*/ 4326150 w 4326544"/>
              <a:gd name="connsiteY9" fmla="*/ 115296 h 884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6544" h="884884">
                <a:moveTo>
                  <a:pt x="4326150" y="115296"/>
                </a:moveTo>
                <a:cubicBezTo>
                  <a:pt x="4326150" y="155491"/>
                  <a:pt x="4326150" y="195355"/>
                  <a:pt x="4322497" y="234887"/>
                </a:cubicBezTo>
                <a:lnTo>
                  <a:pt x="4320504" y="265449"/>
                </a:lnTo>
                <a:cubicBezTo>
                  <a:pt x="4133143" y="1143119"/>
                  <a:pt x="516174" y="996286"/>
                  <a:pt x="57076" y="390023"/>
                </a:cubicBezTo>
                <a:cubicBezTo>
                  <a:pt x="28772" y="354544"/>
                  <a:pt x="10934" y="311858"/>
                  <a:pt x="5585" y="266779"/>
                </a:cubicBezTo>
                <a:lnTo>
                  <a:pt x="-394" y="104333"/>
                </a:lnTo>
                <a:lnTo>
                  <a:pt x="2264" y="-643"/>
                </a:lnTo>
                <a:cubicBezTo>
                  <a:pt x="-14346" y="347170"/>
                  <a:pt x="934742" y="633858"/>
                  <a:pt x="2125339" y="639837"/>
                </a:cubicBezTo>
                <a:cubicBezTo>
                  <a:pt x="3315937" y="645816"/>
                  <a:pt x="4303229" y="368099"/>
                  <a:pt x="4323825" y="19290"/>
                </a:cubicBezTo>
                <a:cubicBezTo>
                  <a:pt x="4325487" y="52510"/>
                  <a:pt x="4326150" y="83072"/>
                  <a:pt x="4326150" y="115296"/>
                </a:cubicBezTo>
              </a:path>
            </a:pathLst>
          </a:custGeom>
          <a:gradFill>
            <a:gsLst>
              <a:gs pos="13000">
                <a:srgbClr val="3DA4F9">
                  <a:lumMod val="93000"/>
                  <a:lumOff val="7000"/>
                  <a:alpha val="10000"/>
                </a:srgbClr>
              </a:gs>
              <a:gs pos="86000">
                <a:srgbClr val="3DA4F9">
                  <a:alpha val="12000"/>
                </a:srgbClr>
              </a:gs>
            </a:gsLst>
            <a:path path="circle">
              <a:fillToRect r="100000" b="100000"/>
            </a:path>
          </a:gradFill>
          <a:ln w="37516" cap="flat">
            <a:noFill/>
            <a:prstDash val="solid"/>
            <a:miter/>
          </a:ln>
          <a:effectLst>
            <a:innerShdw blurRad="317500">
              <a:srgbClr val="FFFFFF"/>
            </a:inn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7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08" name="任意多边形: 形状 22"/>
          <p:cNvSpPr/>
          <p:nvPr>
            <p:custDataLst>
              <p:tags r:id="rId5"/>
            </p:custDataLst>
          </p:nvPr>
        </p:nvSpPr>
        <p:spPr>
          <a:xfrm rot="16200000">
            <a:off x="1428509" y="3121816"/>
            <a:ext cx="4173970" cy="441401"/>
          </a:xfrm>
          <a:custGeom>
            <a:avLst/>
            <a:gdLst>
              <a:gd name="connsiteX0" fmla="*/ 4322497 w 4326876"/>
              <a:gd name="connsiteY0" fmla="*/ 885760 h 890388"/>
              <a:gd name="connsiteX1" fmla="*/ 4322497 w 4326876"/>
              <a:gd name="connsiteY1" fmla="*/ 857854 h 890388"/>
              <a:gd name="connsiteX2" fmla="*/ 4326483 w 4326876"/>
              <a:gd name="connsiteY2" fmla="*/ 726968 h 890388"/>
              <a:gd name="connsiteX3" fmla="*/ 4324157 w 4326876"/>
              <a:gd name="connsiteY3" fmla="*/ 621329 h 890388"/>
              <a:gd name="connsiteX4" fmla="*/ 2200748 w 4326876"/>
              <a:gd name="connsiteY4" fmla="*/ -548 h 890388"/>
              <a:gd name="connsiteX5" fmla="*/ 2263 w 4326876"/>
              <a:gd name="connsiteY5" fmla="*/ 620001 h 890388"/>
              <a:gd name="connsiteX6" fmla="*/ 2263 w 4326876"/>
              <a:gd name="connsiteY6" fmla="*/ 622324 h 890388"/>
              <a:gd name="connsiteX7" fmla="*/ -394 w 4326876"/>
              <a:gd name="connsiteY7" fmla="*/ 727300 h 890388"/>
              <a:gd name="connsiteX8" fmla="*/ 5585 w 4326876"/>
              <a:gd name="connsiteY8" fmla="*/ 889746 h 890388"/>
              <a:gd name="connsiteX9" fmla="*/ 5585 w 4326876"/>
              <a:gd name="connsiteY9" fmla="*/ 863501 h 890388"/>
              <a:gd name="connsiteX10" fmla="*/ 2200748 w 4326876"/>
              <a:gd name="connsiteY10" fmla="*/ 243952 h 890388"/>
              <a:gd name="connsiteX11" fmla="*/ 4320836 w 4326876"/>
              <a:gd name="connsiteY11" fmla="*/ 885760 h 89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26876" h="890388">
                <a:moveTo>
                  <a:pt x="4322497" y="885760"/>
                </a:moveTo>
                <a:cubicBezTo>
                  <a:pt x="4322497" y="876457"/>
                  <a:pt x="4322497" y="867157"/>
                  <a:pt x="4322497" y="857854"/>
                </a:cubicBezTo>
                <a:lnTo>
                  <a:pt x="4326483" y="726968"/>
                </a:lnTo>
                <a:lnTo>
                  <a:pt x="4324157" y="621329"/>
                </a:lnTo>
                <a:cubicBezTo>
                  <a:pt x="4306550" y="281821"/>
                  <a:pt x="3370417" y="5433"/>
                  <a:pt x="2200748" y="-548"/>
                </a:cubicBezTo>
                <a:cubicBezTo>
                  <a:pt x="1007494" y="-6528"/>
                  <a:pt x="23191" y="271192"/>
                  <a:pt x="2263" y="620001"/>
                </a:cubicBezTo>
                <a:lnTo>
                  <a:pt x="2263" y="622324"/>
                </a:lnTo>
                <a:lnTo>
                  <a:pt x="-394" y="727300"/>
                </a:lnTo>
                <a:lnTo>
                  <a:pt x="5585" y="889746"/>
                </a:lnTo>
                <a:cubicBezTo>
                  <a:pt x="4921" y="881009"/>
                  <a:pt x="4921" y="872238"/>
                  <a:pt x="5585" y="863501"/>
                </a:cubicBezTo>
                <a:cubicBezTo>
                  <a:pt x="26181" y="515357"/>
                  <a:pt x="1009154" y="237640"/>
                  <a:pt x="2200748" y="243952"/>
                </a:cubicBezTo>
                <a:cubicBezTo>
                  <a:pt x="3392343" y="250263"/>
                  <a:pt x="4341765" y="537282"/>
                  <a:pt x="4320836" y="885760"/>
                </a:cubicBezTo>
              </a:path>
            </a:pathLst>
          </a:custGeom>
          <a:gradFill>
            <a:gsLst>
              <a:gs pos="13000">
                <a:srgbClr val="3DA4F9"/>
              </a:gs>
              <a:gs pos="86000">
                <a:srgbClr val="3DA4F9"/>
              </a:gs>
            </a:gsLst>
            <a:path path="circle">
              <a:fillToRect r="100000" b="100000"/>
            </a:path>
          </a:gradFill>
          <a:ln w="37516" cap="flat">
            <a:noFill/>
            <a:prstDash val="solid"/>
            <a:miter/>
          </a:ln>
          <a:effectLst>
            <a:innerShdw blurRad="152400">
              <a:srgbClr val="FFFFFF"/>
            </a:inn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7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09" name="圆角矩形 108"/>
          <p:cNvSpPr/>
          <p:nvPr/>
        </p:nvSpPr>
        <p:spPr>
          <a:xfrm rot="10800000" flipH="1">
            <a:off x="-6034" y="5521345"/>
            <a:ext cx="12198033" cy="783544"/>
          </a:xfrm>
          <a:prstGeom prst="roundRect">
            <a:avLst>
              <a:gd name="adj" fmla="val 21185"/>
            </a:avLst>
          </a:prstGeom>
          <a:gradFill flip="none" rotWithShape="1">
            <a:gsLst>
              <a:gs pos="0">
                <a:srgbClr val="275DF5"/>
              </a:gs>
              <a:gs pos="100000">
                <a:srgbClr val="275DF5">
                  <a:lumMod val="80000"/>
                  <a:lumOff val="20000"/>
                </a:srgbClr>
              </a:gs>
            </a:gsLst>
            <a:lin ang="16200000" scaled="1"/>
          </a:gradFill>
          <a:ln w="38100" cap="flat" cmpd="sng" algn="ctr">
            <a:noFill/>
            <a:prstDash val="solid"/>
            <a:miter lim="800000"/>
          </a:ln>
          <a:effectLst/>
        </p:spPr>
        <p:txBody>
          <a:bodyPr lIns="98755" tIns="49378" rIns="98755" bIns="49378" rtlCol="0" anchor="ctr"/>
          <a:lstStyle/>
          <a:p>
            <a:pPr algn="ctr"/>
            <a:endParaRPr lang="zh-CN" altLang="en-US" sz="2000" kern="0">
              <a:solidFill>
                <a:srgbClr val="FFFFFF"/>
              </a:solidFill>
              <a:effectLst>
                <a:outerShdw blurRad="137160" dist="41148" dir="2699997" algn="tl">
                  <a:srgbClr val="000000">
                    <a:alpha val="40000"/>
                  </a:srgbClr>
                </a:outerShdw>
              </a:effectLst>
              <a:latin typeface="微软雅黑" panose="020B0503020204020204" pitchFamily="34" charset="-122"/>
              <a:ea typeface="微软雅黑" panose="020B0503020204020204" pitchFamily="34" charset="-122"/>
            </a:endParaRPr>
          </a:p>
        </p:txBody>
      </p:sp>
      <p:sp>
        <p:nvSpPr>
          <p:cNvPr id="110" name="圆角矩形 109"/>
          <p:cNvSpPr/>
          <p:nvPr/>
        </p:nvSpPr>
        <p:spPr>
          <a:xfrm>
            <a:off x="7696074" y="5727705"/>
            <a:ext cx="1642174" cy="370825"/>
          </a:xfrm>
          <a:prstGeom prst="roundRect">
            <a:avLst>
              <a:gd name="adj" fmla="val 50000"/>
            </a:avLst>
          </a:prstGeom>
          <a:solidFill>
            <a:schemeClr val="bg1"/>
          </a:solidFill>
          <a:ln w="6350" cap="flat" cmpd="sng" algn="ctr">
            <a:noFill/>
            <a:prstDash val="solid"/>
            <a:miter lim="800000"/>
          </a:ln>
          <a:effectLst/>
        </p:spPr>
        <p:txBody>
          <a:bodyPr lIns="0" tIns="0" rIns="0" bIns="0" rtlCol="0" anchor="ctr"/>
          <a:lstStyle/>
          <a:p>
            <a:pPr algn="ctr"/>
            <a:r>
              <a:rPr lang="zh-CN" altLang="en-US" sz="1600" b="1" kern="0">
                <a:solidFill>
                  <a:srgbClr val="2577F7"/>
                </a:solidFill>
                <a:latin typeface="微软雅黑" panose="020B0503020204020204" pitchFamily="34" charset="-122"/>
                <a:ea typeface="微软雅黑" panose="020B0503020204020204" pitchFamily="34" charset="-122"/>
              </a:rPr>
              <a:t>点击替换文字</a:t>
            </a:r>
          </a:p>
        </p:txBody>
      </p:sp>
      <p:sp>
        <p:nvSpPr>
          <p:cNvPr id="111" name="圆角矩形 110"/>
          <p:cNvSpPr/>
          <p:nvPr/>
        </p:nvSpPr>
        <p:spPr>
          <a:xfrm>
            <a:off x="5170394" y="5727705"/>
            <a:ext cx="1858010" cy="370825"/>
          </a:xfrm>
          <a:prstGeom prst="roundRect">
            <a:avLst>
              <a:gd name="adj" fmla="val 50000"/>
            </a:avLst>
          </a:prstGeom>
          <a:solidFill>
            <a:schemeClr val="bg1"/>
          </a:solidFill>
          <a:ln w="6350" cap="flat" cmpd="sng" algn="ctr">
            <a:noFill/>
            <a:prstDash val="solid"/>
            <a:miter lim="800000"/>
          </a:ln>
          <a:effectLst/>
        </p:spPr>
        <p:txBody>
          <a:bodyPr lIns="0" tIns="0" rIns="0" bIns="0" rtlCol="0" anchor="ctr"/>
          <a:lstStyle/>
          <a:p>
            <a:pPr algn="ctr"/>
            <a:r>
              <a:rPr lang="zh-CN" altLang="en-US" sz="1600" b="1" kern="0">
                <a:solidFill>
                  <a:srgbClr val="2577F7"/>
                </a:solidFill>
                <a:latin typeface="微软雅黑" panose="020B0503020204020204" pitchFamily="34" charset="-122"/>
                <a:ea typeface="微软雅黑" panose="020B0503020204020204" pitchFamily="34" charset="-122"/>
              </a:rPr>
              <a:t>点击替换文字</a:t>
            </a:r>
          </a:p>
        </p:txBody>
      </p:sp>
      <p:sp>
        <p:nvSpPr>
          <p:cNvPr id="112" name="矩形 111"/>
          <p:cNvSpPr/>
          <p:nvPr/>
        </p:nvSpPr>
        <p:spPr>
          <a:xfrm>
            <a:off x="499334" y="5620382"/>
            <a:ext cx="1435735" cy="585470"/>
          </a:xfrm>
          <a:prstGeom prst="rect">
            <a:avLst/>
          </a:prstGeom>
          <a:noFill/>
        </p:spPr>
        <p:txBody>
          <a:bodyPr vert="horz" lIns="91440" tIns="45720" rIns="91440" bIns="45720" rtlCol="0" anchor="ctr">
            <a:noAutofit/>
          </a:bodyPr>
          <a:lstStyle/>
          <a:p>
            <a:pPr algn="ctr" fontAlgn="auto">
              <a:lnSpc>
                <a:spcPct val="90000"/>
              </a:lnSpc>
              <a:spcBef>
                <a:spcPts val="1000"/>
              </a:spcBef>
              <a:spcAft>
                <a:spcPct val="0"/>
              </a:spcAft>
            </a:pPr>
            <a:r>
              <a:rPr lang="zh-CN" altLang="en-US" b="1">
                <a:solidFill>
                  <a:srgbClr val="FFC000"/>
                </a:solidFill>
                <a:latin typeface="微软雅黑" panose="020B0503020204020204" pitchFamily="34" charset="-122"/>
                <a:ea typeface="微软雅黑" panose="020B0503020204020204" pitchFamily="34" charset="-122"/>
              </a:rPr>
              <a:t>存在问题</a:t>
            </a:r>
          </a:p>
        </p:txBody>
      </p:sp>
      <p:sp>
        <p:nvSpPr>
          <p:cNvPr id="113" name="圆角矩形 112"/>
          <p:cNvSpPr/>
          <p:nvPr/>
        </p:nvSpPr>
        <p:spPr>
          <a:xfrm>
            <a:off x="2157129" y="5727705"/>
            <a:ext cx="2379091" cy="370825"/>
          </a:xfrm>
          <a:prstGeom prst="roundRect">
            <a:avLst>
              <a:gd name="adj" fmla="val 50000"/>
            </a:avLst>
          </a:prstGeom>
          <a:solidFill>
            <a:schemeClr val="bg1"/>
          </a:solidFill>
          <a:ln w="6350" cap="flat" cmpd="sng" algn="ctr">
            <a:noFill/>
            <a:prstDash val="solid"/>
            <a:miter lim="800000"/>
          </a:ln>
          <a:effectLst/>
        </p:spPr>
        <p:txBody>
          <a:bodyPr lIns="0" tIns="0" rIns="0" bIns="0" rtlCol="0" anchor="ctr"/>
          <a:lstStyle/>
          <a:p>
            <a:pPr algn="ctr"/>
            <a:r>
              <a:rPr lang="zh-CN" altLang="en-US" sz="1600" b="1" kern="0">
                <a:solidFill>
                  <a:srgbClr val="2577F7"/>
                </a:solidFill>
                <a:latin typeface="微软雅黑" panose="020B0503020204020204" pitchFamily="34" charset="-122"/>
                <a:ea typeface="微软雅黑" panose="020B0503020204020204" pitchFamily="34" charset="-122"/>
              </a:rPr>
              <a:t>点击替换文字</a:t>
            </a:r>
          </a:p>
        </p:txBody>
      </p:sp>
      <p:sp>
        <p:nvSpPr>
          <p:cNvPr id="114" name="圆角矩形 113"/>
          <p:cNvSpPr/>
          <p:nvPr/>
        </p:nvSpPr>
        <p:spPr>
          <a:xfrm>
            <a:off x="9927772" y="5727705"/>
            <a:ext cx="1584686" cy="370825"/>
          </a:xfrm>
          <a:prstGeom prst="roundRect">
            <a:avLst>
              <a:gd name="adj" fmla="val 50000"/>
            </a:avLst>
          </a:prstGeom>
          <a:solidFill>
            <a:schemeClr val="bg1"/>
          </a:solidFill>
          <a:ln w="6350" cap="flat" cmpd="sng" algn="ctr">
            <a:noFill/>
            <a:prstDash val="solid"/>
            <a:miter lim="800000"/>
          </a:ln>
          <a:effectLst/>
        </p:spPr>
        <p:txBody>
          <a:bodyPr lIns="0" tIns="0" rIns="0" bIns="0" rtlCol="0" anchor="ctr"/>
          <a:lstStyle/>
          <a:p>
            <a:pPr algn="ctr"/>
            <a:r>
              <a:rPr lang="zh-CN" altLang="en-US" sz="1600" b="1" kern="0">
                <a:solidFill>
                  <a:srgbClr val="2577F7"/>
                </a:solidFill>
                <a:latin typeface="微软雅黑" panose="020B0503020204020204" pitchFamily="34" charset="-122"/>
                <a:ea typeface="微软雅黑" panose="020B0503020204020204" pitchFamily="34" charset="-122"/>
              </a:rPr>
              <a:t>点击替换文字</a:t>
            </a:r>
          </a:p>
        </p:txBody>
      </p:sp>
      <p:sp>
        <p:nvSpPr>
          <p:cNvPr id="5" name="椭圆 4"/>
          <p:cNvSpPr/>
          <p:nvPr/>
        </p:nvSpPr>
        <p:spPr>
          <a:xfrm>
            <a:off x="5216589" y="2483012"/>
            <a:ext cx="1758823" cy="1719009"/>
          </a:xfrm>
          <a:prstGeom prst="ellipse">
            <a:avLst/>
          </a:prstGeom>
          <a:gradFill>
            <a:gsLst>
              <a:gs pos="13000">
                <a:srgbClr val="3DA4F9"/>
              </a:gs>
              <a:gs pos="86000">
                <a:srgbClr val="275DF5"/>
              </a:gs>
            </a:gsLst>
            <a:path path="circle">
              <a:fillToRect r="100000" b="100000"/>
            </a:path>
          </a:gradFill>
          <a:ln w="37516" cap="flat">
            <a:noFill/>
            <a:prstDash val="solid"/>
            <a:miter/>
          </a:ln>
          <a:effectLst>
            <a:innerShdw blurRad="317500">
              <a:srgbClr val="FFFFFF"/>
            </a:innerShdw>
          </a:effectLst>
        </p:spPr>
        <p:txBody>
          <a:bodyPr rot="0" spcFirstLastPara="0" vertOverflow="overflow" horzOverflow="overflow" vert="horz" wrap="square" lIns="0" tIns="45720" rIns="0" bIns="45720" numCol="1" spcCol="0" rtlCol="0" fromWordArt="0" anchor="ctr" anchorCtr="0" forceAA="0" compatLnSpc="1">
            <a:noAutofit/>
          </a:bodyPr>
          <a:lstStyle/>
          <a:p>
            <a:pPr algn="ctr"/>
            <a:r>
              <a:rPr lang="zh-CN" altLang="en-US" sz="2000" b="1" kern="0">
                <a:solidFill>
                  <a:schemeClr val="bg1"/>
                </a:solidFill>
                <a:latin typeface="微软雅黑" panose="020B0503020204020204" pitchFamily="34" charset="-122"/>
                <a:ea typeface="微软雅黑" panose="020B0503020204020204" pitchFamily="34" charset="-122"/>
              </a:rPr>
              <a:t>替换文字</a:t>
            </a:r>
          </a:p>
        </p:txBody>
      </p:sp>
      <p:sp>
        <p:nvSpPr>
          <p:cNvPr id="85" name="文本框 84"/>
          <p:cNvSpPr txBox="1"/>
          <p:nvPr/>
        </p:nvSpPr>
        <p:spPr>
          <a:xfrm>
            <a:off x="3871303" y="3619466"/>
            <a:ext cx="1134886" cy="275590"/>
          </a:xfrm>
          <a:prstGeom prst="rect">
            <a:avLst/>
          </a:prstGeom>
          <a:noFill/>
        </p:spPr>
        <p:txBody>
          <a:bodyPr wrap="square" rtlCol="0">
            <a:spAutoFit/>
          </a:bodyPr>
          <a:lstStyle/>
          <a:p>
            <a:pPr algn="ctr"/>
            <a:r>
              <a:rPr lang="zh-CN" altLang="en-US" sz="1200">
                <a:latin typeface="微软雅黑" panose="020B0503020204020204" pitchFamily="34" charset="-122"/>
                <a:ea typeface="微软雅黑" panose="020B0503020204020204" pitchFamily="34" charset="-122"/>
              </a:rPr>
              <a:t>替换文字</a:t>
            </a:r>
          </a:p>
        </p:txBody>
      </p:sp>
      <p:sp>
        <p:nvSpPr>
          <p:cNvPr id="86" name="文本框 85"/>
          <p:cNvSpPr txBox="1"/>
          <p:nvPr/>
        </p:nvSpPr>
        <p:spPr>
          <a:xfrm>
            <a:off x="3812319" y="2153442"/>
            <a:ext cx="1252855" cy="275590"/>
          </a:xfrm>
          <a:prstGeom prst="rect">
            <a:avLst/>
          </a:prstGeom>
          <a:noFill/>
        </p:spPr>
        <p:txBody>
          <a:bodyPr wrap="square" rtlCol="0">
            <a:spAutoFit/>
          </a:bodyPr>
          <a:lstStyle/>
          <a:p>
            <a:pPr algn="ctr"/>
            <a:r>
              <a:rPr lang="zh-CN" altLang="en-US" sz="1200">
                <a:latin typeface="微软雅黑" panose="020B0503020204020204" pitchFamily="34" charset="-122"/>
                <a:ea typeface="微软雅黑" panose="020B0503020204020204" pitchFamily="34" charset="-122"/>
              </a:rPr>
              <a:t>替换文字</a:t>
            </a:r>
          </a:p>
        </p:txBody>
      </p:sp>
      <p:sp>
        <p:nvSpPr>
          <p:cNvPr id="90" name="右箭头 89"/>
          <p:cNvSpPr/>
          <p:nvPr/>
        </p:nvSpPr>
        <p:spPr>
          <a:xfrm>
            <a:off x="4068448" y="2341168"/>
            <a:ext cx="934206" cy="397509"/>
          </a:xfrm>
          <a:prstGeom prst="rightArrow">
            <a:avLst/>
          </a:prstGeom>
          <a:gradFill>
            <a:gsLst>
              <a:gs pos="0">
                <a:srgbClr val="4794FF">
                  <a:alpha val="0"/>
                </a:srgbClr>
              </a:gs>
              <a:gs pos="100000">
                <a:srgbClr val="4794FF"/>
              </a:gs>
            </a:gsLst>
            <a:lin ang="0" scaled="0"/>
          </a:gradFill>
        </p:spPr>
        <p:txBody>
          <a:bodyPr vert="horz" lIns="91440" tIns="45720" rIns="91440" bIns="45720" rtlCol="0" anchor="ctr">
            <a:noAutofit/>
          </a:bodyPr>
          <a:lstStyle/>
          <a:p>
            <a:pPr algn="l" fontAlgn="auto">
              <a:lnSpc>
                <a:spcPct val="90000"/>
              </a:lnSpc>
              <a:spcBef>
                <a:spcPts val="1000"/>
              </a:spcBef>
              <a:spcAft>
                <a:spcPct val="0"/>
              </a:spcAft>
            </a:pPr>
            <a:endParaRPr kumimoji="1" lang="zh-CN" altLang="en-US" sz="1500">
              <a:solidFill>
                <a:srgbClr val="FFFFFF"/>
              </a:solidFill>
              <a:latin typeface="Arial" panose="020B0604020202020204"/>
              <a:ea typeface="微软雅黑" panose="020B0503020204020204" pitchFamily="34" charset="-122"/>
            </a:endParaRPr>
          </a:p>
        </p:txBody>
      </p:sp>
      <p:sp>
        <p:nvSpPr>
          <p:cNvPr id="91" name="右箭头 90"/>
          <p:cNvSpPr/>
          <p:nvPr/>
        </p:nvSpPr>
        <p:spPr>
          <a:xfrm>
            <a:off x="4046953" y="3853642"/>
            <a:ext cx="934206" cy="397509"/>
          </a:xfrm>
          <a:prstGeom prst="rightArrow">
            <a:avLst/>
          </a:prstGeom>
          <a:gradFill>
            <a:gsLst>
              <a:gs pos="0">
                <a:srgbClr val="4794FF">
                  <a:alpha val="0"/>
                </a:srgbClr>
              </a:gs>
              <a:gs pos="100000">
                <a:srgbClr val="4794FF"/>
              </a:gs>
            </a:gsLst>
            <a:lin ang="0" scaled="0"/>
          </a:gradFill>
        </p:spPr>
        <p:txBody>
          <a:bodyPr vert="horz" lIns="91440" tIns="45720" rIns="91440" bIns="45720" rtlCol="0" anchor="ctr">
            <a:noAutofit/>
          </a:bodyPr>
          <a:lstStyle/>
          <a:p>
            <a:pPr algn="l" fontAlgn="auto">
              <a:lnSpc>
                <a:spcPct val="90000"/>
              </a:lnSpc>
              <a:spcBef>
                <a:spcPts val="1000"/>
              </a:spcBef>
              <a:spcAft>
                <a:spcPct val="0"/>
              </a:spcAft>
            </a:pPr>
            <a:endParaRPr kumimoji="1" lang="zh-CN" altLang="en-US" sz="1500">
              <a:solidFill>
                <a:srgbClr val="FFFFFF"/>
              </a:solidFill>
              <a:latin typeface="Arial" panose="020B0604020202020204"/>
              <a:ea typeface="微软雅黑" panose="020B0503020204020204" pitchFamily="34" charset="-122"/>
            </a:endParaRPr>
          </a:p>
        </p:txBody>
      </p:sp>
      <p:sp>
        <p:nvSpPr>
          <p:cNvPr id="93" name="流程图: 可选过程 5"/>
          <p:cNvSpPr/>
          <p:nvPr/>
        </p:nvSpPr>
        <p:spPr>
          <a:xfrm>
            <a:off x="7098995" y="2192804"/>
            <a:ext cx="1440000" cy="435600"/>
          </a:xfrm>
          <a:prstGeom prst="roundRect">
            <a:avLst>
              <a:gd name="adj" fmla="val 50000"/>
            </a:avLst>
          </a:prstGeom>
          <a:gradFill>
            <a:gsLst>
              <a:gs pos="20000">
                <a:srgbClr val="2946ED"/>
              </a:gs>
              <a:gs pos="100000">
                <a:srgbClr val="4294FF"/>
              </a:gs>
            </a:gsLst>
            <a:path path="circle">
              <a:fillToRect r="100000" b="100000"/>
            </a:path>
          </a:gradFill>
          <a:ln w="12700" cap="flat" cmpd="sng" algn="ctr">
            <a:noFill/>
            <a:prstDash val="solid"/>
            <a:miter lim="800000"/>
          </a:ln>
          <a:effectLst/>
        </p:spPr>
        <p:txBody>
          <a:bodyPr rot="0" spcFirstLastPara="0" vertOverflow="overflow" horzOverflow="overflow" vert="horz" wrap="square" lIns="216000" tIns="45720" rIns="91440" bIns="45720" numCol="1" spcCol="0" rtlCol="0" fromWordArt="0" anchor="ctr" anchorCtr="0" forceAA="0" compatLnSpc="1">
            <a:noAutofit/>
          </a:bodyPr>
          <a:lstStyle/>
          <a:p>
            <a:pPr algn="ctr"/>
            <a:r>
              <a:rPr lang="zh-CN" altLang="en-US" sz="1600" b="1">
                <a:solidFill>
                  <a:prstClr val="white"/>
                </a:solidFill>
                <a:latin typeface="微软雅黑" panose="020B0503020204020204" pitchFamily="34" charset="-122"/>
                <a:ea typeface="微软雅黑" panose="020B0503020204020204" pitchFamily="34" charset="-122"/>
              </a:rPr>
              <a:t>替换文字</a:t>
            </a:r>
          </a:p>
        </p:txBody>
      </p:sp>
      <p:sp>
        <p:nvSpPr>
          <p:cNvPr id="97" name="流程图: 可选过程 5"/>
          <p:cNvSpPr/>
          <p:nvPr/>
        </p:nvSpPr>
        <p:spPr>
          <a:xfrm>
            <a:off x="7378846" y="3054713"/>
            <a:ext cx="1440000" cy="435600"/>
          </a:xfrm>
          <a:prstGeom prst="roundRect">
            <a:avLst>
              <a:gd name="adj" fmla="val 50000"/>
            </a:avLst>
          </a:prstGeom>
          <a:gradFill>
            <a:gsLst>
              <a:gs pos="20000">
                <a:srgbClr val="2946ED"/>
              </a:gs>
              <a:gs pos="100000">
                <a:srgbClr val="4294FF"/>
              </a:gs>
            </a:gsLst>
            <a:path path="circle">
              <a:fillToRect r="100000" b="100000"/>
            </a:path>
          </a:gradFill>
          <a:ln w="12700" cap="flat" cmpd="sng" algn="ctr">
            <a:noFill/>
            <a:prstDash val="solid"/>
            <a:miter lim="800000"/>
          </a:ln>
          <a:effectLst/>
        </p:spPr>
        <p:txBody>
          <a:bodyPr rot="0" spcFirstLastPara="0" vertOverflow="overflow" horzOverflow="overflow" vert="horz" wrap="square" lIns="216000" tIns="45720" rIns="91440" bIns="45720" numCol="1" spcCol="0" rtlCol="0" fromWordArt="0" anchor="ctr" anchorCtr="0" forceAA="0" compatLnSpc="1">
            <a:noAutofit/>
          </a:bodyPr>
          <a:lstStyle/>
          <a:p>
            <a:pPr algn="ctr"/>
            <a:r>
              <a:rPr lang="zh-CN" altLang="en-US" sz="1600" b="1">
                <a:solidFill>
                  <a:prstClr val="white"/>
                </a:solidFill>
                <a:latin typeface="微软雅黑" panose="020B0503020204020204" pitchFamily="34" charset="-122"/>
                <a:ea typeface="微软雅黑" panose="020B0503020204020204" pitchFamily="34" charset="-122"/>
              </a:rPr>
              <a:t>替换文字</a:t>
            </a:r>
          </a:p>
        </p:txBody>
      </p:sp>
      <p:sp>
        <p:nvSpPr>
          <p:cNvPr id="98" name="流程图: 可选过程 5"/>
          <p:cNvSpPr/>
          <p:nvPr/>
        </p:nvSpPr>
        <p:spPr>
          <a:xfrm>
            <a:off x="7098995" y="4030897"/>
            <a:ext cx="1440000" cy="435600"/>
          </a:xfrm>
          <a:prstGeom prst="roundRect">
            <a:avLst>
              <a:gd name="adj" fmla="val 50000"/>
            </a:avLst>
          </a:prstGeom>
          <a:gradFill>
            <a:gsLst>
              <a:gs pos="20000">
                <a:srgbClr val="2946ED"/>
              </a:gs>
              <a:gs pos="100000">
                <a:srgbClr val="4294FF"/>
              </a:gs>
            </a:gsLst>
            <a:path path="circle">
              <a:fillToRect r="100000" b="100000"/>
            </a:path>
          </a:gradFill>
          <a:ln w="12700" cap="flat" cmpd="sng" algn="ctr">
            <a:noFill/>
            <a:prstDash val="solid"/>
            <a:miter lim="800000"/>
          </a:ln>
          <a:effectLst/>
        </p:spPr>
        <p:txBody>
          <a:bodyPr rot="0" spcFirstLastPara="0" vertOverflow="overflow" horzOverflow="overflow" vert="horz" wrap="square" lIns="216000" tIns="45720" rIns="91440" bIns="45720" numCol="1" spcCol="0" rtlCol="0" fromWordArt="0" anchor="ctr" anchorCtr="0" forceAA="0" compatLnSpc="1">
            <a:noAutofit/>
          </a:bodyPr>
          <a:lstStyle/>
          <a:p>
            <a:pPr algn="ctr"/>
            <a:r>
              <a:rPr lang="zh-CN" altLang="en-US" sz="1600" b="1">
                <a:solidFill>
                  <a:prstClr val="white"/>
                </a:solidFill>
                <a:latin typeface="微软雅黑" panose="020B0503020204020204" pitchFamily="34" charset="-122"/>
                <a:ea typeface="微软雅黑" panose="020B0503020204020204" pitchFamily="34" charset="-122"/>
              </a:rPr>
              <a:t>替换文字</a:t>
            </a:r>
          </a:p>
        </p:txBody>
      </p:sp>
      <p:sp>
        <p:nvSpPr>
          <p:cNvPr id="4" name="矩形: 圆角 50"/>
          <p:cNvSpPr/>
          <p:nvPr/>
        </p:nvSpPr>
        <p:spPr>
          <a:xfrm>
            <a:off x="9241066" y="4151992"/>
            <a:ext cx="2787304" cy="962047"/>
          </a:xfrm>
          <a:prstGeom prst="rect">
            <a:avLst/>
          </a:prstGeom>
          <a:noFill/>
          <a:ln w="3175" cap="flat" cmpd="sng" algn="ctr">
            <a:noFill/>
            <a:prstDash val="solid"/>
            <a:round/>
            <a:headEnd type="none" w="med" len="med"/>
            <a:tailEnd type="none" w="med" len="med"/>
          </a:ln>
          <a:effectLst/>
        </p:spPr>
        <p:txBody>
          <a:bodyPr vert="horz" wrap="square" lIns="81000" tIns="0" rIns="0" bIns="34290" numCol="1" rtlCol="0" anchor="t" anchorCtr="0" compatLnSpc="1">
            <a:noAutofit/>
          </a:bodyPr>
          <a:lstStyle/>
          <a:p>
            <a:pPr marL="171450" indent="-171450" fontAlgn="base">
              <a:lnSpc>
                <a:spcPct val="150000"/>
              </a:lnSpc>
              <a:spcBef>
                <a:spcPct val="0"/>
              </a:spcBef>
              <a:spcAft>
                <a:spcPct val="0"/>
              </a:spcAft>
              <a:buFont typeface="Arial" panose="020B0604020202020204" pitchFamily="34" charset="0"/>
              <a:buChar char="•"/>
              <a:defRPr/>
            </a:pPr>
            <a:r>
              <a:rPr lang="zh-CN" altLang="en-US" sz="1400" b="1">
                <a:gradFill flip="none" rotWithShape="1">
                  <a:gsLst>
                    <a:gs pos="0">
                      <a:srgbClr val="3FAAF9"/>
                    </a:gs>
                    <a:gs pos="74000">
                      <a:srgbClr val="0055FF"/>
                    </a:gs>
                  </a:gsLst>
                  <a:lin ang="16200000" scaled="0"/>
                </a:gradFill>
                <a:latin typeface="微软雅黑" panose="020B0503020204020204" pitchFamily="34" charset="-122"/>
                <a:ea typeface="微软雅黑" panose="020B0503020204020204" pitchFamily="34" charset="-122"/>
              </a:rPr>
              <a:t>点击替换文字</a:t>
            </a:r>
            <a:endParaRPr lang="en-US" altLang="zh-CN" sz="1400" b="1">
              <a:gradFill flip="none" rotWithShape="1">
                <a:gsLst>
                  <a:gs pos="0">
                    <a:srgbClr val="3FAAF9"/>
                  </a:gs>
                  <a:gs pos="74000">
                    <a:srgbClr val="0055FF"/>
                  </a:gs>
                </a:gsLst>
                <a:lin ang="16200000" scaled="0"/>
              </a:gradFill>
              <a:latin typeface="微软雅黑" panose="020B0503020204020204" pitchFamily="34" charset="-122"/>
              <a:ea typeface="微软雅黑" panose="020B0503020204020204" pitchFamily="34" charset="-122"/>
            </a:endParaRPr>
          </a:p>
          <a:p>
            <a:pPr fontAlgn="base">
              <a:lnSpc>
                <a:spcPct val="150000"/>
              </a:lnSpc>
              <a:spcBef>
                <a:spcPct val="0"/>
              </a:spcBef>
              <a:spcAft>
                <a:spcPct val="0"/>
              </a:spcAft>
              <a:defRPr/>
            </a:pPr>
            <a:r>
              <a:rPr lang="zh-CN" altLang="en-US" sz="1200"/>
              <a:t>它是由微传感器、微执行器、信号处理和控制电路、通讯接口和电源</a:t>
            </a:r>
            <a:endParaRPr kumimoji="0" lang="zh-CN" altLang="en-US" sz="1200" b="0" i="0" u="none" strike="noStrike" kern="1200" cap="none" spc="0" normalizeH="0" baseline="0" noProof="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endParaRPr>
          </a:p>
        </p:txBody>
      </p:sp>
      <p:sp>
        <p:nvSpPr>
          <p:cNvPr id="7" name="矩形: 圆角 50"/>
          <p:cNvSpPr/>
          <p:nvPr/>
        </p:nvSpPr>
        <p:spPr>
          <a:xfrm>
            <a:off x="9252355" y="2861493"/>
            <a:ext cx="2787304" cy="962047"/>
          </a:xfrm>
          <a:prstGeom prst="rect">
            <a:avLst/>
          </a:prstGeom>
          <a:noFill/>
          <a:ln w="3175" cap="flat" cmpd="sng" algn="ctr">
            <a:noFill/>
            <a:prstDash val="solid"/>
            <a:round/>
            <a:headEnd type="none" w="med" len="med"/>
            <a:tailEnd type="none" w="med" len="med"/>
          </a:ln>
          <a:effectLst/>
        </p:spPr>
        <p:txBody>
          <a:bodyPr vert="horz" wrap="square" lIns="81000" tIns="0" rIns="0" bIns="34290" numCol="1" rtlCol="0" anchor="t" anchorCtr="0" compatLnSpc="1">
            <a:noAutofit/>
          </a:bodyPr>
          <a:lstStyle/>
          <a:p>
            <a:pPr marL="171450" indent="-171450" fontAlgn="base">
              <a:lnSpc>
                <a:spcPct val="150000"/>
              </a:lnSpc>
              <a:spcBef>
                <a:spcPct val="0"/>
              </a:spcBef>
              <a:spcAft>
                <a:spcPct val="0"/>
              </a:spcAft>
              <a:buFont typeface="Arial" panose="020B0604020202020204" pitchFamily="34" charset="0"/>
              <a:buChar char="•"/>
              <a:defRPr/>
            </a:pPr>
            <a:r>
              <a:rPr lang="zh-CN" altLang="en-US" sz="1400" b="1">
                <a:gradFill flip="none" rotWithShape="1">
                  <a:gsLst>
                    <a:gs pos="0">
                      <a:srgbClr val="3FAAF9"/>
                    </a:gs>
                    <a:gs pos="74000">
                      <a:srgbClr val="0055FF"/>
                    </a:gs>
                  </a:gsLst>
                  <a:lin ang="16200000" scaled="0"/>
                </a:gradFill>
                <a:latin typeface="微软雅黑" panose="020B0503020204020204" pitchFamily="34" charset="-122"/>
                <a:ea typeface="微软雅黑" panose="020B0503020204020204" pitchFamily="34" charset="-122"/>
              </a:rPr>
              <a:t>点击替换文字</a:t>
            </a:r>
            <a:endParaRPr lang="en-US" altLang="zh-CN" sz="1400" b="1">
              <a:gradFill flip="none" rotWithShape="1">
                <a:gsLst>
                  <a:gs pos="0">
                    <a:srgbClr val="3FAAF9"/>
                  </a:gs>
                  <a:gs pos="74000">
                    <a:srgbClr val="0055FF"/>
                  </a:gs>
                </a:gsLst>
                <a:lin ang="16200000" scaled="0"/>
              </a:gradFill>
              <a:latin typeface="微软雅黑" panose="020B0503020204020204" pitchFamily="34" charset="-122"/>
              <a:ea typeface="微软雅黑" panose="020B0503020204020204" pitchFamily="34" charset="-122"/>
            </a:endParaRPr>
          </a:p>
          <a:p>
            <a:pPr fontAlgn="base">
              <a:lnSpc>
                <a:spcPct val="150000"/>
              </a:lnSpc>
              <a:spcBef>
                <a:spcPct val="0"/>
              </a:spcBef>
              <a:spcAft>
                <a:spcPct val="0"/>
              </a:spcAft>
              <a:defRPr/>
            </a:pPr>
            <a:r>
              <a:rPr lang="zh-CN" altLang="en-US" sz="1200"/>
              <a:t>它是由微传感器、微执行器、信号处理和控制电路、通讯接口和电源</a:t>
            </a:r>
            <a:endParaRPr kumimoji="0" lang="zh-CN" altLang="en-US" sz="1200" b="0" i="0" u="none" strike="noStrike" kern="1200" cap="none" spc="0" normalizeH="0" baseline="0" noProof="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endParaRPr>
          </a:p>
        </p:txBody>
      </p:sp>
      <p:sp>
        <p:nvSpPr>
          <p:cNvPr id="8" name="矩形: 圆角 50"/>
          <p:cNvSpPr/>
          <p:nvPr/>
        </p:nvSpPr>
        <p:spPr>
          <a:xfrm>
            <a:off x="9252355" y="1570993"/>
            <a:ext cx="2787304" cy="962047"/>
          </a:xfrm>
          <a:prstGeom prst="rect">
            <a:avLst/>
          </a:prstGeom>
          <a:noFill/>
          <a:ln w="3175" cap="flat" cmpd="sng" algn="ctr">
            <a:noFill/>
            <a:prstDash val="solid"/>
            <a:round/>
            <a:headEnd type="none" w="med" len="med"/>
            <a:tailEnd type="none" w="med" len="med"/>
          </a:ln>
          <a:effectLst/>
        </p:spPr>
        <p:txBody>
          <a:bodyPr vert="horz" wrap="square" lIns="81000" tIns="0" rIns="0" bIns="34290" numCol="1" rtlCol="0" anchor="t" anchorCtr="0" compatLnSpc="1">
            <a:noAutofit/>
          </a:bodyPr>
          <a:lstStyle/>
          <a:p>
            <a:pPr marL="171450" indent="-171450" fontAlgn="base">
              <a:lnSpc>
                <a:spcPct val="150000"/>
              </a:lnSpc>
              <a:spcBef>
                <a:spcPct val="0"/>
              </a:spcBef>
              <a:spcAft>
                <a:spcPct val="0"/>
              </a:spcAft>
              <a:buFont typeface="Arial" panose="020B0604020202020204" pitchFamily="34" charset="0"/>
              <a:buChar char="•"/>
              <a:defRPr/>
            </a:pPr>
            <a:r>
              <a:rPr lang="zh-CN" altLang="en-US" sz="1400" b="1">
                <a:gradFill flip="none" rotWithShape="1">
                  <a:gsLst>
                    <a:gs pos="0">
                      <a:srgbClr val="3FAAF9"/>
                    </a:gs>
                    <a:gs pos="74000">
                      <a:srgbClr val="0055FF"/>
                    </a:gs>
                  </a:gsLst>
                  <a:lin ang="16200000" scaled="0"/>
                </a:gradFill>
                <a:latin typeface="微软雅黑" panose="020B0503020204020204" pitchFamily="34" charset="-122"/>
                <a:ea typeface="微软雅黑" panose="020B0503020204020204" pitchFamily="34" charset="-122"/>
              </a:rPr>
              <a:t>点击替换文字</a:t>
            </a:r>
            <a:endParaRPr lang="en-US" altLang="zh-CN" sz="1400" b="1">
              <a:gradFill flip="none" rotWithShape="1">
                <a:gsLst>
                  <a:gs pos="0">
                    <a:srgbClr val="3FAAF9"/>
                  </a:gs>
                  <a:gs pos="74000">
                    <a:srgbClr val="0055FF"/>
                  </a:gs>
                </a:gsLst>
                <a:lin ang="16200000" scaled="0"/>
              </a:gradFill>
              <a:latin typeface="微软雅黑" panose="020B0503020204020204" pitchFamily="34" charset="-122"/>
              <a:ea typeface="微软雅黑" panose="020B0503020204020204" pitchFamily="34" charset="-122"/>
            </a:endParaRPr>
          </a:p>
          <a:p>
            <a:pPr fontAlgn="base">
              <a:lnSpc>
                <a:spcPct val="150000"/>
              </a:lnSpc>
              <a:spcBef>
                <a:spcPct val="0"/>
              </a:spcBef>
              <a:spcAft>
                <a:spcPct val="0"/>
              </a:spcAft>
              <a:defRPr/>
            </a:pPr>
            <a:r>
              <a:rPr lang="zh-CN" altLang="en-US" sz="1200"/>
              <a:t>它是由微传感器、微执行器、信号处理和控制电路、通讯接口和电源</a:t>
            </a:r>
            <a:endParaRPr kumimoji="0" lang="zh-CN" altLang="en-US" sz="1200" b="0" i="0" u="none" strike="noStrike" kern="1200" cap="none" spc="0" normalizeH="0" baseline="0" noProof="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endParaRPr>
          </a:p>
        </p:txBody>
      </p:sp>
      <p:sp>
        <p:nvSpPr>
          <p:cNvPr id="3" name="文本框 2"/>
          <p:cNvSpPr txBox="1"/>
          <p:nvPr/>
        </p:nvSpPr>
        <p:spPr>
          <a:xfrm>
            <a:off x="287077" y="3328767"/>
            <a:ext cx="1224000" cy="276999"/>
          </a:xfrm>
          <a:prstGeom prst="rect">
            <a:avLst/>
          </a:prstGeom>
          <a:noFill/>
        </p:spPr>
        <p:txBody>
          <a:bodyPr wrap="square" lIns="0" rIns="0" rtlCol="0">
            <a:spAutoFit/>
          </a:bodyPr>
          <a:lstStyle/>
          <a:p>
            <a:pPr algn="ctr"/>
            <a:r>
              <a:rPr lang="zh-CN" altLang="en-US" sz="1200">
                <a:latin typeface="微软雅黑" panose="020B0503020204020204" pitchFamily="34" charset="-122"/>
                <a:ea typeface="微软雅黑" panose="020B0503020204020204" pitchFamily="34" charset="-122"/>
              </a:rPr>
              <a:t>点击替换文字</a:t>
            </a:r>
          </a:p>
        </p:txBody>
      </p:sp>
      <p:sp>
        <p:nvSpPr>
          <p:cNvPr id="6" name="文本框 5"/>
          <p:cNvSpPr txBox="1"/>
          <p:nvPr/>
        </p:nvSpPr>
        <p:spPr>
          <a:xfrm>
            <a:off x="287077" y="4569670"/>
            <a:ext cx="1224000" cy="276999"/>
          </a:xfrm>
          <a:prstGeom prst="rect">
            <a:avLst/>
          </a:prstGeom>
          <a:noFill/>
        </p:spPr>
        <p:txBody>
          <a:bodyPr wrap="square" lIns="0" rIns="0" rtlCol="0">
            <a:spAutoFit/>
          </a:bodyPr>
          <a:lstStyle/>
          <a:p>
            <a:pPr algn="ctr"/>
            <a:r>
              <a:rPr lang="zh-CN" altLang="en-US" sz="1200">
                <a:latin typeface="微软雅黑" panose="020B0503020204020204" pitchFamily="34" charset="-122"/>
                <a:ea typeface="微软雅黑" panose="020B0503020204020204" pitchFamily="34" charset="-122"/>
              </a:rPr>
              <a:t>点击替换文字</a:t>
            </a:r>
          </a:p>
        </p:txBody>
      </p:sp>
      <p:sp>
        <p:nvSpPr>
          <p:cNvPr id="10" name="文本框 9"/>
          <p:cNvSpPr txBox="1"/>
          <p:nvPr/>
        </p:nvSpPr>
        <p:spPr>
          <a:xfrm>
            <a:off x="1921072" y="2114443"/>
            <a:ext cx="1224000" cy="276999"/>
          </a:xfrm>
          <a:prstGeom prst="rect">
            <a:avLst/>
          </a:prstGeom>
          <a:noFill/>
        </p:spPr>
        <p:txBody>
          <a:bodyPr wrap="square" lIns="0" rIns="0" rtlCol="0">
            <a:spAutoFit/>
          </a:bodyPr>
          <a:lstStyle/>
          <a:p>
            <a:pPr algn="ctr"/>
            <a:r>
              <a:rPr lang="zh-CN" altLang="en-US" sz="1200">
                <a:latin typeface="微软雅黑" panose="020B0503020204020204" pitchFamily="34" charset="-122"/>
                <a:ea typeface="微软雅黑" panose="020B0503020204020204" pitchFamily="34" charset="-122"/>
              </a:rPr>
              <a:t>点击替换文字</a:t>
            </a:r>
          </a:p>
        </p:txBody>
      </p:sp>
      <p:sp>
        <p:nvSpPr>
          <p:cNvPr id="11" name="文本框 10"/>
          <p:cNvSpPr txBox="1"/>
          <p:nvPr/>
        </p:nvSpPr>
        <p:spPr>
          <a:xfrm>
            <a:off x="1921072" y="3328767"/>
            <a:ext cx="1224000" cy="276999"/>
          </a:xfrm>
          <a:prstGeom prst="rect">
            <a:avLst/>
          </a:prstGeom>
          <a:noFill/>
        </p:spPr>
        <p:txBody>
          <a:bodyPr wrap="square" lIns="0" rIns="0" rtlCol="0">
            <a:spAutoFit/>
          </a:bodyPr>
          <a:lstStyle/>
          <a:p>
            <a:pPr algn="ctr"/>
            <a:r>
              <a:rPr lang="zh-CN" altLang="en-US" sz="1200">
                <a:latin typeface="微软雅黑" panose="020B0503020204020204" pitchFamily="34" charset="-122"/>
                <a:ea typeface="微软雅黑" panose="020B0503020204020204" pitchFamily="34" charset="-122"/>
              </a:rPr>
              <a:t>点击替换文字</a:t>
            </a:r>
          </a:p>
        </p:txBody>
      </p:sp>
      <p:sp>
        <p:nvSpPr>
          <p:cNvPr id="13" name="文本框 12"/>
          <p:cNvSpPr txBox="1"/>
          <p:nvPr/>
        </p:nvSpPr>
        <p:spPr>
          <a:xfrm>
            <a:off x="1921072" y="4569670"/>
            <a:ext cx="1224000" cy="276999"/>
          </a:xfrm>
          <a:prstGeom prst="rect">
            <a:avLst/>
          </a:prstGeom>
          <a:noFill/>
        </p:spPr>
        <p:txBody>
          <a:bodyPr wrap="square" lIns="0" rIns="0" rtlCol="0">
            <a:spAutoFit/>
          </a:bodyPr>
          <a:lstStyle/>
          <a:p>
            <a:pPr algn="ctr"/>
            <a:r>
              <a:rPr lang="zh-CN" altLang="en-US" sz="1200">
                <a:latin typeface="微软雅黑" panose="020B0503020204020204" pitchFamily="34" charset="-122"/>
                <a:ea typeface="微软雅黑" panose="020B0503020204020204" pitchFamily="34" charset="-122"/>
              </a:rPr>
              <a:t>点击替换文字</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标题 103"/>
          <p:cNvSpPr>
            <a:spLocks noGrp="1"/>
          </p:cNvSpPr>
          <p:nvPr>
            <p:ph type="title"/>
          </p:nvPr>
        </p:nvSpPr>
        <p:spPr>
          <a:xfrm>
            <a:off x="632137" y="245670"/>
            <a:ext cx="6695941" cy="402674"/>
          </a:xfrm>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Helvetica85-Heavy"/>
                <a:ea typeface="汉仪综艺体简" panose="02010609000101010101" pitchFamily="49" charset="-122"/>
                <a:cs typeface="+mn-cs"/>
              </a:rPr>
              <a:t>物联网产品介绍</a:t>
            </a:r>
          </a:p>
        </p:txBody>
      </p:sp>
      <p:sp>
        <p:nvSpPr>
          <p:cNvPr id="107" name="文本框 106"/>
          <p:cNvSpPr txBox="1"/>
          <p:nvPr/>
        </p:nvSpPr>
        <p:spPr>
          <a:xfrm>
            <a:off x="625557" y="611269"/>
            <a:ext cx="2784993" cy="276999"/>
          </a:xfrm>
          <a:prstGeom prst="rect">
            <a:avLst/>
          </a:prstGeom>
          <a:noFill/>
        </p:spPr>
        <p:txBody>
          <a:bodyPr wrap="none" rtlCol="0">
            <a:spAutoFit/>
          </a:bodyPr>
          <a:lstStyle>
            <a:defPPr>
              <a:defRPr lang="zh-CN"/>
            </a:defPPr>
            <a:lvl1pPr>
              <a:defRPr sz="1400">
                <a:solidFill>
                  <a:schemeClr val="bg1">
                    <a:lumMod val="65000"/>
                  </a:schemeClr>
                </a:solidFill>
                <a:effectLst/>
                <a:latin typeface="微软雅黑 Light" panose="020B0502040204020203" pitchFamily="34" charset="-122"/>
                <a:ea typeface="微软雅黑 Light" panose="020B0502040204020203" pitchFamily="34" charset="-122"/>
                <a:cs typeface="阿里巴巴普惠体 M" panose="00020600040101010101" pitchFamily="18"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altLang="zh-CN" sz="1200" spc="300"/>
              <a:t>Design Project Directory</a:t>
            </a:r>
          </a:p>
        </p:txBody>
      </p:sp>
      <p:sp>
        <p:nvSpPr>
          <p:cNvPr id="276" name="矩形: 圆角 11"/>
          <p:cNvSpPr/>
          <p:nvPr/>
        </p:nvSpPr>
        <p:spPr>
          <a:xfrm>
            <a:off x="1130300" y="2258347"/>
            <a:ext cx="2603500" cy="3962400"/>
          </a:xfrm>
          <a:prstGeom prst="roundRect">
            <a:avLst>
              <a:gd name="adj" fmla="val 2575"/>
            </a:avLst>
          </a:prstGeom>
          <a:solidFill>
            <a:srgbClr val="055CF9">
              <a:alpha val="30000"/>
            </a:srgbClr>
          </a:solidFill>
          <a:ln w="6350" cap="flat">
            <a:noFill/>
            <a:prstDash val="solid"/>
            <a:miter/>
          </a:ln>
          <a:effectLst>
            <a:outerShdw blurRad="736600" sx="102000" sy="102000" algn="ctr" rotWithShape="0">
              <a:srgbClr val="045CF9">
                <a:alpha val="45000"/>
              </a:srgbClr>
            </a:outerShdw>
          </a:effectLst>
        </p:spPr>
        <p:txBody>
          <a:bodyPr rtlCol="0" anchor="ctr"/>
          <a:lstStyle/>
          <a:p>
            <a:endParaRPr lang="en-US">
              <a:latin typeface="+mn-ea"/>
            </a:endParaRPr>
          </a:p>
        </p:txBody>
      </p:sp>
      <p:sp>
        <p:nvSpPr>
          <p:cNvPr id="277" name="矩形: 圆角 12"/>
          <p:cNvSpPr/>
          <p:nvPr/>
        </p:nvSpPr>
        <p:spPr>
          <a:xfrm>
            <a:off x="889000" y="1832897"/>
            <a:ext cx="3086100" cy="3962400"/>
          </a:xfrm>
          <a:prstGeom prst="roundRect">
            <a:avLst>
              <a:gd name="adj" fmla="val 2950"/>
            </a:avLst>
          </a:prstGeom>
          <a:gradFill>
            <a:gsLst>
              <a:gs pos="20000">
                <a:srgbClr val="2946ED"/>
              </a:gs>
              <a:gs pos="100000">
                <a:srgbClr val="4294FF"/>
              </a:gs>
            </a:gsLst>
            <a:path path="circle">
              <a:fillToRect r="100000" b="100000"/>
            </a:path>
          </a:gradFill>
          <a:ln w="12700" cap="flat" cmpd="sng" algn="ctr">
            <a:noFill/>
            <a:prstDash val="solid"/>
            <a:miter lim="800000"/>
          </a:ln>
          <a:effectLst/>
        </p:spPr>
        <p:txBody>
          <a:bodyPr rot="0" spcFirstLastPara="0" vertOverflow="overflow" horzOverflow="overflow" vert="horz" wrap="square" lIns="216000" tIns="45720" rIns="91440" bIns="45720" numCol="1" spcCol="0" rtlCol="0" fromWordArt="0" anchor="ctr" anchorCtr="0" forceAA="0" compatLnSpc="1">
            <a:noAutofit/>
          </a:bodyPr>
          <a:lstStyle/>
          <a:p>
            <a:pPr algn="ctr"/>
            <a:endParaRPr lang="en-US" sz="1600" b="1">
              <a:solidFill>
                <a:prstClr val="white"/>
              </a:solidFill>
              <a:latin typeface="微软雅黑" panose="020B0503020204020204" pitchFamily="34" charset="-122"/>
              <a:ea typeface="微软雅黑" panose="020B0503020204020204" pitchFamily="34" charset="-122"/>
            </a:endParaRPr>
          </a:p>
        </p:txBody>
      </p:sp>
      <p:sp>
        <p:nvSpPr>
          <p:cNvPr id="278" name="矩形: 圆角 13"/>
          <p:cNvSpPr/>
          <p:nvPr/>
        </p:nvSpPr>
        <p:spPr>
          <a:xfrm>
            <a:off x="1022350" y="2055147"/>
            <a:ext cx="2819400" cy="3962400"/>
          </a:xfrm>
          <a:prstGeom prst="roundRect">
            <a:avLst>
              <a:gd name="adj" fmla="val 3053"/>
            </a:avLst>
          </a:prstGeom>
          <a:solidFill>
            <a:srgbClr val="055CF9">
              <a:alpha val="50000"/>
            </a:srgbClr>
          </a:solidFill>
          <a:ln w="6350" cap="flat">
            <a:noFill/>
            <a:prstDash val="solid"/>
            <a:miter/>
          </a:ln>
          <a:effectLst>
            <a:outerShdw blurRad="736600" sx="102000" sy="102000" algn="ctr" rotWithShape="0">
              <a:srgbClr val="045CF9">
                <a:alpha val="45000"/>
              </a:srgbClr>
            </a:outerShdw>
          </a:effectLst>
        </p:spPr>
        <p:txBody>
          <a:bodyPr rtlCol="0" anchor="ctr"/>
          <a:lstStyle/>
          <a:p>
            <a:endParaRPr lang="en-US">
              <a:latin typeface="+mn-ea"/>
            </a:endParaRPr>
          </a:p>
        </p:txBody>
      </p:sp>
      <p:sp>
        <p:nvSpPr>
          <p:cNvPr id="279" name="矩形: 圆角 14"/>
          <p:cNvSpPr/>
          <p:nvPr/>
        </p:nvSpPr>
        <p:spPr>
          <a:xfrm>
            <a:off x="4743450" y="2258347"/>
            <a:ext cx="2603500" cy="3962400"/>
          </a:xfrm>
          <a:prstGeom prst="roundRect">
            <a:avLst>
              <a:gd name="adj" fmla="val 3659"/>
            </a:avLst>
          </a:prstGeom>
          <a:solidFill>
            <a:schemeClr val="bg1"/>
          </a:solidFill>
          <a:ln w="6350" cap="flat">
            <a:noFill/>
            <a:prstDash val="solid"/>
            <a:miter/>
          </a:ln>
          <a:effectLst>
            <a:outerShdw blurRad="736600" sx="102000" sy="102000" algn="ctr" rotWithShape="0">
              <a:srgbClr val="234281">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a:latin typeface="+mn-ea"/>
            </a:endParaRPr>
          </a:p>
        </p:txBody>
      </p:sp>
      <p:sp>
        <p:nvSpPr>
          <p:cNvPr id="280" name="矩形: 圆角 15"/>
          <p:cNvSpPr/>
          <p:nvPr/>
        </p:nvSpPr>
        <p:spPr>
          <a:xfrm>
            <a:off x="4635500" y="2055147"/>
            <a:ext cx="2819400" cy="3962400"/>
          </a:xfrm>
          <a:prstGeom prst="roundRect">
            <a:avLst>
              <a:gd name="adj" fmla="val 3153"/>
            </a:avLst>
          </a:prstGeom>
          <a:solidFill>
            <a:schemeClr val="bg1"/>
          </a:solidFill>
          <a:ln w="6350" cap="flat">
            <a:noFill/>
            <a:prstDash val="solid"/>
            <a:miter/>
          </a:ln>
          <a:effectLst>
            <a:outerShdw blurRad="736600" sx="102000" sy="102000" algn="ctr" rotWithShape="0">
              <a:srgbClr val="234281">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a:latin typeface="+mn-ea"/>
            </a:endParaRPr>
          </a:p>
        </p:txBody>
      </p:sp>
      <p:sp>
        <p:nvSpPr>
          <p:cNvPr id="281" name="矩形: 圆角 16"/>
          <p:cNvSpPr/>
          <p:nvPr/>
        </p:nvSpPr>
        <p:spPr>
          <a:xfrm>
            <a:off x="4540250" y="1832897"/>
            <a:ext cx="3086100" cy="3962400"/>
          </a:xfrm>
          <a:prstGeom prst="roundRect">
            <a:avLst>
              <a:gd name="adj" fmla="val 3224"/>
            </a:avLst>
          </a:prstGeom>
          <a:solidFill>
            <a:schemeClr val="bg1"/>
          </a:solidFill>
          <a:ln w="6350" cap="flat">
            <a:noFill/>
            <a:prstDash val="solid"/>
            <a:miter/>
          </a:ln>
          <a:effectLst>
            <a:outerShdw blurRad="736600" sx="102000" sy="102000" algn="ctr" rotWithShape="0">
              <a:srgbClr val="234281">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a:latin typeface="+mn-ea"/>
            </a:endParaRPr>
          </a:p>
        </p:txBody>
      </p:sp>
      <p:sp>
        <p:nvSpPr>
          <p:cNvPr id="282" name="矩形: 圆角 17"/>
          <p:cNvSpPr/>
          <p:nvPr/>
        </p:nvSpPr>
        <p:spPr>
          <a:xfrm>
            <a:off x="8407400" y="2258347"/>
            <a:ext cx="2832100" cy="3962400"/>
          </a:xfrm>
          <a:prstGeom prst="roundRect">
            <a:avLst>
              <a:gd name="adj" fmla="val 3214"/>
            </a:avLst>
          </a:prstGeom>
          <a:solidFill>
            <a:schemeClr val="bg1"/>
          </a:solidFill>
          <a:ln w="6350" cap="flat">
            <a:noFill/>
            <a:prstDash val="solid"/>
            <a:miter/>
          </a:ln>
          <a:effectLst>
            <a:outerShdw blurRad="736600" sx="102000" sy="102000" algn="ctr" rotWithShape="0">
              <a:srgbClr val="234281">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a:latin typeface="+mn-ea"/>
            </a:endParaRPr>
          </a:p>
        </p:txBody>
      </p:sp>
      <p:sp>
        <p:nvSpPr>
          <p:cNvPr id="283" name="矩形: 圆角 18"/>
          <p:cNvSpPr/>
          <p:nvPr/>
        </p:nvSpPr>
        <p:spPr>
          <a:xfrm>
            <a:off x="8286750" y="2055147"/>
            <a:ext cx="3073400" cy="3962400"/>
          </a:xfrm>
          <a:prstGeom prst="roundRect">
            <a:avLst>
              <a:gd name="adj" fmla="val 2066"/>
            </a:avLst>
          </a:prstGeom>
          <a:solidFill>
            <a:schemeClr val="bg1"/>
          </a:solidFill>
          <a:ln w="6350" cap="flat">
            <a:noFill/>
            <a:prstDash val="solid"/>
            <a:miter/>
          </a:ln>
          <a:effectLst>
            <a:outerShdw blurRad="736600" sx="102000" sy="102000" algn="ctr" rotWithShape="0">
              <a:srgbClr val="234281">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a:latin typeface="+mn-ea"/>
            </a:endParaRPr>
          </a:p>
        </p:txBody>
      </p:sp>
      <p:sp>
        <p:nvSpPr>
          <p:cNvPr id="284" name="矩形: 圆角 19"/>
          <p:cNvSpPr/>
          <p:nvPr/>
        </p:nvSpPr>
        <p:spPr>
          <a:xfrm>
            <a:off x="8191500" y="1832897"/>
            <a:ext cx="3270250" cy="3962400"/>
          </a:xfrm>
          <a:prstGeom prst="roundRect">
            <a:avLst>
              <a:gd name="adj" fmla="val 4240"/>
            </a:avLst>
          </a:prstGeom>
          <a:solidFill>
            <a:schemeClr val="bg1"/>
          </a:solidFill>
          <a:ln w="6350" cap="flat">
            <a:noFill/>
            <a:prstDash val="solid"/>
            <a:miter/>
          </a:ln>
          <a:effectLst>
            <a:outerShdw blurRad="736600" sx="102000" sy="102000" algn="ctr" rotWithShape="0">
              <a:srgbClr val="234281">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a:latin typeface="+mn-ea"/>
            </a:endParaRPr>
          </a:p>
        </p:txBody>
      </p:sp>
      <p:sp>
        <p:nvSpPr>
          <p:cNvPr id="285" name="任意多边形: 形状 21"/>
          <p:cNvSpPr/>
          <p:nvPr/>
        </p:nvSpPr>
        <p:spPr>
          <a:xfrm>
            <a:off x="4546600" y="2709197"/>
            <a:ext cx="3079750" cy="698500"/>
          </a:xfrm>
          <a:prstGeom prst="roundRect">
            <a:avLst>
              <a:gd name="adj" fmla="val 9394"/>
            </a:avLst>
          </a:prstGeom>
          <a:solidFill>
            <a:schemeClr val="bg1"/>
          </a:solidFill>
          <a:ln w="12700" cap="flat">
            <a:solidFill>
              <a:schemeClr val="bg1">
                <a:lumMod val="85000"/>
              </a:schemeClr>
            </a:solidFill>
            <a:prstDash val="lgDash"/>
            <a:miter/>
          </a:ln>
          <a:effectLst>
            <a:outerShdw blurRad="698500" dist="152400" dir="5400000" algn="t" rotWithShape="0">
              <a:srgbClr val="043CA0">
                <a:alpha val="13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a:latin typeface="+mn-ea"/>
            </a:endParaRPr>
          </a:p>
        </p:txBody>
      </p:sp>
      <p:sp>
        <p:nvSpPr>
          <p:cNvPr id="286" name="任意多边形: 形状 24"/>
          <p:cNvSpPr/>
          <p:nvPr/>
        </p:nvSpPr>
        <p:spPr>
          <a:xfrm>
            <a:off x="8191500" y="2709197"/>
            <a:ext cx="3270250" cy="698500"/>
          </a:xfrm>
          <a:prstGeom prst="roundRect">
            <a:avLst>
              <a:gd name="adj" fmla="val 10303"/>
            </a:avLst>
          </a:prstGeom>
          <a:solidFill>
            <a:schemeClr val="bg1"/>
          </a:solidFill>
          <a:ln w="12700" cap="flat">
            <a:solidFill>
              <a:schemeClr val="bg1">
                <a:lumMod val="85000"/>
              </a:schemeClr>
            </a:solidFill>
            <a:prstDash val="lgDash"/>
            <a:miter/>
          </a:ln>
          <a:effectLst>
            <a:outerShdw blurRad="698500" dist="152400" dir="5400000" algn="t" rotWithShape="0">
              <a:srgbClr val="043CA0">
                <a:alpha val="13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a:latin typeface="+mn-ea"/>
            </a:endParaRPr>
          </a:p>
        </p:txBody>
      </p:sp>
      <p:sp>
        <p:nvSpPr>
          <p:cNvPr id="287" name="矩形: 圆角 33"/>
          <p:cNvSpPr/>
          <p:nvPr/>
        </p:nvSpPr>
        <p:spPr>
          <a:xfrm>
            <a:off x="876324" y="2748005"/>
            <a:ext cx="3098775" cy="698500"/>
          </a:xfrm>
          <a:prstGeom prst="roundRect">
            <a:avLst>
              <a:gd name="adj" fmla="val 6537"/>
            </a:avLst>
          </a:prstGeom>
          <a:solidFill>
            <a:srgbClr val="4794FF"/>
          </a:solidFill>
          <a:ln w="6350" cap="flat">
            <a:solidFill>
              <a:schemeClr val="bg1"/>
            </a:solidFill>
            <a:prstDash val="solid"/>
            <a:miter/>
          </a:ln>
          <a:effectLst>
            <a:outerShdw blurRad="762000" sx="102000" sy="102000" algn="ctr" rotWithShape="0">
              <a:prstClr val="black">
                <a:alpha val="19000"/>
              </a:prstClr>
            </a:outerShdw>
          </a:effectLst>
        </p:spPr>
        <p:txBody>
          <a:bodyPr rtlCol="0" anchor="ctr"/>
          <a:lstStyle/>
          <a:p>
            <a:endParaRPr lang="en-US">
              <a:latin typeface="+mn-ea"/>
            </a:endParaRPr>
          </a:p>
        </p:txBody>
      </p:sp>
      <p:sp>
        <p:nvSpPr>
          <p:cNvPr id="288" name="文本框 287"/>
          <p:cNvSpPr txBox="1"/>
          <p:nvPr/>
        </p:nvSpPr>
        <p:spPr>
          <a:xfrm>
            <a:off x="520316" y="1098477"/>
            <a:ext cx="11521103" cy="338554"/>
          </a:xfrm>
          <a:prstGeom prst="rect">
            <a:avLst/>
          </a:prstGeom>
          <a:noFill/>
        </p:spPr>
        <p:txBody>
          <a:bodyPr wrap="none" rtlCol="0">
            <a:spAutoFit/>
          </a:bodyPr>
          <a:lstStyle/>
          <a:p>
            <a:r>
              <a:rPr lang="zh-CN" altLang="en-US" sz="1600" spc="100">
                <a:solidFill>
                  <a:srgbClr val="221B44"/>
                </a:solidFill>
                <a:latin typeface="+mn-ea"/>
                <a:cs typeface="OPPOSans R" panose="00020600040101010101" pitchFamily="18" charset="-122"/>
              </a:rPr>
              <a:t>因为项目目标是提升用户在直播间的互动率，因此我们选择互动率较高的娱乐类直播平台作为互动功能分析的主要对象</a:t>
            </a:r>
            <a:endParaRPr lang="en-US" sz="1600" spc="100">
              <a:solidFill>
                <a:srgbClr val="221B44"/>
              </a:solidFill>
              <a:latin typeface="+mn-ea"/>
              <a:cs typeface="OPPOSans R" panose="00020600040101010101" pitchFamily="18" charset="-122"/>
            </a:endParaRPr>
          </a:p>
        </p:txBody>
      </p:sp>
      <p:sp>
        <p:nvSpPr>
          <p:cNvPr id="289" name="文本框 288"/>
          <p:cNvSpPr txBox="1"/>
          <p:nvPr/>
        </p:nvSpPr>
        <p:spPr>
          <a:xfrm>
            <a:off x="1170368" y="2163991"/>
            <a:ext cx="1018227" cy="276999"/>
          </a:xfrm>
          <a:prstGeom prst="rect">
            <a:avLst/>
          </a:prstGeom>
          <a:noFill/>
        </p:spPr>
        <p:txBody>
          <a:bodyPr wrap="none" rtlCol="0">
            <a:spAutoFit/>
          </a:bodyPr>
          <a:lstStyle/>
          <a:p>
            <a:r>
              <a:rPr lang="zh-CN" altLang="en-US" sz="1200" spc="100">
                <a:solidFill>
                  <a:schemeClr val="bg1"/>
                </a:solidFill>
                <a:latin typeface="+mn-ea"/>
                <a:cs typeface="OPPOSans H" panose="00020600040101010101" pitchFamily="18" charset="-122"/>
              </a:rPr>
              <a:t>使用场景：</a:t>
            </a:r>
            <a:endParaRPr lang="en-US" sz="1200" spc="100">
              <a:solidFill>
                <a:schemeClr val="bg1"/>
              </a:solidFill>
              <a:latin typeface="+mn-ea"/>
              <a:cs typeface="OPPOSans H" panose="00020600040101010101" pitchFamily="18" charset="-122"/>
            </a:endParaRPr>
          </a:p>
        </p:txBody>
      </p:sp>
      <p:sp>
        <p:nvSpPr>
          <p:cNvPr id="290" name="文本框 289"/>
          <p:cNvSpPr txBox="1"/>
          <p:nvPr/>
        </p:nvSpPr>
        <p:spPr>
          <a:xfrm>
            <a:off x="1978772" y="2163991"/>
            <a:ext cx="492443" cy="261610"/>
          </a:xfrm>
          <a:prstGeom prst="rect">
            <a:avLst/>
          </a:prstGeom>
          <a:noFill/>
        </p:spPr>
        <p:txBody>
          <a:bodyPr wrap="none" rtlCol="0">
            <a:spAutoFit/>
          </a:bodyPr>
          <a:lstStyle/>
          <a:p>
            <a:r>
              <a:rPr lang="zh-CN" altLang="en-US" sz="1100" spc="100">
                <a:solidFill>
                  <a:schemeClr val="bg1"/>
                </a:solidFill>
                <a:latin typeface="+mn-ea"/>
                <a:cs typeface="OPPOSans R" panose="00020600040101010101" pitchFamily="18" charset="-122"/>
              </a:rPr>
              <a:t>说话</a:t>
            </a:r>
            <a:endParaRPr lang="en-US" sz="1100" spc="100">
              <a:solidFill>
                <a:schemeClr val="bg1"/>
              </a:solidFill>
              <a:latin typeface="+mn-ea"/>
              <a:cs typeface="OPPOSans R" panose="00020600040101010101" pitchFamily="18" charset="-122"/>
            </a:endParaRPr>
          </a:p>
        </p:txBody>
      </p:sp>
      <p:sp>
        <p:nvSpPr>
          <p:cNvPr id="291" name="文本框 290"/>
          <p:cNvSpPr txBox="1"/>
          <p:nvPr/>
        </p:nvSpPr>
        <p:spPr>
          <a:xfrm>
            <a:off x="1164360" y="2812744"/>
            <a:ext cx="1059906" cy="276999"/>
          </a:xfrm>
          <a:prstGeom prst="rect">
            <a:avLst/>
          </a:prstGeom>
          <a:noFill/>
        </p:spPr>
        <p:txBody>
          <a:bodyPr wrap="none" rtlCol="0">
            <a:spAutoFit/>
          </a:bodyPr>
          <a:lstStyle/>
          <a:p>
            <a:r>
              <a:rPr lang="en-US" altLang="zh-CN" sz="1200" spc="100">
                <a:solidFill>
                  <a:schemeClr val="bg1"/>
                </a:solidFill>
                <a:latin typeface="+mn-ea"/>
                <a:cs typeface="OPPOSans H" panose="00020600040101010101" pitchFamily="18" charset="-122"/>
              </a:rPr>
              <a:t>APP</a:t>
            </a:r>
            <a:r>
              <a:rPr lang="zh-CN" altLang="en-US" sz="1200" spc="100">
                <a:solidFill>
                  <a:schemeClr val="bg1"/>
                </a:solidFill>
                <a:latin typeface="+mn-ea"/>
                <a:cs typeface="OPPOSans H" panose="00020600040101010101" pitchFamily="18" charset="-122"/>
              </a:rPr>
              <a:t>名称：</a:t>
            </a:r>
            <a:endParaRPr lang="en-US" sz="1200" spc="100">
              <a:solidFill>
                <a:schemeClr val="bg1"/>
              </a:solidFill>
              <a:latin typeface="+mn-ea"/>
              <a:cs typeface="OPPOSans H" panose="00020600040101010101" pitchFamily="18" charset="-122"/>
            </a:endParaRPr>
          </a:p>
        </p:txBody>
      </p:sp>
      <p:sp>
        <p:nvSpPr>
          <p:cNvPr id="292" name="文本框 291"/>
          <p:cNvSpPr txBox="1"/>
          <p:nvPr/>
        </p:nvSpPr>
        <p:spPr>
          <a:xfrm>
            <a:off x="1164360" y="3082889"/>
            <a:ext cx="1146468" cy="261610"/>
          </a:xfrm>
          <a:prstGeom prst="rect">
            <a:avLst/>
          </a:prstGeom>
          <a:noFill/>
        </p:spPr>
        <p:txBody>
          <a:bodyPr wrap="none" rtlCol="0">
            <a:spAutoFit/>
          </a:bodyPr>
          <a:lstStyle/>
          <a:p>
            <a:r>
              <a:rPr lang="zh-CN" altLang="en-US" sz="1100" spc="100">
                <a:solidFill>
                  <a:schemeClr val="bg1"/>
                </a:solidFill>
                <a:latin typeface="+mn-ea"/>
                <a:cs typeface="OPPOSans R" panose="00020600040101010101" pitchFamily="18" charset="-122"/>
              </a:rPr>
              <a:t>腾讯</a:t>
            </a:r>
            <a:r>
              <a:rPr lang="en-US" altLang="zh-CN" sz="1100" spc="100">
                <a:solidFill>
                  <a:schemeClr val="bg1"/>
                </a:solidFill>
                <a:latin typeface="+mn-ea"/>
                <a:cs typeface="OPPOSans R" panose="00020600040101010101" pitchFamily="18" charset="-122"/>
              </a:rPr>
              <a:t>Now</a:t>
            </a:r>
            <a:r>
              <a:rPr lang="zh-CN" altLang="en-US" sz="1100" spc="100">
                <a:solidFill>
                  <a:schemeClr val="bg1"/>
                </a:solidFill>
                <a:latin typeface="+mn-ea"/>
                <a:cs typeface="OPPOSans R" panose="00020600040101010101" pitchFamily="18" charset="-122"/>
              </a:rPr>
              <a:t>直播</a:t>
            </a:r>
            <a:endParaRPr lang="en-US" sz="1100" spc="100">
              <a:solidFill>
                <a:schemeClr val="bg1"/>
              </a:solidFill>
              <a:latin typeface="+mn-ea"/>
              <a:cs typeface="OPPOSans R" panose="00020600040101010101" pitchFamily="18" charset="-122"/>
            </a:endParaRPr>
          </a:p>
        </p:txBody>
      </p:sp>
      <p:sp>
        <p:nvSpPr>
          <p:cNvPr id="293" name="文本框 292"/>
          <p:cNvSpPr txBox="1"/>
          <p:nvPr/>
        </p:nvSpPr>
        <p:spPr>
          <a:xfrm>
            <a:off x="1164360" y="3591757"/>
            <a:ext cx="1018227" cy="276999"/>
          </a:xfrm>
          <a:prstGeom prst="rect">
            <a:avLst/>
          </a:prstGeom>
          <a:noFill/>
        </p:spPr>
        <p:txBody>
          <a:bodyPr wrap="none" rtlCol="0">
            <a:spAutoFit/>
          </a:bodyPr>
          <a:lstStyle/>
          <a:p>
            <a:r>
              <a:rPr lang="zh-CN" altLang="en-US" sz="1200" spc="100">
                <a:solidFill>
                  <a:schemeClr val="bg1"/>
                </a:solidFill>
                <a:latin typeface="+mn-ea"/>
                <a:cs typeface="OPPOSans H" panose="00020600040101010101" pitchFamily="18" charset="-122"/>
              </a:rPr>
              <a:t>特色功能：</a:t>
            </a:r>
            <a:endParaRPr lang="en-US" sz="1200" spc="100">
              <a:solidFill>
                <a:schemeClr val="bg1"/>
              </a:solidFill>
              <a:latin typeface="+mn-ea"/>
              <a:cs typeface="OPPOSans H" panose="00020600040101010101" pitchFamily="18" charset="-122"/>
            </a:endParaRPr>
          </a:p>
        </p:txBody>
      </p:sp>
      <p:sp>
        <p:nvSpPr>
          <p:cNvPr id="294" name="文本框 293"/>
          <p:cNvSpPr txBox="1"/>
          <p:nvPr/>
        </p:nvSpPr>
        <p:spPr>
          <a:xfrm>
            <a:off x="1972764" y="3591757"/>
            <a:ext cx="800219" cy="261610"/>
          </a:xfrm>
          <a:prstGeom prst="rect">
            <a:avLst/>
          </a:prstGeom>
          <a:noFill/>
        </p:spPr>
        <p:txBody>
          <a:bodyPr wrap="none" rtlCol="0">
            <a:spAutoFit/>
          </a:bodyPr>
          <a:lstStyle/>
          <a:p>
            <a:r>
              <a:rPr lang="zh-CN" altLang="en-US" sz="1100" spc="100">
                <a:solidFill>
                  <a:schemeClr val="bg1"/>
                </a:solidFill>
                <a:latin typeface="+mn-ea"/>
                <a:cs typeface="OPPOSans R" panose="00020600040101010101" pitchFamily="18" charset="-122"/>
              </a:rPr>
              <a:t>语音发言</a:t>
            </a:r>
            <a:endParaRPr lang="en-US" sz="1100" spc="100">
              <a:solidFill>
                <a:schemeClr val="bg1"/>
              </a:solidFill>
              <a:latin typeface="+mn-ea"/>
              <a:cs typeface="OPPOSans R" panose="00020600040101010101" pitchFamily="18" charset="-122"/>
            </a:endParaRPr>
          </a:p>
        </p:txBody>
      </p:sp>
      <p:sp>
        <p:nvSpPr>
          <p:cNvPr id="295" name="文本框 294"/>
          <p:cNvSpPr txBox="1"/>
          <p:nvPr/>
        </p:nvSpPr>
        <p:spPr>
          <a:xfrm>
            <a:off x="1160535" y="4219600"/>
            <a:ext cx="1018227" cy="276999"/>
          </a:xfrm>
          <a:prstGeom prst="rect">
            <a:avLst/>
          </a:prstGeom>
          <a:noFill/>
        </p:spPr>
        <p:txBody>
          <a:bodyPr wrap="none" rtlCol="0">
            <a:spAutoFit/>
          </a:bodyPr>
          <a:lstStyle/>
          <a:p>
            <a:r>
              <a:rPr lang="zh-CN" altLang="en-US" sz="1200" spc="100">
                <a:solidFill>
                  <a:schemeClr val="bg1"/>
                </a:solidFill>
                <a:latin typeface="+mn-ea"/>
                <a:cs typeface="OPPOSans H" panose="00020600040101010101" pitchFamily="18" charset="-122"/>
              </a:rPr>
              <a:t>使用场景：</a:t>
            </a:r>
            <a:endParaRPr lang="en-US" sz="1200" spc="100">
              <a:solidFill>
                <a:schemeClr val="bg1"/>
              </a:solidFill>
              <a:latin typeface="+mn-ea"/>
              <a:cs typeface="OPPOSans H" panose="00020600040101010101" pitchFamily="18" charset="-122"/>
            </a:endParaRPr>
          </a:p>
        </p:txBody>
      </p:sp>
      <p:sp>
        <p:nvSpPr>
          <p:cNvPr id="296" name="文本框 295"/>
          <p:cNvSpPr txBox="1"/>
          <p:nvPr/>
        </p:nvSpPr>
        <p:spPr>
          <a:xfrm>
            <a:off x="1160536" y="4489745"/>
            <a:ext cx="2439914" cy="577659"/>
          </a:xfrm>
          <a:prstGeom prst="rect">
            <a:avLst/>
          </a:prstGeom>
          <a:noFill/>
        </p:spPr>
        <p:txBody>
          <a:bodyPr wrap="square" rtlCol="0">
            <a:spAutoFit/>
          </a:bodyPr>
          <a:lstStyle/>
          <a:p>
            <a:pPr>
              <a:lnSpc>
                <a:spcPct val="150000"/>
              </a:lnSpc>
            </a:pPr>
            <a:r>
              <a:rPr lang="zh-CN" altLang="en-US" sz="1100" spc="100">
                <a:solidFill>
                  <a:schemeClr val="bg1"/>
                </a:solidFill>
                <a:latin typeface="+mn-ea"/>
                <a:cs typeface="OPPOSans R" panose="00020600040101010101" pitchFamily="18" charset="-122"/>
              </a:rPr>
              <a:t>降低用户的发弹暮的门槛，增强主播与观众的互动性 </a:t>
            </a:r>
            <a:endParaRPr lang="en-US" sz="1100" spc="100">
              <a:solidFill>
                <a:schemeClr val="bg1"/>
              </a:solidFill>
              <a:latin typeface="+mn-ea"/>
              <a:cs typeface="OPPOSans R" panose="00020600040101010101" pitchFamily="18" charset="-122"/>
            </a:endParaRPr>
          </a:p>
        </p:txBody>
      </p:sp>
      <p:sp>
        <p:nvSpPr>
          <p:cNvPr id="297" name="文本框 296"/>
          <p:cNvSpPr txBox="1"/>
          <p:nvPr/>
        </p:nvSpPr>
        <p:spPr>
          <a:xfrm>
            <a:off x="4886632" y="2163991"/>
            <a:ext cx="1018227" cy="276999"/>
          </a:xfrm>
          <a:prstGeom prst="rect">
            <a:avLst/>
          </a:prstGeom>
          <a:noFill/>
        </p:spPr>
        <p:txBody>
          <a:bodyPr wrap="none" rtlCol="0">
            <a:spAutoFit/>
          </a:bodyPr>
          <a:lstStyle/>
          <a:p>
            <a:r>
              <a:rPr lang="zh-CN" altLang="en-US" sz="1200" spc="100">
                <a:latin typeface="+mn-ea"/>
                <a:cs typeface="OPPOSans H" panose="00020600040101010101" pitchFamily="18" charset="-122"/>
              </a:rPr>
              <a:t>使用场景：</a:t>
            </a:r>
            <a:endParaRPr lang="en-US" sz="1200" spc="100">
              <a:latin typeface="+mn-ea"/>
              <a:cs typeface="OPPOSans H" panose="00020600040101010101" pitchFamily="18" charset="-122"/>
            </a:endParaRPr>
          </a:p>
        </p:txBody>
      </p:sp>
      <p:sp>
        <p:nvSpPr>
          <p:cNvPr id="298" name="文本框 297"/>
          <p:cNvSpPr txBox="1"/>
          <p:nvPr/>
        </p:nvSpPr>
        <p:spPr>
          <a:xfrm>
            <a:off x="5695036" y="2163991"/>
            <a:ext cx="492443" cy="261610"/>
          </a:xfrm>
          <a:prstGeom prst="rect">
            <a:avLst/>
          </a:prstGeom>
          <a:noFill/>
        </p:spPr>
        <p:txBody>
          <a:bodyPr wrap="none" rtlCol="0">
            <a:spAutoFit/>
          </a:bodyPr>
          <a:lstStyle/>
          <a:p>
            <a:r>
              <a:rPr lang="zh-CN" altLang="en-US" sz="1100" spc="100">
                <a:latin typeface="+mn-ea"/>
                <a:cs typeface="OPPOSans R" panose="00020600040101010101" pitchFamily="18" charset="-122"/>
              </a:rPr>
              <a:t>说话</a:t>
            </a:r>
            <a:endParaRPr lang="en-US" sz="1100" spc="100">
              <a:latin typeface="+mn-ea"/>
              <a:cs typeface="OPPOSans R" panose="00020600040101010101" pitchFamily="18" charset="-122"/>
            </a:endParaRPr>
          </a:p>
        </p:txBody>
      </p:sp>
      <p:sp>
        <p:nvSpPr>
          <p:cNvPr id="299" name="文本框 298"/>
          <p:cNvSpPr txBox="1"/>
          <p:nvPr/>
        </p:nvSpPr>
        <p:spPr>
          <a:xfrm>
            <a:off x="4880624" y="2812744"/>
            <a:ext cx="1059906" cy="276999"/>
          </a:xfrm>
          <a:prstGeom prst="rect">
            <a:avLst/>
          </a:prstGeom>
          <a:noFill/>
        </p:spPr>
        <p:txBody>
          <a:bodyPr wrap="none" rtlCol="0">
            <a:spAutoFit/>
          </a:bodyPr>
          <a:lstStyle/>
          <a:p>
            <a:r>
              <a:rPr lang="en-US" altLang="zh-CN" sz="1200" spc="100">
                <a:latin typeface="+mn-ea"/>
                <a:cs typeface="OPPOSans H" panose="00020600040101010101" pitchFamily="18" charset="-122"/>
              </a:rPr>
              <a:t>APP</a:t>
            </a:r>
            <a:r>
              <a:rPr lang="zh-CN" altLang="en-US" sz="1200" spc="100">
                <a:latin typeface="+mn-ea"/>
                <a:cs typeface="OPPOSans H" panose="00020600040101010101" pitchFamily="18" charset="-122"/>
              </a:rPr>
              <a:t>名称：</a:t>
            </a:r>
            <a:endParaRPr lang="en-US" sz="1200" spc="100">
              <a:latin typeface="+mn-ea"/>
              <a:cs typeface="OPPOSans H" panose="00020600040101010101" pitchFamily="18" charset="-122"/>
            </a:endParaRPr>
          </a:p>
        </p:txBody>
      </p:sp>
      <p:sp>
        <p:nvSpPr>
          <p:cNvPr id="300" name="文本框 299"/>
          <p:cNvSpPr txBox="1"/>
          <p:nvPr/>
        </p:nvSpPr>
        <p:spPr>
          <a:xfrm>
            <a:off x="4880624" y="3082889"/>
            <a:ext cx="1476686" cy="261610"/>
          </a:xfrm>
          <a:prstGeom prst="rect">
            <a:avLst/>
          </a:prstGeom>
          <a:noFill/>
        </p:spPr>
        <p:txBody>
          <a:bodyPr wrap="none" rtlCol="0">
            <a:spAutoFit/>
          </a:bodyPr>
          <a:lstStyle/>
          <a:p>
            <a:r>
              <a:rPr lang="zh-CN" altLang="en-US" sz="1100" spc="100">
                <a:latin typeface="+mn-ea"/>
                <a:cs typeface="OPPOSans R" panose="00020600040101010101" pitchFamily="18" charset="-122"/>
              </a:rPr>
              <a:t>斗鱼直播</a:t>
            </a:r>
            <a:r>
              <a:rPr lang="en-US" altLang="zh-CN" sz="1100" spc="100">
                <a:latin typeface="+mn-ea"/>
                <a:cs typeface="OPPOSans R" panose="00020600040101010101" pitchFamily="18" charset="-122"/>
              </a:rPr>
              <a:t>/</a:t>
            </a:r>
            <a:r>
              <a:rPr lang="zh-CN" altLang="en-US" sz="1100" spc="100">
                <a:latin typeface="+mn-ea"/>
                <a:cs typeface="OPPOSans R" panose="00020600040101010101" pitchFamily="18" charset="-122"/>
              </a:rPr>
              <a:t>快手直播</a:t>
            </a:r>
            <a:endParaRPr lang="en-US" sz="1100" spc="100">
              <a:latin typeface="+mn-ea"/>
              <a:cs typeface="OPPOSans R" panose="00020600040101010101" pitchFamily="18" charset="-122"/>
            </a:endParaRPr>
          </a:p>
        </p:txBody>
      </p:sp>
      <p:sp>
        <p:nvSpPr>
          <p:cNvPr id="301" name="文本框 300"/>
          <p:cNvSpPr txBox="1"/>
          <p:nvPr/>
        </p:nvSpPr>
        <p:spPr>
          <a:xfrm>
            <a:off x="4880624" y="3591757"/>
            <a:ext cx="1018227" cy="276999"/>
          </a:xfrm>
          <a:prstGeom prst="rect">
            <a:avLst/>
          </a:prstGeom>
          <a:noFill/>
        </p:spPr>
        <p:txBody>
          <a:bodyPr wrap="none" rtlCol="0">
            <a:spAutoFit/>
          </a:bodyPr>
          <a:lstStyle/>
          <a:p>
            <a:r>
              <a:rPr lang="zh-CN" altLang="en-US" sz="1200" spc="100">
                <a:latin typeface="+mn-ea"/>
                <a:cs typeface="OPPOSans H" panose="00020600040101010101" pitchFamily="18" charset="-122"/>
              </a:rPr>
              <a:t>特色功能：</a:t>
            </a:r>
            <a:endParaRPr lang="en-US" sz="1200" spc="100">
              <a:latin typeface="+mn-ea"/>
              <a:cs typeface="OPPOSans H" panose="00020600040101010101" pitchFamily="18" charset="-122"/>
            </a:endParaRPr>
          </a:p>
        </p:txBody>
      </p:sp>
      <p:sp>
        <p:nvSpPr>
          <p:cNvPr id="302" name="文本框 301"/>
          <p:cNvSpPr txBox="1"/>
          <p:nvPr/>
        </p:nvSpPr>
        <p:spPr>
          <a:xfrm>
            <a:off x="5689028" y="3605248"/>
            <a:ext cx="1476686" cy="261610"/>
          </a:xfrm>
          <a:prstGeom prst="rect">
            <a:avLst/>
          </a:prstGeom>
          <a:noFill/>
        </p:spPr>
        <p:txBody>
          <a:bodyPr wrap="none" rtlCol="0">
            <a:spAutoFit/>
          </a:bodyPr>
          <a:lstStyle/>
          <a:p>
            <a:r>
              <a:rPr lang="zh-CN" altLang="en-US" sz="1100" spc="100">
                <a:latin typeface="+mn-ea"/>
                <a:cs typeface="OPPOSans R" panose="00020600040101010101" pitchFamily="18" charset="-122"/>
              </a:rPr>
              <a:t>鲨鱼养成</a:t>
            </a:r>
            <a:r>
              <a:rPr lang="en-US" altLang="zh-CN" sz="1100" spc="100">
                <a:latin typeface="+mn-ea"/>
                <a:cs typeface="OPPOSans R" panose="00020600040101010101" pitchFamily="18" charset="-122"/>
              </a:rPr>
              <a:t>/</a:t>
            </a:r>
            <a:r>
              <a:rPr lang="zh-CN" altLang="en-US" sz="1100" spc="100">
                <a:latin typeface="+mn-ea"/>
                <a:cs typeface="OPPOSans R" panose="00020600040101010101" pitchFamily="18" charset="-122"/>
              </a:rPr>
              <a:t>小快养成</a:t>
            </a:r>
            <a:endParaRPr lang="en-US" sz="1100" spc="100">
              <a:latin typeface="+mn-ea"/>
              <a:cs typeface="OPPOSans R" panose="00020600040101010101" pitchFamily="18" charset="-122"/>
            </a:endParaRPr>
          </a:p>
        </p:txBody>
      </p:sp>
      <p:sp>
        <p:nvSpPr>
          <p:cNvPr id="303" name="文本框 302"/>
          <p:cNvSpPr txBox="1"/>
          <p:nvPr/>
        </p:nvSpPr>
        <p:spPr>
          <a:xfrm>
            <a:off x="4876799" y="4219600"/>
            <a:ext cx="1018227" cy="276999"/>
          </a:xfrm>
          <a:prstGeom prst="rect">
            <a:avLst/>
          </a:prstGeom>
          <a:noFill/>
        </p:spPr>
        <p:txBody>
          <a:bodyPr wrap="none" rtlCol="0">
            <a:spAutoFit/>
          </a:bodyPr>
          <a:lstStyle/>
          <a:p>
            <a:r>
              <a:rPr lang="zh-CN" altLang="en-US" sz="1200" spc="100">
                <a:latin typeface="+mn-ea"/>
                <a:cs typeface="OPPOSans H" panose="00020600040101010101" pitchFamily="18" charset="-122"/>
              </a:rPr>
              <a:t>使用场景：</a:t>
            </a:r>
            <a:endParaRPr lang="en-US" sz="1200" spc="100">
              <a:latin typeface="+mn-ea"/>
              <a:cs typeface="OPPOSans H" panose="00020600040101010101" pitchFamily="18" charset="-122"/>
            </a:endParaRPr>
          </a:p>
        </p:txBody>
      </p:sp>
      <p:sp>
        <p:nvSpPr>
          <p:cNvPr id="304" name="文本框 303"/>
          <p:cNvSpPr txBox="1"/>
          <p:nvPr/>
        </p:nvSpPr>
        <p:spPr>
          <a:xfrm>
            <a:off x="4876800" y="4489745"/>
            <a:ext cx="2673350" cy="577659"/>
          </a:xfrm>
          <a:prstGeom prst="rect">
            <a:avLst/>
          </a:prstGeom>
          <a:noFill/>
        </p:spPr>
        <p:txBody>
          <a:bodyPr wrap="square" rtlCol="0">
            <a:spAutoFit/>
          </a:bodyPr>
          <a:lstStyle/>
          <a:p>
            <a:pPr>
              <a:lnSpc>
                <a:spcPct val="150000"/>
              </a:lnSpc>
            </a:pPr>
            <a:r>
              <a:rPr lang="zh-CN" altLang="en-US" sz="1100" spc="100">
                <a:latin typeface="+mn-ea"/>
                <a:cs typeface="OPPOSans R" panose="00020600040101010101" pitchFamily="18" charset="-122"/>
              </a:rPr>
              <a:t>养成用户习惯，提升用户黏性，引导用户降低用户的认知成本 </a:t>
            </a:r>
            <a:endParaRPr lang="en-US" sz="1100" spc="100">
              <a:latin typeface="+mn-ea"/>
              <a:cs typeface="OPPOSans R" panose="00020600040101010101" pitchFamily="18" charset="-122"/>
            </a:endParaRPr>
          </a:p>
        </p:txBody>
      </p:sp>
      <p:sp>
        <p:nvSpPr>
          <p:cNvPr id="305" name="文本框 304"/>
          <p:cNvSpPr txBox="1"/>
          <p:nvPr/>
        </p:nvSpPr>
        <p:spPr>
          <a:xfrm>
            <a:off x="8382000" y="2163991"/>
            <a:ext cx="1018227" cy="276999"/>
          </a:xfrm>
          <a:prstGeom prst="rect">
            <a:avLst/>
          </a:prstGeom>
          <a:noFill/>
        </p:spPr>
        <p:txBody>
          <a:bodyPr wrap="none" rtlCol="0">
            <a:spAutoFit/>
          </a:bodyPr>
          <a:lstStyle/>
          <a:p>
            <a:r>
              <a:rPr lang="zh-CN" altLang="en-US" sz="1200" spc="100">
                <a:latin typeface="+mn-ea"/>
                <a:cs typeface="OPPOSans H" panose="00020600040101010101" pitchFamily="18" charset="-122"/>
              </a:rPr>
              <a:t>使用场景：</a:t>
            </a:r>
            <a:endParaRPr lang="en-US" sz="1200" spc="100">
              <a:latin typeface="+mn-ea"/>
              <a:cs typeface="OPPOSans H" panose="00020600040101010101" pitchFamily="18" charset="-122"/>
            </a:endParaRPr>
          </a:p>
        </p:txBody>
      </p:sp>
      <p:sp>
        <p:nvSpPr>
          <p:cNvPr id="306" name="文本框 305"/>
          <p:cNvSpPr txBox="1"/>
          <p:nvPr/>
        </p:nvSpPr>
        <p:spPr>
          <a:xfrm>
            <a:off x="9190404" y="2163991"/>
            <a:ext cx="492443" cy="261610"/>
          </a:xfrm>
          <a:prstGeom prst="rect">
            <a:avLst/>
          </a:prstGeom>
          <a:noFill/>
        </p:spPr>
        <p:txBody>
          <a:bodyPr wrap="none" rtlCol="0">
            <a:spAutoFit/>
          </a:bodyPr>
          <a:lstStyle/>
          <a:p>
            <a:r>
              <a:rPr lang="zh-CN" altLang="en-US" sz="1100" spc="100">
                <a:latin typeface="+mn-ea"/>
                <a:cs typeface="OPPOSans R" panose="00020600040101010101" pitchFamily="18" charset="-122"/>
              </a:rPr>
              <a:t>说话</a:t>
            </a:r>
            <a:endParaRPr lang="en-US" sz="1100" spc="100">
              <a:latin typeface="+mn-ea"/>
              <a:cs typeface="OPPOSans R" panose="00020600040101010101" pitchFamily="18" charset="-122"/>
            </a:endParaRPr>
          </a:p>
        </p:txBody>
      </p:sp>
      <p:sp>
        <p:nvSpPr>
          <p:cNvPr id="307" name="文本框 306"/>
          <p:cNvSpPr txBox="1"/>
          <p:nvPr/>
        </p:nvSpPr>
        <p:spPr>
          <a:xfrm>
            <a:off x="8375992" y="2812744"/>
            <a:ext cx="1059906" cy="276999"/>
          </a:xfrm>
          <a:prstGeom prst="rect">
            <a:avLst/>
          </a:prstGeom>
          <a:noFill/>
        </p:spPr>
        <p:txBody>
          <a:bodyPr wrap="none" rtlCol="0">
            <a:spAutoFit/>
          </a:bodyPr>
          <a:lstStyle/>
          <a:p>
            <a:r>
              <a:rPr lang="en-US" altLang="zh-CN" sz="1200" spc="100">
                <a:latin typeface="+mn-ea"/>
                <a:cs typeface="OPPOSans H" panose="00020600040101010101" pitchFamily="18" charset="-122"/>
              </a:rPr>
              <a:t>APP</a:t>
            </a:r>
            <a:r>
              <a:rPr lang="zh-CN" altLang="en-US" sz="1200" spc="100">
                <a:latin typeface="+mn-ea"/>
                <a:cs typeface="OPPOSans H" panose="00020600040101010101" pitchFamily="18" charset="-122"/>
              </a:rPr>
              <a:t>名称：</a:t>
            </a:r>
            <a:endParaRPr lang="en-US" sz="1200" spc="100">
              <a:latin typeface="+mn-ea"/>
              <a:cs typeface="OPPOSans H" panose="00020600040101010101" pitchFamily="18" charset="-122"/>
            </a:endParaRPr>
          </a:p>
        </p:txBody>
      </p:sp>
      <p:sp>
        <p:nvSpPr>
          <p:cNvPr id="308" name="文本框 307"/>
          <p:cNvSpPr txBox="1"/>
          <p:nvPr/>
        </p:nvSpPr>
        <p:spPr>
          <a:xfrm>
            <a:off x="8375992" y="3082889"/>
            <a:ext cx="800219" cy="261610"/>
          </a:xfrm>
          <a:prstGeom prst="rect">
            <a:avLst/>
          </a:prstGeom>
          <a:noFill/>
        </p:spPr>
        <p:txBody>
          <a:bodyPr wrap="none" rtlCol="0">
            <a:spAutoFit/>
          </a:bodyPr>
          <a:lstStyle/>
          <a:p>
            <a:r>
              <a:rPr lang="zh-CN" altLang="en-US" sz="1100" spc="100">
                <a:latin typeface="+mn-ea"/>
                <a:cs typeface="OPPOSans R" panose="00020600040101010101" pitchFamily="18" charset="-122"/>
              </a:rPr>
              <a:t>斗鱼直播</a:t>
            </a:r>
            <a:endParaRPr lang="en-US" sz="1100" spc="100">
              <a:latin typeface="+mn-ea"/>
              <a:cs typeface="OPPOSans R" panose="00020600040101010101" pitchFamily="18" charset="-122"/>
            </a:endParaRPr>
          </a:p>
        </p:txBody>
      </p:sp>
      <p:sp>
        <p:nvSpPr>
          <p:cNvPr id="309" name="文本框 308"/>
          <p:cNvSpPr txBox="1"/>
          <p:nvPr/>
        </p:nvSpPr>
        <p:spPr>
          <a:xfrm>
            <a:off x="8375992" y="3591757"/>
            <a:ext cx="1018227" cy="276999"/>
          </a:xfrm>
          <a:prstGeom prst="rect">
            <a:avLst/>
          </a:prstGeom>
          <a:noFill/>
        </p:spPr>
        <p:txBody>
          <a:bodyPr wrap="none" rtlCol="0">
            <a:spAutoFit/>
          </a:bodyPr>
          <a:lstStyle/>
          <a:p>
            <a:r>
              <a:rPr lang="zh-CN" altLang="en-US" sz="1200" spc="100">
                <a:latin typeface="+mn-ea"/>
                <a:cs typeface="OPPOSans H" panose="00020600040101010101" pitchFamily="18" charset="-122"/>
              </a:rPr>
              <a:t>特色功能：</a:t>
            </a:r>
            <a:endParaRPr lang="en-US" sz="1200" spc="100">
              <a:latin typeface="+mn-ea"/>
              <a:cs typeface="OPPOSans H" panose="00020600040101010101" pitchFamily="18" charset="-122"/>
            </a:endParaRPr>
          </a:p>
        </p:txBody>
      </p:sp>
      <p:sp>
        <p:nvSpPr>
          <p:cNvPr id="310" name="文本框 309"/>
          <p:cNvSpPr txBox="1"/>
          <p:nvPr/>
        </p:nvSpPr>
        <p:spPr>
          <a:xfrm>
            <a:off x="9184396" y="3605248"/>
            <a:ext cx="2225289" cy="738472"/>
          </a:xfrm>
          <a:prstGeom prst="rect">
            <a:avLst/>
          </a:prstGeom>
          <a:noFill/>
        </p:spPr>
        <p:txBody>
          <a:bodyPr wrap="none" rtlCol="0">
            <a:spAutoFit/>
          </a:bodyPr>
          <a:lstStyle/>
          <a:p>
            <a:pPr>
              <a:lnSpc>
                <a:spcPct val="130000"/>
              </a:lnSpc>
            </a:pPr>
            <a:r>
              <a:rPr lang="en-US" altLang="zh-CN" sz="1100" spc="100">
                <a:latin typeface="+mn-ea"/>
                <a:cs typeface="OPPOSans R" panose="00020600040101010101" pitchFamily="18" charset="-122"/>
              </a:rPr>
              <a:t>1.</a:t>
            </a:r>
            <a:r>
              <a:rPr lang="zh-CN" altLang="en-US" sz="1100" spc="100">
                <a:latin typeface="+mn-ea"/>
                <a:cs typeface="OPPOSans R" panose="00020600040101010101" pitchFamily="18" charset="-122"/>
              </a:rPr>
              <a:t>语音发言 </a:t>
            </a:r>
            <a:endParaRPr lang="en-US" altLang="zh-CN" sz="1100" spc="100">
              <a:latin typeface="+mn-ea"/>
              <a:cs typeface="OPPOSans R" panose="00020600040101010101" pitchFamily="18" charset="-122"/>
            </a:endParaRPr>
          </a:p>
          <a:p>
            <a:pPr>
              <a:lnSpc>
                <a:spcPct val="130000"/>
              </a:lnSpc>
            </a:pPr>
            <a:r>
              <a:rPr lang="en-US" altLang="zh-CN" sz="1100" spc="100">
                <a:latin typeface="+mn-ea"/>
                <a:cs typeface="OPPOSans R" panose="00020600040101010101" pitchFamily="18" charset="-122"/>
              </a:rPr>
              <a:t>2.</a:t>
            </a:r>
            <a:r>
              <a:rPr lang="zh-CN" altLang="en-US" sz="1100" spc="100">
                <a:latin typeface="+mn-ea"/>
                <a:cs typeface="OPPOSans R" panose="00020600040101010101" pitchFamily="18" charset="-122"/>
              </a:rPr>
              <a:t>当用户停留直播间超过</a:t>
            </a:r>
            <a:r>
              <a:rPr lang="en-US" altLang="zh-CN" sz="1100" spc="100">
                <a:latin typeface="+mn-ea"/>
                <a:cs typeface="OPPOSans R" panose="00020600040101010101" pitchFamily="18" charset="-122"/>
              </a:rPr>
              <a:t>30</a:t>
            </a:r>
            <a:r>
              <a:rPr lang="zh-CN" altLang="en-US" sz="1100" spc="100">
                <a:latin typeface="+mn-ea"/>
                <a:cs typeface="OPPOSans R" panose="00020600040101010101" pitchFamily="18" charset="-122"/>
              </a:rPr>
              <a:t>秒</a:t>
            </a:r>
            <a:endParaRPr lang="en-US" altLang="zh-CN" sz="1100" spc="100">
              <a:latin typeface="+mn-ea"/>
              <a:cs typeface="OPPOSans R" panose="00020600040101010101" pitchFamily="18" charset="-122"/>
            </a:endParaRPr>
          </a:p>
          <a:p>
            <a:pPr>
              <a:lnSpc>
                <a:spcPct val="130000"/>
              </a:lnSpc>
            </a:pPr>
            <a:r>
              <a:rPr lang="en-US" altLang="zh-CN" sz="1100" spc="100">
                <a:latin typeface="+mn-ea"/>
                <a:cs typeface="OPPOSans R" panose="00020600040101010101" pitchFamily="18" charset="-122"/>
              </a:rPr>
              <a:t>3.</a:t>
            </a:r>
            <a:r>
              <a:rPr lang="zh-CN" altLang="en-US" sz="1100" spc="100">
                <a:latin typeface="+mn-ea"/>
                <a:cs typeface="OPPOSans R" panose="00020600040101010101" pitchFamily="18" charset="-122"/>
              </a:rPr>
              <a:t>当用户停留直播间超过</a:t>
            </a:r>
            <a:r>
              <a:rPr lang="en-US" altLang="zh-CN" sz="1100" spc="100">
                <a:latin typeface="+mn-ea"/>
                <a:cs typeface="OPPOSans R" panose="00020600040101010101" pitchFamily="18" charset="-122"/>
              </a:rPr>
              <a:t>30</a:t>
            </a:r>
            <a:r>
              <a:rPr lang="zh-CN" altLang="en-US" sz="1100" spc="100">
                <a:latin typeface="+mn-ea"/>
                <a:cs typeface="OPPOSans R" panose="00020600040101010101" pitchFamily="18" charset="-122"/>
              </a:rPr>
              <a:t>秒</a:t>
            </a:r>
            <a:endParaRPr lang="en-US" sz="1100" spc="100">
              <a:latin typeface="+mn-ea"/>
              <a:cs typeface="OPPOSans R" panose="00020600040101010101" pitchFamily="18" charset="-122"/>
            </a:endParaRPr>
          </a:p>
        </p:txBody>
      </p:sp>
      <p:sp>
        <p:nvSpPr>
          <p:cNvPr id="311" name="文本框 310"/>
          <p:cNvSpPr txBox="1"/>
          <p:nvPr/>
        </p:nvSpPr>
        <p:spPr>
          <a:xfrm>
            <a:off x="8372167" y="4411313"/>
            <a:ext cx="863057" cy="276999"/>
          </a:xfrm>
          <a:prstGeom prst="rect">
            <a:avLst/>
          </a:prstGeom>
          <a:noFill/>
        </p:spPr>
        <p:txBody>
          <a:bodyPr wrap="none" rtlCol="0">
            <a:spAutoFit/>
          </a:bodyPr>
          <a:lstStyle/>
          <a:p>
            <a:r>
              <a:rPr lang="en-US" altLang="zh-CN" sz="1200" spc="100" err="1">
                <a:latin typeface="+mn-ea"/>
                <a:cs typeface="OPPOSans H" panose="00020600040101010101" pitchFamily="18" charset="-122"/>
              </a:rPr>
              <a:t>Notos</a:t>
            </a:r>
            <a:r>
              <a:rPr lang="zh-CN" altLang="en-US" sz="1200" spc="100">
                <a:latin typeface="+mn-ea"/>
                <a:cs typeface="OPPOSans H" panose="00020600040101010101" pitchFamily="18" charset="-122"/>
              </a:rPr>
              <a:t>：</a:t>
            </a:r>
            <a:endParaRPr lang="en-US" sz="1200" spc="100">
              <a:latin typeface="+mn-ea"/>
              <a:cs typeface="OPPOSans H" panose="00020600040101010101" pitchFamily="18" charset="-122"/>
            </a:endParaRPr>
          </a:p>
        </p:txBody>
      </p:sp>
      <p:sp>
        <p:nvSpPr>
          <p:cNvPr id="312" name="文本框 311"/>
          <p:cNvSpPr txBox="1"/>
          <p:nvPr/>
        </p:nvSpPr>
        <p:spPr>
          <a:xfrm>
            <a:off x="8372168" y="4681458"/>
            <a:ext cx="3089582" cy="831574"/>
          </a:xfrm>
          <a:prstGeom prst="rect">
            <a:avLst/>
          </a:prstGeom>
          <a:noFill/>
        </p:spPr>
        <p:txBody>
          <a:bodyPr wrap="square" rtlCol="0">
            <a:spAutoFit/>
          </a:bodyPr>
          <a:lstStyle/>
          <a:p>
            <a:pPr>
              <a:lnSpc>
                <a:spcPct val="150000"/>
              </a:lnSpc>
            </a:pPr>
            <a:r>
              <a:rPr lang="zh-CN" altLang="en-US" sz="1100" spc="100">
                <a:latin typeface="+mn-ea"/>
                <a:cs typeface="OPPOSans R" panose="00020600040101010101" pitchFamily="18" charset="-122"/>
              </a:rPr>
              <a:t>将相亲节目搬至直播台，降低用户参与的门槛</a:t>
            </a:r>
            <a:r>
              <a:rPr lang="en-US" altLang="zh-CN" sz="1100" spc="100">
                <a:latin typeface="+mn-ea"/>
                <a:cs typeface="OPPOSans R" panose="00020600040101010101" pitchFamily="18" charset="-122"/>
              </a:rPr>
              <a:t>: PK</a:t>
            </a:r>
            <a:r>
              <a:rPr lang="zh-CN" altLang="en-US" sz="1100" spc="100">
                <a:latin typeface="+mn-ea"/>
                <a:cs typeface="OPPOSans R" panose="00020600040101010101" pitchFamily="18" charset="-122"/>
              </a:rPr>
              <a:t>模式双方博奔，吃瓜群众可以为支持的一方投票，增进用户的互动和趣味性</a:t>
            </a:r>
            <a:endParaRPr lang="en-US" sz="1100" spc="100">
              <a:latin typeface="+mn-ea"/>
              <a:cs typeface="OPPOSans R" panose="00020600040101010101" pitchFamily="18" charset="-122"/>
            </a:endParaRPr>
          </a:p>
        </p:txBody>
      </p:sp>
      <p:pic>
        <p:nvPicPr>
          <p:cNvPr id="313" name="图片 3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3486" y="2791982"/>
            <a:ext cx="613001" cy="613001"/>
          </a:xfrm>
          <a:prstGeom prst="rect">
            <a:avLst/>
          </a:prstGeom>
        </p:spPr>
      </p:pic>
      <p:pic>
        <p:nvPicPr>
          <p:cNvPr id="314" name="图片 3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9659" y="2798028"/>
            <a:ext cx="625511" cy="625511"/>
          </a:xfrm>
          <a:prstGeom prst="rect">
            <a:avLst/>
          </a:prstGeo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标题 103"/>
          <p:cNvSpPr>
            <a:spLocks noGrp="1"/>
          </p:cNvSpPr>
          <p:nvPr>
            <p:ph type="title"/>
          </p:nvPr>
        </p:nvSpPr>
        <p:spPr>
          <a:xfrm>
            <a:off x="632137" y="245670"/>
            <a:ext cx="6695941" cy="402674"/>
          </a:xfrm>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Helvetica85-Heavy"/>
                <a:ea typeface="汉仪综艺体简" panose="02010609000101010101" pitchFamily="49" charset="-122"/>
                <a:cs typeface="+mn-cs"/>
              </a:rPr>
              <a:t>物联网产品介绍</a:t>
            </a:r>
          </a:p>
        </p:txBody>
      </p:sp>
      <p:sp>
        <p:nvSpPr>
          <p:cNvPr id="107" name="文本框 106"/>
          <p:cNvSpPr txBox="1"/>
          <p:nvPr/>
        </p:nvSpPr>
        <p:spPr>
          <a:xfrm>
            <a:off x="625557" y="611269"/>
            <a:ext cx="2784993" cy="276999"/>
          </a:xfrm>
          <a:prstGeom prst="rect">
            <a:avLst/>
          </a:prstGeom>
          <a:noFill/>
        </p:spPr>
        <p:txBody>
          <a:bodyPr wrap="none" rtlCol="0">
            <a:spAutoFit/>
          </a:bodyPr>
          <a:lstStyle>
            <a:defPPr>
              <a:defRPr lang="zh-CN"/>
            </a:defPPr>
            <a:lvl1pPr>
              <a:defRPr sz="1400">
                <a:solidFill>
                  <a:schemeClr val="bg1">
                    <a:lumMod val="65000"/>
                  </a:schemeClr>
                </a:solidFill>
                <a:effectLst/>
                <a:latin typeface="微软雅黑 Light" panose="020B0502040204020203" pitchFamily="34" charset="-122"/>
                <a:ea typeface="微软雅黑 Light" panose="020B0502040204020203" pitchFamily="34" charset="-122"/>
                <a:cs typeface="阿里巴巴普惠体 M" panose="00020600040101010101" pitchFamily="18"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altLang="zh-CN" sz="1200" spc="300"/>
              <a:t>Design Project Directory</a:t>
            </a:r>
          </a:p>
        </p:txBody>
      </p:sp>
      <p:sp>
        <p:nvSpPr>
          <p:cNvPr id="2" name="箭头: 下 14"/>
          <p:cNvSpPr/>
          <p:nvPr/>
        </p:nvSpPr>
        <p:spPr>
          <a:xfrm flipV="1">
            <a:off x="820056" y="2044082"/>
            <a:ext cx="2467429" cy="3824546"/>
          </a:xfrm>
          <a:prstGeom prst="downArrow">
            <a:avLst>
              <a:gd name="adj1" fmla="val 50000"/>
              <a:gd name="adj2" fmla="val 64671"/>
            </a:avLst>
          </a:prstGeom>
          <a:gradFill>
            <a:gsLst>
              <a:gs pos="0">
                <a:srgbClr val="274FF2">
                  <a:alpha val="0"/>
                </a:srgbClr>
              </a:gs>
              <a:gs pos="100000">
                <a:srgbClr val="274FF2">
                  <a:alpha val="10000"/>
                </a:srgbClr>
              </a:gs>
            </a:gsLst>
            <a:lin ang="5400000" scaled="1"/>
          </a:gradFill>
          <a:ln w="6350">
            <a:gradFill>
              <a:gsLst>
                <a:gs pos="0">
                  <a:srgbClr val="274FF2">
                    <a:alpha val="0"/>
                  </a:srgbClr>
                </a:gs>
                <a:gs pos="100000">
                  <a:srgbClr val="274FF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矩形: 圆角 18"/>
          <p:cNvSpPr/>
          <p:nvPr/>
        </p:nvSpPr>
        <p:spPr>
          <a:xfrm>
            <a:off x="689428" y="2260015"/>
            <a:ext cx="2677885" cy="445250"/>
          </a:xfrm>
          <a:prstGeom prst="roundRect">
            <a:avLst>
              <a:gd name="adj" fmla="val 6888"/>
            </a:avLst>
          </a:prstGeom>
          <a:solidFill>
            <a:schemeClr val="bg1"/>
          </a:solidFill>
          <a:ln>
            <a:solidFill>
              <a:srgbClr val="274FF2"/>
            </a:solidFill>
          </a:ln>
          <a:effectLst>
            <a:outerShdw blurRad="1524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矩形: 圆角 96"/>
          <p:cNvSpPr/>
          <p:nvPr/>
        </p:nvSpPr>
        <p:spPr>
          <a:xfrm>
            <a:off x="689428" y="3417274"/>
            <a:ext cx="2677885" cy="445250"/>
          </a:xfrm>
          <a:prstGeom prst="roundRect">
            <a:avLst>
              <a:gd name="adj" fmla="val 6888"/>
            </a:avLst>
          </a:prstGeom>
          <a:solidFill>
            <a:schemeClr val="bg1"/>
          </a:solidFill>
          <a:ln>
            <a:solidFill>
              <a:srgbClr val="274FF2"/>
            </a:solidFill>
          </a:ln>
          <a:effectLst>
            <a:outerShdw blurRad="1524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矩形: 圆角 97"/>
          <p:cNvSpPr/>
          <p:nvPr/>
        </p:nvSpPr>
        <p:spPr>
          <a:xfrm>
            <a:off x="689428" y="4574533"/>
            <a:ext cx="2677885" cy="445250"/>
          </a:xfrm>
          <a:prstGeom prst="roundRect">
            <a:avLst>
              <a:gd name="adj" fmla="val 6888"/>
            </a:avLst>
          </a:prstGeom>
          <a:solidFill>
            <a:schemeClr val="bg1"/>
          </a:solidFill>
          <a:ln>
            <a:noFill/>
          </a:ln>
          <a:effectLst>
            <a:outerShdw blurRad="1524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矩形: 圆角 98"/>
          <p:cNvSpPr/>
          <p:nvPr/>
        </p:nvSpPr>
        <p:spPr>
          <a:xfrm>
            <a:off x="689428" y="5731791"/>
            <a:ext cx="2677885" cy="445250"/>
          </a:xfrm>
          <a:prstGeom prst="roundRect">
            <a:avLst>
              <a:gd name="adj" fmla="val 6888"/>
            </a:avLst>
          </a:prstGeom>
          <a:solidFill>
            <a:schemeClr val="bg1"/>
          </a:solidFill>
          <a:ln>
            <a:noFill/>
          </a:ln>
          <a:effectLst>
            <a:outerShdw blurRad="1524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文本框 6"/>
          <p:cNvSpPr txBox="1"/>
          <p:nvPr/>
        </p:nvSpPr>
        <p:spPr>
          <a:xfrm>
            <a:off x="1280730" y="2328752"/>
            <a:ext cx="1495281" cy="307777"/>
          </a:xfrm>
          <a:prstGeom prst="rect">
            <a:avLst/>
          </a:prstGeom>
          <a:noFill/>
        </p:spPr>
        <p:txBody>
          <a:bodyPr vert="horz" wrap="none" rtlCol="0">
            <a:spAutoFit/>
          </a:bodyPr>
          <a:lstStyle/>
          <a:p>
            <a:pPr algn="ctr"/>
            <a:r>
              <a:rPr lang="zh-CN" altLang="en-US" sz="1400" spc="60">
                <a:solidFill>
                  <a:srgbClr val="274FF2"/>
                </a:solidFill>
                <a:latin typeface="+mj-ea"/>
                <a:ea typeface="+mj-ea"/>
                <a:cs typeface="OPPOSans B" panose="00020600040101010101" pitchFamily="18" charset="-122"/>
              </a:rPr>
              <a:t>土豪金主型用户</a:t>
            </a:r>
            <a:endParaRPr lang="en-US" sz="1400" spc="60">
              <a:solidFill>
                <a:srgbClr val="274FF2"/>
              </a:solidFill>
              <a:latin typeface="+mj-ea"/>
              <a:ea typeface="+mj-ea"/>
              <a:cs typeface="OPPOSans B" panose="00020600040101010101" pitchFamily="18" charset="-122"/>
            </a:endParaRPr>
          </a:p>
        </p:txBody>
      </p:sp>
      <p:sp>
        <p:nvSpPr>
          <p:cNvPr id="8" name="文本框 7"/>
          <p:cNvSpPr txBox="1"/>
          <p:nvPr/>
        </p:nvSpPr>
        <p:spPr>
          <a:xfrm>
            <a:off x="1280730" y="3481448"/>
            <a:ext cx="1495281" cy="307777"/>
          </a:xfrm>
          <a:prstGeom prst="rect">
            <a:avLst/>
          </a:prstGeom>
          <a:noFill/>
        </p:spPr>
        <p:txBody>
          <a:bodyPr vert="horz" wrap="none" rtlCol="0">
            <a:spAutoFit/>
          </a:bodyPr>
          <a:lstStyle/>
          <a:p>
            <a:pPr algn="ctr"/>
            <a:r>
              <a:rPr lang="zh-CN" altLang="en-US" sz="1400" spc="60">
                <a:solidFill>
                  <a:srgbClr val="274FF2"/>
                </a:solidFill>
                <a:latin typeface="+mj-ea"/>
                <a:ea typeface="+mj-ea"/>
                <a:cs typeface="OPPOSans B" panose="00020600040101010101" pitchFamily="18" charset="-122"/>
              </a:rPr>
              <a:t>游戏发烧型用户</a:t>
            </a:r>
            <a:endParaRPr lang="en-US" sz="1400" spc="60">
              <a:solidFill>
                <a:srgbClr val="274FF2"/>
              </a:solidFill>
              <a:latin typeface="+mj-ea"/>
              <a:ea typeface="+mj-ea"/>
              <a:cs typeface="OPPOSans B" panose="00020600040101010101" pitchFamily="18" charset="-122"/>
            </a:endParaRPr>
          </a:p>
        </p:txBody>
      </p:sp>
      <p:sp>
        <p:nvSpPr>
          <p:cNvPr id="9" name="文本框 8"/>
          <p:cNvSpPr txBox="1"/>
          <p:nvPr/>
        </p:nvSpPr>
        <p:spPr>
          <a:xfrm>
            <a:off x="1280730" y="4643269"/>
            <a:ext cx="1495281" cy="307777"/>
          </a:xfrm>
          <a:prstGeom prst="rect">
            <a:avLst/>
          </a:prstGeom>
          <a:noFill/>
        </p:spPr>
        <p:txBody>
          <a:bodyPr vert="horz" wrap="none" rtlCol="0">
            <a:spAutoFit/>
          </a:bodyPr>
          <a:lstStyle/>
          <a:p>
            <a:pPr algn="ctr"/>
            <a:r>
              <a:rPr lang="zh-CN" altLang="en-US" sz="1400" spc="60">
                <a:latin typeface="+mj-ea"/>
                <a:ea typeface="+mj-ea"/>
                <a:cs typeface="OPPOSans B" panose="00020600040101010101" pitchFamily="18" charset="-122"/>
              </a:rPr>
              <a:t>热爱社交型用户</a:t>
            </a:r>
            <a:endParaRPr lang="en-US" sz="1400" spc="60">
              <a:latin typeface="+mj-ea"/>
              <a:ea typeface="+mj-ea"/>
              <a:cs typeface="OPPOSans B" panose="00020600040101010101" pitchFamily="18" charset="-122"/>
            </a:endParaRPr>
          </a:p>
        </p:txBody>
      </p:sp>
      <p:sp>
        <p:nvSpPr>
          <p:cNvPr id="10" name="文本框 9"/>
          <p:cNvSpPr txBox="1"/>
          <p:nvPr/>
        </p:nvSpPr>
        <p:spPr>
          <a:xfrm>
            <a:off x="1093499" y="5800528"/>
            <a:ext cx="1869743" cy="307777"/>
          </a:xfrm>
          <a:prstGeom prst="rect">
            <a:avLst/>
          </a:prstGeom>
          <a:noFill/>
        </p:spPr>
        <p:txBody>
          <a:bodyPr vert="horz" wrap="none" rtlCol="0">
            <a:spAutoFit/>
          </a:bodyPr>
          <a:lstStyle/>
          <a:p>
            <a:pPr algn="ctr"/>
            <a:r>
              <a:rPr lang="zh-CN" altLang="en-US" sz="1400" spc="60">
                <a:latin typeface="+mj-ea"/>
                <a:ea typeface="+mj-ea"/>
                <a:cs typeface="OPPOSans B" panose="00020600040101010101" pitchFamily="18" charset="-122"/>
              </a:rPr>
              <a:t>无聊打发时间的用户</a:t>
            </a:r>
            <a:endParaRPr lang="en-US" sz="1400" spc="60">
              <a:latin typeface="+mj-ea"/>
              <a:ea typeface="+mj-ea"/>
              <a:cs typeface="OPPOSans B" panose="00020600040101010101" pitchFamily="18" charset="-122"/>
            </a:endParaRPr>
          </a:p>
        </p:txBody>
      </p:sp>
      <p:sp>
        <p:nvSpPr>
          <p:cNvPr id="11" name="任意多边形: 形状 107"/>
          <p:cNvSpPr/>
          <p:nvPr/>
        </p:nvSpPr>
        <p:spPr>
          <a:xfrm>
            <a:off x="4049485" y="2198650"/>
            <a:ext cx="4499429" cy="4200104"/>
          </a:xfrm>
          <a:custGeom>
            <a:avLst/>
            <a:gdLst>
              <a:gd name="connsiteX0" fmla="*/ 302313 w 4499429"/>
              <a:gd name="connsiteY0" fmla="*/ 3635701 h 4200104"/>
              <a:gd name="connsiteX1" fmla="*/ 4197116 w 4499429"/>
              <a:gd name="connsiteY1" fmla="*/ 3635701 h 4200104"/>
              <a:gd name="connsiteX2" fmla="*/ 4499429 w 4499429"/>
              <a:gd name="connsiteY2" fmla="*/ 4200104 h 4200104"/>
              <a:gd name="connsiteX3" fmla="*/ 0 w 4499429"/>
              <a:gd name="connsiteY3" fmla="*/ 4200104 h 4200104"/>
              <a:gd name="connsiteX4" fmla="*/ 751576 w 4499429"/>
              <a:gd name="connsiteY4" fmla="*/ 2796950 h 4200104"/>
              <a:gd name="connsiteX5" fmla="*/ 3747854 w 4499429"/>
              <a:gd name="connsiteY5" fmla="*/ 2796950 h 4200104"/>
              <a:gd name="connsiteX6" fmla="*/ 4140752 w 4499429"/>
              <a:gd name="connsiteY6" fmla="*/ 3530472 h 4200104"/>
              <a:gd name="connsiteX7" fmla="*/ 358677 w 4499429"/>
              <a:gd name="connsiteY7" fmla="*/ 3530472 h 4200104"/>
              <a:gd name="connsiteX8" fmla="*/ 1200840 w 4499429"/>
              <a:gd name="connsiteY8" fmla="*/ 1958198 h 4200104"/>
              <a:gd name="connsiteX9" fmla="*/ 3298590 w 4499429"/>
              <a:gd name="connsiteY9" fmla="*/ 1958198 h 4200104"/>
              <a:gd name="connsiteX10" fmla="*/ 3691489 w 4499429"/>
              <a:gd name="connsiteY10" fmla="*/ 2691721 h 4200104"/>
              <a:gd name="connsiteX11" fmla="*/ 807940 w 4499429"/>
              <a:gd name="connsiteY11" fmla="*/ 2691721 h 4200104"/>
              <a:gd name="connsiteX12" fmla="*/ 1650103 w 4499429"/>
              <a:gd name="connsiteY12" fmla="*/ 1119446 h 4200104"/>
              <a:gd name="connsiteX13" fmla="*/ 2849327 w 4499429"/>
              <a:gd name="connsiteY13" fmla="*/ 1119446 h 4200104"/>
              <a:gd name="connsiteX14" fmla="*/ 3242226 w 4499429"/>
              <a:gd name="connsiteY14" fmla="*/ 1852969 h 4200104"/>
              <a:gd name="connsiteX15" fmla="*/ 1257204 w 4499429"/>
              <a:gd name="connsiteY15" fmla="*/ 1852969 h 4200104"/>
              <a:gd name="connsiteX16" fmla="*/ 2249715 w 4499429"/>
              <a:gd name="connsiteY16" fmla="*/ 0 h 4200104"/>
              <a:gd name="connsiteX17" fmla="*/ 2792963 w 4499429"/>
              <a:gd name="connsiteY17" fmla="*/ 1014217 h 4200104"/>
              <a:gd name="connsiteX18" fmla="*/ 1706467 w 4499429"/>
              <a:gd name="connsiteY18" fmla="*/ 1014217 h 4200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499429" h="4200104">
                <a:moveTo>
                  <a:pt x="302313" y="3635701"/>
                </a:moveTo>
                <a:lnTo>
                  <a:pt x="4197116" y="3635701"/>
                </a:lnTo>
                <a:lnTo>
                  <a:pt x="4499429" y="4200104"/>
                </a:lnTo>
                <a:lnTo>
                  <a:pt x="0" y="4200104"/>
                </a:lnTo>
                <a:close/>
                <a:moveTo>
                  <a:pt x="751576" y="2796950"/>
                </a:moveTo>
                <a:lnTo>
                  <a:pt x="3747854" y="2796950"/>
                </a:lnTo>
                <a:lnTo>
                  <a:pt x="4140752" y="3530472"/>
                </a:lnTo>
                <a:lnTo>
                  <a:pt x="358677" y="3530472"/>
                </a:lnTo>
                <a:close/>
                <a:moveTo>
                  <a:pt x="1200840" y="1958198"/>
                </a:moveTo>
                <a:lnTo>
                  <a:pt x="3298590" y="1958198"/>
                </a:lnTo>
                <a:lnTo>
                  <a:pt x="3691489" y="2691721"/>
                </a:lnTo>
                <a:lnTo>
                  <a:pt x="807940" y="2691721"/>
                </a:lnTo>
                <a:close/>
                <a:moveTo>
                  <a:pt x="1650103" y="1119446"/>
                </a:moveTo>
                <a:lnTo>
                  <a:pt x="2849327" y="1119446"/>
                </a:lnTo>
                <a:lnTo>
                  <a:pt x="3242226" y="1852969"/>
                </a:lnTo>
                <a:lnTo>
                  <a:pt x="1257204" y="1852969"/>
                </a:lnTo>
                <a:close/>
                <a:moveTo>
                  <a:pt x="2249715" y="0"/>
                </a:moveTo>
                <a:lnTo>
                  <a:pt x="2792963" y="1014217"/>
                </a:lnTo>
                <a:lnTo>
                  <a:pt x="1706467" y="1014217"/>
                </a:lnTo>
                <a:close/>
              </a:path>
            </a:pathLst>
          </a:custGeom>
          <a:gradFill>
            <a:gsLst>
              <a:gs pos="100000">
                <a:srgbClr val="274FF2">
                  <a:alpha val="0"/>
                </a:srgbClr>
              </a:gs>
              <a:gs pos="44000">
                <a:srgbClr val="274FF2">
                  <a:alpha val="10000"/>
                </a:srgbClr>
              </a:gs>
            </a:gsLst>
            <a:lin ang="5400000" scaled="1"/>
          </a:gradFill>
          <a:ln w="6350">
            <a:gradFill>
              <a:gsLst>
                <a:gs pos="100000">
                  <a:srgbClr val="274FF2">
                    <a:alpha val="0"/>
                  </a:srgbClr>
                </a:gs>
                <a:gs pos="0">
                  <a:srgbClr val="274FF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文本框 11"/>
          <p:cNvSpPr txBox="1"/>
          <p:nvPr/>
        </p:nvSpPr>
        <p:spPr>
          <a:xfrm>
            <a:off x="6019635" y="2600356"/>
            <a:ext cx="559127" cy="523220"/>
          </a:xfrm>
          <a:prstGeom prst="rect">
            <a:avLst/>
          </a:prstGeom>
          <a:noFill/>
        </p:spPr>
        <p:txBody>
          <a:bodyPr vert="horz" wrap="none" rtlCol="0">
            <a:spAutoFit/>
          </a:bodyPr>
          <a:lstStyle/>
          <a:p>
            <a:pPr algn="ctr"/>
            <a:r>
              <a:rPr lang="zh-CN" altLang="en-US" sz="1400" spc="60">
                <a:latin typeface="+mj-ea"/>
                <a:ea typeface="+mj-ea"/>
                <a:cs typeface="OPPOSans B" panose="00020600040101010101" pitchFamily="18" charset="-122"/>
              </a:rPr>
              <a:t>自我</a:t>
            </a:r>
            <a:endParaRPr lang="en-US" altLang="zh-CN" sz="1400" spc="60">
              <a:latin typeface="+mj-ea"/>
              <a:ea typeface="+mj-ea"/>
              <a:cs typeface="OPPOSans B" panose="00020600040101010101" pitchFamily="18" charset="-122"/>
            </a:endParaRPr>
          </a:p>
          <a:p>
            <a:pPr algn="ctr"/>
            <a:r>
              <a:rPr lang="zh-CN" altLang="en-US" sz="1400" spc="60">
                <a:latin typeface="+mj-ea"/>
                <a:ea typeface="+mj-ea"/>
                <a:cs typeface="OPPOSans B" panose="00020600040101010101" pitchFamily="18" charset="-122"/>
              </a:rPr>
              <a:t>实现</a:t>
            </a:r>
            <a:endParaRPr lang="en-US" sz="1400" spc="60">
              <a:latin typeface="+mj-ea"/>
              <a:ea typeface="+mj-ea"/>
              <a:cs typeface="OPPOSans B" panose="00020600040101010101" pitchFamily="18" charset="-122"/>
            </a:endParaRPr>
          </a:p>
        </p:txBody>
      </p:sp>
      <p:sp>
        <p:nvSpPr>
          <p:cNvPr id="13" name="文本框 12"/>
          <p:cNvSpPr txBox="1"/>
          <p:nvPr/>
        </p:nvSpPr>
        <p:spPr>
          <a:xfrm>
            <a:off x="5692772" y="3617637"/>
            <a:ext cx="1212854" cy="307777"/>
          </a:xfrm>
          <a:prstGeom prst="rect">
            <a:avLst/>
          </a:prstGeom>
          <a:noFill/>
        </p:spPr>
        <p:txBody>
          <a:bodyPr vert="horz" wrap="square" rtlCol="0">
            <a:spAutoFit/>
          </a:bodyPr>
          <a:lstStyle/>
          <a:p>
            <a:pPr algn="ctr"/>
            <a:r>
              <a:rPr lang="zh-CN" altLang="en-US" sz="1400" spc="60">
                <a:latin typeface="+mj-ea"/>
                <a:ea typeface="+mj-ea"/>
                <a:cs typeface="OPPOSans B" panose="00020600040101010101" pitchFamily="18" charset="-122"/>
              </a:rPr>
              <a:t>尊重需求</a:t>
            </a:r>
            <a:endParaRPr lang="en-US" sz="1400" spc="60">
              <a:latin typeface="+mj-ea"/>
              <a:ea typeface="+mj-ea"/>
              <a:cs typeface="OPPOSans B" panose="00020600040101010101" pitchFamily="18" charset="-122"/>
            </a:endParaRPr>
          </a:p>
        </p:txBody>
      </p:sp>
      <p:sp>
        <p:nvSpPr>
          <p:cNvPr id="14" name="文本框 13"/>
          <p:cNvSpPr txBox="1"/>
          <p:nvPr/>
        </p:nvSpPr>
        <p:spPr>
          <a:xfrm>
            <a:off x="5692772" y="4419475"/>
            <a:ext cx="1212854" cy="307777"/>
          </a:xfrm>
          <a:prstGeom prst="rect">
            <a:avLst/>
          </a:prstGeom>
          <a:noFill/>
        </p:spPr>
        <p:txBody>
          <a:bodyPr vert="horz" wrap="square" rtlCol="0">
            <a:spAutoFit/>
          </a:bodyPr>
          <a:lstStyle/>
          <a:p>
            <a:pPr algn="ctr"/>
            <a:r>
              <a:rPr lang="zh-CN" altLang="en-US" sz="1400" spc="60">
                <a:latin typeface="+mj-ea"/>
                <a:ea typeface="+mj-ea"/>
                <a:cs typeface="OPPOSans B" panose="00020600040101010101" pitchFamily="18" charset="-122"/>
              </a:rPr>
              <a:t>社交需求</a:t>
            </a:r>
            <a:endParaRPr lang="en-US" sz="1400" spc="60">
              <a:latin typeface="+mj-ea"/>
              <a:ea typeface="+mj-ea"/>
              <a:cs typeface="OPPOSans B" panose="00020600040101010101" pitchFamily="18" charset="-122"/>
            </a:endParaRPr>
          </a:p>
        </p:txBody>
      </p:sp>
      <p:sp>
        <p:nvSpPr>
          <p:cNvPr id="15" name="文本框 14"/>
          <p:cNvSpPr txBox="1"/>
          <p:nvPr/>
        </p:nvSpPr>
        <p:spPr>
          <a:xfrm>
            <a:off x="5692772" y="5221313"/>
            <a:ext cx="1212854" cy="307777"/>
          </a:xfrm>
          <a:prstGeom prst="rect">
            <a:avLst/>
          </a:prstGeom>
          <a:noFill/>
        </p:spPr>
        <p:txBody>
          <a:bodyPr vert="horz" wrap="square" rtlCol="0">
            <a:spAutoFit/>
          </a:bodyPr>
          <a:lstStyle/>
          <a:p>
            <a:pPr algn="ctr"/>
            <a:r>
              <a:rPr lang="zh-CN" altLang="en-US" sz="1400" spc="60">
                <a:latin typeface="+mj-ea"/>
                <a:ea typeface="+mj-ea"/>
                <a:cs typeface="OPPOSans B" panose="00020600040101010101" pitchFamily="18" charset="-122"/>
              </a:rPr>
              <a:t>安全需求</a:t>
            </a:r>
            <a:endParaRPr lang="en-US" sz="1400" spc="60">
              <a:latin typeface="+mj-ea"/>
              <a:ea typeface="+mj-ea"/>
              <a:cs typeface="OPPOSans B" panose="00020600040101010101" pitchFamily="18" charset="-122"/>
            </a:endParaRPr>
          </a:p>
        </p:txBody>
      </p:sp>
      <p:sp>
        <p:nvSpPr>
          <p:cNvPr id="16" name="文本框 15"/>
          <p:cNvSpPr txBox="1"/>
          <p:nvPr/>
        </p:nvSpPr>
        <p:spPr>
          <a:xfrm>
            <a:off x="5692772" y="6023152"/>
            <a:ext cx="1212854" cy="307777"/>
          </a:xfrm>
          <a:prstGeom prst="rect">
            <a:avLst/>
          </a:prstGeom>
          <a:noFill/>
        </p:spPr>
        <p:txBody>
          <a:bodyPr vert="horz" wrap="square" rtlCol="0">
            <a:spAutoFit/>
          </a:bodyPr>
          <a:lstStyle/>
          <a:p>
            <a:pPr algn="ctr"/>
            <a:r>
              <a:rPr lang="zh-CN" altLang="en-US" sz="1400" spc="60">
                <a:latin typeface="+mj-ea"/>
                <a:ea typeface="+mj-ea"/>
                <a:cs typeface="OPPOSans B" panose="00020600040101010101" pitchFamily="18" charset="-122"/>
              </a:rPr>
              <a:t>生理需求</a:t>
            </a:r>
            <a:endParaRPr lang="en-US" sz="1400" spc="60">
              <a:latin typeface="+mj-ea"/>
              <a:ea typeface="+mj-ea"/>
              <a:cs typeface="OPPOSans B" panose="00020600040101010101" pitchFamily="18" charset="-122"/>
            </a:endParaRPr>
          </a:p>
        </p:txBody>
      </p:sp>
      <p:grpSp>
        <p:nvGrpSpPr>
          <p:cNvPr id="17" name="组合 16"/>
          <p:cNvGrpSpPr/>
          <p:nvPr/>
        </p:nvGrpSpPr>
        <p:grpSpPr>
          <a:xfrm>
            <a:off x="6490656" y="2814341"/>
            <a:ext cx="1011869" cy="176212"/>
            <a:chOff x="6490656" y="3079812"/>
            <a:chExt cx="1011869" cy="176212"/>
          </a:xfrm>
        </p:grpSpPr>
        <p:grpSp>
          <p:nvGrpSpPr>
            <p:cNvPr id="18" name="组合 17"/>
            <p:cNvGrpSpPr/>
            <p:nvPr/>
          </p:nvGrpSpPr>
          <p:grpSpPr>
            <a:xfrm>
              <a:off x="6490656" y="3079812"/>
              <a:ext cx="176212" cy="176212"/>
              <a:chOff x="3967163" y="4654550"/>
              <a:chExt cx="176212" cy="176212"/>
            </a:xfrm>
          </p:grpSpPr>
          <p:sp>
            <p:nvSpPr>
              <p:cNvPr id="20" name="椭圆 19"/>
              <p:cNvSpPr/>
              <p:nvPr/>
            </p:nvSpPr>
            <p:spPr>
              <a:xfrm>
                <a:off x="3967163" y="4654550"/>
                <a:ext cx="176212" cy="176212"/>
              </a:xfrm>
              <a:prstGeom prst="ellipse">
                <a:avLst/>
              </a:prstGeom>
              <a:solidFill>
                <a:srgbClr val="274FF2">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椭圆 20"/>
              <p:cNvSpPr/>
              <p:nvPr/>
            </p:nvSpPr>
            <p:spPr>
              <a:xfrm>
                <a:off x="3998119" y="4685506"/>
                <a:ext cx="114300" cy="114300"/>
              </a:xfrm>
              <a:prstGeom prst="ellipse">
                <a:avLst/>
              </a:prstGeom>
              <a:solidFill>
                <a:srgbClr val="274F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9" name="直接连接符 22"/>
            <p:cNvCxnSpPr>
              <a:stCxn id="20" idx="6"/>
            </p:cNvCxnSpPr>
            <p:nvPr/>
          </p:nvCxnSpPr>
          <p:spPr>
            <a:xfrm>
              <a:off x="6666868" y="3167918"/>
              <a:ext cx="835657" cy="372"/>
            </a:xfrm>
            <a:prstGeom prst="line">
              <a:avLst/>
            </a:prstGeom>
            <a:ln>
              <a:gradFill>
                <a:gsLst>
                  <a:gs pos="0">
                    <a:srgbClr val="274FF2"/>
                  </a:gs>
                  <a:gs pos="100000">
                    <a:srgbClr val="274FF2">
                      <a:alpha val="0"/>
                    </a:srgbClr>
                  </a:gs>
                </a:gsLst>
                <a:lin ang="0" scaled="0"/>
              </a:gradFill>
            </a:ln>
          </p:spPr>
          <p:style>
            <a:lnRef idx="1">
              <a:schemeClr val="accent1"/>
            </a:lnRef>
            <a:fillRef idx="0">
              <a:schemeClr val="accent1"/>
            </a:fillRef>
            <a:effectRef idx="0">
              <a:schemeClr val="accent1"/>
            </a:effectRef>
            <a:fontRef idx="minor">
              <a:schemeClr val="tx1"/>
            </a:fontRef>
          </p:style>
        </p:cxnSp>
      </p:grpSp>
      <p:sp>
        <p:nvSpPr>
          <p:cNvPr id="42" name="文本框 41"/>
          <p:cNvSpPr txBox="1"/>
          <p:nvPr/>
        </p:nvSpPr>
        <p:spPr>
          <a:xfrm>
            <a:off x="7457419" y="2784203"/>
            <a:ext cx="2800767" cy="276999"/>
          </a:xfrm>
          <a:prstGeom prst="rect">
            <a:avLst/>
          </a:prstGeom>
          <a:noFill/>
        </p:spPr>
        <p:txBody>
          <a:bodyPr wrap="none" rtlCol="0">
            <a:spAutoFit/>
          </a:bodyPr>
          <a:lstStyle/>
          <a:p>
            <a:r>
              <a:rPr lang="zh-CN" altLang="en-US" sz="1200">
                <a:latin typeface="+mn-ea"/>
              </a:rPr>
              <a:t>帮助更多的人获取收益，提高就业岗位</a:t>
            </a:r>
            <a:endParaRPr lang="en-US" sz="1200">
              <a:latin typeface="+mn-ea"/>
            </a:endParaRPr>
          </a:p>
        </p:txBody>
      </p:sp>
      <p:sp>
        <p:nvSpPr>
          <p:cNvPr id="43" name="文本框 42"/>
          <p:cNvSpPr txBox="1"/>
          <p:nvPr/>
        </p:nvSpPr>
        <p:spPr>
          <a:xfrm>
            <a:off x="7785667" y="3609351"/>
            <a:ext cx="2031325" cy="276999"/>
          </a:xfrm>
          <a:prstGeom prst="rect">
            <a:avLst/>
          </a:prstGeom>
          <a:noFill/>
        </p:spPr>
        <p:txBody>
          <a:bodyPr wrap="none" rtlCol="0">
            <a:spAutoFit/>
          </a:bodyPr>
          <a:lstStyle/>
          <a:p>
            <a:r>
              <a:rPr lang="zh-CN" altLang="en-US" sz="1200">
                <a:latin typeface="+mn-ea"/>
              </a:rPr>
              <a:t>获得荣誉感和尊重，被认同</a:t>
            </a:r>
            <a:endParaRPr lang="en-US" sz="1200">
              <a:latin typeface="+mn-ea"/>
            </a:endParaRPr>
          </a:p>
        </p:txBody>
      </p:sp>
      <p:sp>
        <p:nvSpPr>
          <p:cNvPr id="44" name="文本框 43"/>
          <p:cNvSpPr txBox="1"/>
          <p:nvPr/>
        </p:nvSpPr>
        <p:spPr>
          <a:xfrm>
            <a:off x="8238330" y="4431545"/>
            <a:ext cx="2954655" cy="276999"/>
          </a:xfrm>
          <a:prstGeom prst="rect">
            <a:avLst/>
          </a:prstGeom>
          <a:noFill/>
        </p:spPr>
        <p:txBody>
          <a:bodyPr wrap="none" rtlCol="0">
            <a:spAutoFit/>
          </a:bodyPr>
          <a:lstStyle/>
          <a:p>
            <a:r>
              <a:rPr lang="zh-CN" altLang="en-US" sz="1200">
                <a:latin typeface="+mn-ea"/>
              </a:rPr>
              <a:t>高质量的社交互动，完美的促成交友含量</a:t>
            </a:r>
            <a:endParaRPr lang="en-US" sz="1200">
              <a:latin typeface="+mn-ea"/>
            </a:endParaRPr>
          </a:p>
        </p:txBody>
      </p:sp>
      <p:sp>
        <p:nvSpPr>
          <p:cNvPr id="45" name="文本框 44"/>
          <p:cNvSpPr txBox="1"/>
          <p:nvPr/>
        </p:nvSpPr>
        <p:spPr>
          <a:xfrm>
            <a:off x="8729751" y="5221313"/>
            <a:ext cx="2185214" cy="276999"/>
          </a:xfrm>
          <a:prstGeom prst="rect">
            <a:avLst/>
          </a:prstGeom>
          <a:noFill/>
        </p:spPr>
        <p:txBody>
          <a:bodyPr wrap="none" rtlCol="0">
            <a:spAutoFit/>
          </a:bodyPr>
          <a:lstStyle/>
          <a:p>
            <a:r>
              <a:rPr lang="zh-CN" altLang="en-US" sz="1200">
                <a:latin typeface="+mn-ea"/>
              </a:rPr>
              <a:t>友善开心的直播娱乐互动氛围</a:t>
            </a:r>
            <a:endParaRPr lang="en-US" sz="1200">
              <a:latin typeface="+mn-ea"/>
            </a:endParaRPr>
          </a:p>
        </p:txBody>
      </p:sp>
      <p:sp>
        <p:nvSpPr>
          <p:cNvPr id="46" name="文本框 45"/>
          <p:cNvSpPr txBox="1"/>
          <p:nvPr/>
        </p:nvSpPr>
        <p:spPr>
          <a:xfrm>
            <a:off x="9147580" y="5970229"/>
            <a:ext cx="2031325" cy="276999"/>
          </a:xfrm>
          <a:prstGeom prst="rect">
            <a:avLst/>
          </a:prstGeom>
          <a:noFill/>
        </p:spPr>
        <p:txBody>
          <a:bodyPr wrap="none" rtlCol="0">
            <a:spAutoFit/>
          </a:bodyPr>
          <a:lstStyle/>
          <a:p>
            <a:r>
              <a:rPr lang="zh-CN" altLang="en-US" sz="1200">
                <a:latin typeface="+mn-ea"/>
              </a:rPr>
              <a:t>满足个人需求游泳的直播间</a:t>
            </a:r>
            <a:endParaRPr lang="en-US" sz="1200">
              <a:latin typeface="+mn-ea"/>
            </a:endParaRPr>
          </a:p>
        </p:txBody>
      </p:sp>
      <p:sp>
        <p:nvSpPr>
          <p:cNvPr id="47" name="文本框 46"/>
          <p:cNvSpPr txBox="1"/>
          <p:nvPr/>
        </p:nvSpPr>
        <p:spPr>
          <a:xfrm>
            <a:off x="644715" y="1029930"/>
            <a:ext cx="11303094" cy="787460"/>
          </a:xfrm>
          <a:prstGeom prst="rect">
            <a:avLst/>
          </a:prstGeom>
          <a:noFill/>
        </p:spPr>
        <p:txBody>
          <a:bodyPr wrap="none" rtlCol="0">
            <a:spAutoFit/>
          </a:bodyPr>
          <a:lstStyle>
            <a:defPPr>
              <a:defRPr lang="zh-CN"/>
            </a:defPPr>
            <a:lvl1pPr>
              <a:defRPr sz="1600" spc="100">
                <a:solidFill>
                  <a:srgbClr val="221B44"/>
                </a:solidFill>
                <a:latin typeface="+mn-ea"/>
                <a:cs typeface="OPPOSans R" panose="00020600040101010101" pitchFamily="18" charset="-122"/>
              </a:defRPr>
            </a:lvl1pPr>
          </a:lstStyle>
          <a:p>
            <a:pPr>
              <a:lnSpc>
                <a:spcPct val="150000"/>
              </a:lnSpc>
            </a:pPr>
            <a:r>
              <a:rPr lang="zh-CN" altLang="en-US">
                <a:solidFill>
                  <a:schemeClr val="tx1"/>
                </a:solidFill>
              </a:rPr>
              <a:t>在企业微信工作台进入小金家园首页，可以通过签到来获取小金币积分以此增加个人积分，除此之外还可以进入任务</a:t>
            </a:r>
            <a:endParaRPr lang="en-US" altLang="zh-CN">
              <a:solidFill>
                <a:schemeClr val="tx1"/>
              </a:solidFill>
            </a:endParaRPr>
          </a:p>
          <a:p>
            <a:pPr>
              <a:lnSpc>
                <a:spcPct val="150000"/>
              </a:lnSpc>
            </a:pPr>
            <a:r>
              <a:rPr lang="zh-CN" altLang="en-US">
                <a:solidFill>
                  <a:schemeClr val="tx1"/>
                </a:solidFill>
              </a:rPr>
              <a:t>列表完成系统提供的任务获取小金币积分，当签到或任务累积到一定金额可以自行兑换商品。</a:t>
            </a:r>
            <a:endParaRPr lang="en-US">
              <a:solidFill>
                <a:schemeClr val="tx1"/>
              </a:solidFill>
            </a:endParaRPr>
          </a:p>
        </p:txBody>
      </p:sp>
      <p:grpSp>
        <p:nvGrpSpPr>
          <p:cNvPr id="48" name="组合 47"/>
          <p:cNvGrpSpPr/>
          <p:nvPr/>
        </p:nvGrpSpPr>
        <p:grpSpPr>
          <a:xfrm>
            <a:off x="6888088" y="3645024"/>
            <a:ext cx="1011869" cy="176212"/>
            <a:chOff x="6490656" y="3079812"/>
            <a:chExt cx="1011869" cy="176212"/>
          </a:xfrm>
        </p:grpSpPr>
        <p:grpSp>
          <p:nvGrpSpPr>
            <p:cNvPr id="49" name="组合 48"/>
            <p:cNvGrpSpPr/>
            <p:nvPr/>
          </p:nvGrpSpPr>
          <p:grpSpPr>
            <a:xfrm>
              <a:off x="6490656" y="3079812"/>
              <a:ext cx="176212" cy="176212"/>
              <a:chOff x="3967163" y="4654550"/>
              <a:chExt cx="176212" cy="176212"/>
            </a:xfrm>
          </p:grpSpPr>
          <p:sp>
            <p:nvSpPr>
              <p:cNvPr id="51" name="椭圆 50"/>
              <p:cNvSpPr/>
              <p:nvPr/>
            </p:nvSpPr>
            <p:spPr>
              <a:xfrm>
                <a:off x="3967163" y="4654550"/>
                <a:ext cx="176212" cy="176212"/>
              </a:xfrm>
              <a:prstGeom prst="ellipse">
                <a:avLst/>
              </a:prstGeom>
              <a:solidFill>
                <a:srgbClr val="274FF2">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椭圆 51"/>
              <p:cNvSpPr/>
              <p:nvPr/>
            </p:nvSpPr>
            <p:spPr>
              <a:xfrm>
                <a:off x="3998119" y="4685506"/>
                <a:ext cx="114300" cy="114300"/>
              </a:xfrm>
              <a:prstGeom prst="ellipse">
                <a:avLst/>
              </a:prstGeom>
              <a:solidFill>
                <a:srgbClr val="274F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0" name="直接连接符 22"/>
            <p:cNvCxnSpPr>
              <a:stCxn id="51" idx="6"/>
            </p:cNvCxnSpPr>
            <p:nvPr/>
          </p:nvCxnSpPr>
          <p:spPr>
            <a:xfrm>
              <a:off x="6666868" y="3167918"/>
              <a:ext cx="835657" cy="372"/>
            </a:xfrm>
            <a:prstGeom prst="line">
              <a:avLst/>
            </a:prstGeom>
            <a:ln>
              <a:gradFill>
                <a:gsLst>
                  <a:gs pos="0">
                    <a:srgbClr val="274FF2"/>
                  </a:gs>
                  <a:gs pos="100000">
                    <a:srgbClr val="274FF2">
                      <a:alpha val="0"/>
                    </a:srgbClr>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3" name="组合 52"/>
          <p:cNvGrpSpPr/>
          <p:nvPr/>
        </p:nvGrpSpPr>
        <p:grpSpPr>
          <a:xfrm>
            <a:off x="7320136" y="4437112"/>
            <a:ext cx="1011869" cy="176212"/>
            <a:chOff x="6490656" y="3079812"/>
            <a:chExt cx="1011869" cy="176212"/>
          </a:xfrm>
        </p:grpSpPr>
        <p:grpSp>
          <p:nvGrpSpPr>
            <p:cNvPr id="54" name="组合 53"/>
            <p:cNvGrpSpPr/>
            <p:nvPr/>
          </p:nvGrpSpPr>
          <p:grpSpPr>
            <a:xfrm>
              <a:off x="6490656" y="3079812"/>
              <a:ext cx="176212" cy="176212"/>
              <a:chOff x="3967163" y="4654550"/>
              <a:chExt cx="176212" cy="176212"/>
            </a:xfrm>
          </p:grpSpPr>
          <p:sp>
            <p:nvSpPr>
              <p:cNvPr id="56" name="椭圆 55"/>
              <p:cNvSpPr/>
              <p:nvPr/>
            </p:nvSpPr>
            <p:spPr>
              <a:xfrm>
                <a:off x="3967163" y="4654550"/>
                <a:ext cx="176212" cy="176212"/>
              </a:xfrm>
              <a:prstGeom prst="ellipse">
                <a:avLst/>
              </a:prstGeom>
              <a:solidFill>
                <a:srgbClr val="274FF2">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椭圆 56"/>
              <p:cNvSpPr/>
              <p:nvPr/>
            </p:nvSpPr>
            <p:spPr>
              <a:xfrm>
                <a:off x="3998119" y="4685506"/>
                <a:ext cx="114300" cy="114300"/>
              </a:xfrm>
              <a:prstGeom prst="ellipse">
                <a:avLst/>
              </a:prstGeom>
              <a:solidFill>
                <a:srgbClr val="274F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5" name="直接连接符 22"/>
            <p:cNvCxnSpPr>
              <a:stCxn id="56" idx="6"/>
            </p:cNvCxnSpPr>
            <p:nvPr/>
          </p:nvCxnSpPr>
          <p:spPr>
            <a:xfrm>
              <a:off x="6666868" y="3167918"/>
              <a:ext cx="835657" cy="372"/>
            </a:xfrm>
            <a:prstGeom prst="line">
              <a:avLst/>
            </a:prstGeom>
            <a:ln>
              <a:gradFill>
                <a:gsLst>
                  <a:gs pos="0">
                    <a:srgbClr val="274FF2"/>
                  </a:gs>
                  <a:gs pos="100000">
                    <a:srgbClr val="274FF2">
                      <a:alpha val="0"/>
                    </a:srgbClr>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8" name="组合 57"/>
          <p:cNvGrpSpPr/>
          <p:nvPr/>
        </p:nvGrpSpPr>
        <p:grpSpPr>
          <a:xfrm>
            <a:off x="7774762" y="5274356"/>
            <a:ext cx="1011869" cy="176212"/>
            <a:chOff x="6490656" y="3079812"/>
            <a:chExt cx="1011869" cy="176212"/>
          </a:xfrm>
        </p:grpSpPr>
        <p:grpSp>
          <p:nvGrpSpPr>
            <p:cNvPr id="59" name="组合 58"/>
            <p:cNvGrpSpPr/>
            <p:nvPr/>
          </p:nvGrpSpPr>
          <p:grpSpPr>
            <a:xfrm>
              <a:off x="6490656" y="3079812"/>
              <a:ext cx="176212" cy="176212"/>
              <a:chOff x="3967163" y="4654550"/>
              <a:chExt cx="176212" cy="176212"/>
            </a:xfrm>
          </p:grpSpPr>
          <p:sp>
            <p:nvSpPr>
              <p:cNvPr id="61" name="椭圆 60"/>
              <p:cNvSpPr/>
              <p:nvPr/>
            </p:nvSpPr>
            <p:spPr>
              <a:xfrm>
                <a:off x="3967163" y="4654550"/>
                <a:ext cx="176212" cy="176212"/>
              </a:xfrm>
              <a:prstGeom prst="ellipse">
                <a:avLst/>
              </a:prstGeom>
              <a:solidFill>
                <a:srgbClr val="274FF2">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椭圆 61"/>
              <p:cNvSpPr/>
              <p:nvPr/>
            </p:nvSpPr>
            <p:spPr>
              <a:xfrm>
                <a:off x="3998119" y="4685506"/>
                <a:ext cx="114300" cy="114300"/>
              </a:xfrm>
              <a:prstGeom prst="ellipse">
                <a:avLst/>
              </a:prstGeom>
              <a:solidFill>
                <a:srgbClr val="274F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0" name="直接连接符 22"/>
            <p:cNvCxnSpPr>
              <a:stCxn id="61" idx="6"/>
            </p:cNvCxnSpPr>
            <p:nvPr/>
          </p:nvCxnSpPr>
          <p:spPr>
            <a:xfrm>
              <a:off x="6666868" y="3167918"/>
              <a:ext cx="835657" cy="372"/>
            </a:xfrm>
            <a:prstGeom prst="line">
              <a:avLst/>
            </a:prstGeom>
            <a:ln>
              <a:gradFill>
                <a:gsLst>
                  <a:gs pos="0">
                    <a:srgbClr val="274FF2"/>
                  </a:gs>
                  <a:gs pos="100000">
                    <a:srgbClr val="274FF2">
                      <a:alpha val="0"/>
                    </a:srgbClr>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63" name="组合 62"/>
          <p:cNvGrpSpPr/>
          <p:nvPr/>
        </p:nvGrpSpPr>
        <p:grpSpPr>
          <a:xfrm>
            <a:off x="8184232" y="6021288"/>
            <a:ext cx="1011869" cy="176212"/>
            <a:chOff x="6490656" y="3079812"/>
            <a:chExt cx="1011869" cy="176212"/>
          </a:xfrm>
        </p:grpSpPr>
        <p:grpSp>
          <p:nvGrpSpPr>
            <p:cNvPr id="64" name="组合 63"/>
            <p:cNvGrpSpPr/>
            <p:nvPr/>
          </p:nvGrpSpPr>
          <p:grpSpPr>
            <a:xfrm>
              <a:off x="6490656" y="3079812"/>
              <a:ext cx="176212" cy="176212"/>
              <a:chOff x="3967163" y="4654550"/>
              <a:chExt cx="176212" cy="176212"/>
            </a:xfrm>
          </p:grpSpPr>
          <p:sp>
            <p:nvSpPr>
              <p:cNvPr id="66" name="椭圆 65"/>
              <p:cNvSpPr/>
              <p:nvPr/>
            </p:nvSpPr>
            <p:spPr>
              <a:xfrm>
                <a:off x="3967163" y="4654550"/>
                <a:ext cx="176212" cy="176212"/>
              </a:xfrm>
              <a:prstGeom prst="ellipse">
                <a:avLst/>
              </a:prstGeom>
              <a:solidFill>
                <a:srgbClr val="274FF2">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椭圆 66"/>
              <p:cNvSpPr/>
              <p:nvPr/>
            </p:nvSpPr>
            <p:spPr>
              <a:xfrm>
                <a:off x="3998119" y="4685506"/>
                <a:ext cx="114300" cy="114300"/>
              </a:xfrm>
              <a:prstGeom prst="ellipse">
                <a:avLst/>
              </a:prstGeom>
              <a:solidFill>
                <a:srgbClr val="274F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5" name="直接连接符 22"/>
            <p:cNvCxnSpPr>
              <a:stCxn id="66" idx="6"/>
            </p:cNvCxnSpPr>
            <p:nvPr/>
          </p:nvCxnSpPr>
          <p:spPr>
            <a:xfrm>
              <a:off x="6666868" y="3167918"/>
              <a:ext cx="835657" cy="372"/>
            </a:xfrm>
            <a:prstGeom prst="line">
              <a:avLst/>
            </a:prstGeom>
            <a:ln>
              <a:gradFill>
                <a:gsLst>
                  <a:gs pos="0">
                    <a:srgbClr val="274FF2"/>
                  </a:gs>
                  <a:gs pos="100000">
                    <a:srgbClr val="274FF2">
                      <a:alpha val="0"/>
                    </a:srgbClr>
                  </a:gs>
                </a:gsLst>
                <a:lin ang="0" scaled="0"/>
              </a:gra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标题 103"/>
          <p:cNvSpPr>
            <a:spLocks noGrp="1"/>
          </p:cNvSpPr>
          <p:nvPr>
            <p:ph type="title"/>
          </p:nvPr>
        </p:nvSpPr>
        <p:spPr>
          <a:xfrm>
            <a:off x="632137" y="245670"/>
            <a:ext cx="6695941" cy="402674"/>
          </a:xfrm>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Helvetica85-Heavy"/>
                <a:ea typeface="汉仪综艺体简" panose="02010609000101010101" pitchFamily="49" charset="-122"/>
                <a:cs typeface="+mn-cs"/>
              </a:rPr>
              <a:t>物联网产品介绍</a:t>
            </a:r>
          </a:p>
        </p:txBody>
      </p:sp>
      <p:sp>
        <p:nvSpPr>
          <p:cNvPr id="107" name="文本框 106"/>
          <p:cNvSpPr txBox="1"/>
          <p:nvPr/>
        </p:nvSpPr>
        <p:spPr>
          <a:xfrm>
            <a:off x="625557" y="611269"/>
            <a:ext cx="2784993" cy="276999"/>
          </a:xfrm>
          <a:prstGeom prst="rect">
            <a:avLst/>
          </a:prstGeom>
          <a:noFill/>
        </p:spPr>
        <p:txBody>
          <a:bodyPr wrap="none" rtlCol="0">
            <a:spAutoFit/>
          </a:bodyPr>
          <a:lstStyle>
            <a:defPPr>
              <a:defRPr lang="zh-CN"/>
            </a:defPPr>
            <a:lvl1pPr>
              <a:defRPr sz="1400">
                <a:solidFill>
                  <a:schemeClr val="bg1">
                    <a:lumMod val="65000"/>
                  </a:schemeClr>
                </a:solidFill>
                <a:effectLst/>
                <a:latin typeface="微软雅黑 Light" panose="020B0502040204020203" pitchFamily="34" charset="-122"/>
                <a:ea typeface="微软雅黑 Light" panose="020B0502040204020203" pitchFamily="34" charset="-122"/>
                <a:cs typeface="阿里巴巴普惠体 M" panose="00020600040101010101" pitchFamily="18"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altLang="zh-CN" sz="1200" spc="300"/>
              <a:t>Design Project Directory</a:t>
            </a:r>
          </a:p>
        </p:txBody>
      </p:sp>
      <p:sp>
        <p:nvSpPr>
          <p:cNvPr id="3" name="任意多边形: 形状 13"/>
          <p:cNvSpPr/>
          <p:nvPr/>
        </p:nvSpPr>
        <p:spPr>
          <a:xfrm>
            <a:off x="869951" y="3590675"/>
            <a:ext cx="10077450" cy="1657089"/>
          </a:xfrm>
          <a:custGeom>
            <a:avLst/>
            <a:gdLst>
              <a:gd name="connsiteX0" fmla="*/ 468 w 10077450"/>
              <a:gd name="connsiteY0" fmla="*/ 0 h 1657089"/>
              <a:gd name="connsiteX1" fmla="*/ 515285 w 10077450"/>
              <a:gd name="connsiteY1" fmla="*/ 0 h 1657089"/>
              <a:gd name="connsiteX2" fmla="*/ 514351 w 10077450"/>
              <a:gd name="connsiteY2" fmla="*/ 9265 h 1657089"/>
              <a:gd name="connsiteX3" fmla="*/ 537283 w 10077450"/>
              <a:gd name="connsiteY3" fmla="*/ 236739 h 1657089"/>
              <a:gd name="connsiteX4" fmla="*/ 1643064 w 10077450"/>
              <a:gd name="connsiteY4" fmla="*/ 1137977 h 1657089"/>
              <a:gd name="connsiteX5" fmla="*/ 8434387 w 10077450"/>
              <a:gd name="connsiteY5" fmla="*/ 1137978 h 1657089"/>
              <a:gd name="connsiteX6" fmla="*/ 9563100 w 10077450"/>
              <a:gd name="connsiteY6" fmla="*/ 9265 h 1657089"/>
              <a:gd name="connsiteX7" fmla="*/ 9563101 w 10077450"/>
              <a:gd name="connsiteY7" fmla="*/ 9265 h 1657089"/>
              <a:gd name="connsiteX8" fmla="*/ 9562633 w 10077450"/>
              <a:gd name="connsiteY8" fmla="*/ 0 h 1657089"/>
              <a:gd name="connsiteX9" fmla="*/ 10076982 w 10077450"/>
              <a:gd name="connsiteY9" fmla="*/ 0 h 1657089"/>
              <a:gd name="connsiteX10" fmla="*/ 10077450 w 10077450"/>
              <a:gd name="connsiteY10" fmla="*/ 9264 h 1657089"/>
              <a:gd name="connsiteX11" fmla="*/ 8429625 w 10077450"/>
              <a:gd name="connsiteY11" fmla="*/ 1657089 h 1657089"/>
              <a:gd name="connsiteX12" fmla="*/ 1647825 w 10077450"/>
              <a:gd name="connsiteY12" fmla="*/ 1657089 h 1657089"/>
              <a:gd name="connsiteX13" fmla="*/ 0 w 10077450"/>
              <a:gd name="connsiteY13" fmla="*/ 9264 h 1657089"/>
              <a:gd name="connsiteX14" fmla="*/ 468 w 10077450"/>
              <a:gd name="connsiteY14" fmla="*/ 0 h 1657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077450" h="1657089">
                <a:moveTo>
                  <a:pt x="468" y="0"/>
                </a:moveTo>
                <a:lnTo>
                  <a:pt x="515285" y="0"/>
                </a:lnTo>
                <a:lnTo>
                  <a:pt x="514351" y="9265"/>
                </a:lnTo>
                <a:lnTo>
                  <a:pt x="537283" y="236739"/>
                </a:lnTo>
                <a:cubicBezTo>
                  <a:pt x="642531" y="751075"/>
                  <a:pt x="1097615" y="1137977"/>
                  <a:pt x="1643064" y="1137977"/>
                </a:cubicBezTo>
                <a:lnTo>
                  <a:pt x="8434387" y="1137978"/>
                </a:lnTo>
                <a:cubicBezTo>
                  <a:pt x="9057758" y="1137978"/>
                  <a:pt x="9563100" y="632636"/>
                  <a:pt x="9563100" y="9265"/>
                </a:cubicBezTo>
                <a:lnTo>
                  <a:pt x="9563101" y="9265"/>
                </a:lnTo>
                <a:lnTo>
                  <a:pt x="9562633" y="0"/>
                </a:lnTo>
                <a:lnTo>
                  <a:pt x="10076982" y="0"/>
                </a:lnTo>
                <a:lnTo>
                  <a:pt x="10077450" y="9264"/>
                </a:lnTo>
                <a:cubicBezTo>
                  <a:pt x="10077450" y="919333"/>
                  <a:pt x="9339694" y="1657089"/>
                  <a:pt x="8429625" y="1657089"/>
                </a:cubicBezTo>
                <a:lnTo>
                  <a:pt x="1647825" y="1657089"/>
                </a:lnTo>
                <a:cubicBezTo>
                  <a:pt x="737756" y="1657089"/>
                  <a:pt x="0" y="919333"/>
                  <a:pt x="0" y="9264"/>
                </a:cubicBezTo>
                <a:lnTo>
                  <a:pt x="468" y="0"/>
                </a:lnTo>
                <a:close/>
              </a:path>
            </a:pathLst>
          </a:custGeom>
          <a:gradFill>
            <a:gsLst>
              <a:gs pos="0">
                <a:srgbClr val="4794FF"/>
              </a:gs>
              <a:gs pos="100000">
                <a:srgbClr val="4794FF">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j-ea"/>
              <a:ea typeface="+mj-ea"/>
            </a:endParaRPr>
          </a:p>
        </p:txBody>
      </p:sp>
      <p:sp>
        <p:nvSpPr>
          <p:cNvPr id="4" name="任意多边形: 形状 12"/>
          <p:cNvSpPr/>
          <p:nvPr/>
        </p:nvSpPr>
        <p:spPr>
          <a:xfrm>
            <a:off x="870419" y="1952114"/>
            <a:ext cx="10076514" cy="1638561"/>
          </a:xfrm>
          <a:custGeom>
            <a:avLst/>
            <a:gdLst>
              <a:gd name="connsiteX0" fmla="*/ 1647357 w 10076514"/>
              <a:gd name="connsiteY0" fmla="*/ 0 h 1638561"/>
              <a:gd name="connsiteX1" fmla="*/ 8429157 w 10076514"/>
              <a:gd name="connsiteY1" fmla="*/ 0 h 1638561"/>
              <a:gd name="connsiteX2" fmla="*/ 10068474 w 10076514"/>
              <a:gd name="connsiteY2" fmla="*/ 1479344 h 1638561"/>
              <a:gd name="connsiteX3" fmla="*/ 10076514 w 10076514"/>
              <a:gd name="connsiteY3" fmla="*/ 1638561 h 1638561"/>
              <a:gd name="connsiteX4" fmla="*/ 9562165 w 10076514"/>
              <a:gd name="connsiteY4" fmla="*/ 1638561 h 1638561"/>
              <a:gd name="connsiteX5" fmla="*/ 9556806 w 10076514"/>
              <a:gd name="connsiteY5" fmla="*/ 1532422 h 1638561"/>
              <a:gd name="connsiteX6" fmla="*/ 8433920 w 10076514"/>
              <a:gd name="connsiteY6" fmla="*/ 519113 h 1638561"/>
              <a:gd name="connsiteX7" fmla="*/ 1642596 w 10076514"/>
              <a:gd name="connsiteY7" fmla="*/ 519113 h 1638561"/>
              <a:gd name="connsiteX8" fmla="*/ 536815 w 10076514"/>
              <a:gd name="connsiteY8" fmla="*/ 1420351 h 1638561"/>
              <a:gd name="connsiteX9" fmla="*/ 514817 w 10076514"/>
              <a:gd name="connsiteY9" fmla="*/ 1638561 h 1638561"/>
              <a:gd name="connsiteX10" fmla="*/ 0 w 10076514"/>
              <a:gd name="connsiteY10" fmla="*/ 1638561 h 1638561"/>
              <a:gd name="connsiteX11" fmla="*/ 8040 w 10076514"/>
              <a:gd name="connsiteY11" fmla="*/ 1479344 h 1638561"/>
              <a:gd name="connsiteX12" fmla="*/ 1647357 w 10076514"/>
              <a:gd name="connsiteY12" fmla="*/ 0 h 1638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076514" h="1638559">
                <a:moveTo>
                  <a:pt x="1647357" y="0"/>
                </a:moveTo>
                <a:lnTo>
                  <a:pt x="8429157" y="0"/>
                </a:lnTo>
                <a:cubicBezTo>
                  <a:pt x="9282347" y="0"/>
                  <a:pt x="9984089" y="648418"/>
                  <a:pt x="10068474" y="1479344"/>
                </a:cubicBezTo>
                <a:lnTo>
                  <a:pt x="10076514" y="1638561"/>
                </a:lnTo>
                <a:lnTo>
                  <a:pt x="9562165" y="1638561"/>
                </a:lnTo>
                <a:lnTo>
                  <a:pt x="9556806" y="1532422"/>
                </a:lnTo>
                <a:cubicBezTo>
                  <a:pt x="9499004" y="963261"/>
                  <a:pt x="9018330" y="519113"/>
                  <a:pt x="8433920" y="519113"/>
                </a:cubicBezTo>
                <a:lnTo>
                  <a:pt x="1642596" y="519113"/>
                </a:lnTo>
                <a:cubicBezTo>
                  <a:pt x="1097147" y="519113"/>
                  <a:pt x="642063" y="906016"/>
                  <a:pt x="536815" y="1420351"/>
                </a:cubicBezTo>
                <a:lnTo>
                  <a:pt x="514817" y="1638561"/>
                </a:lnTo>
                <a:lnTo>
                  <a:pt x="0" y="1638561"/>
                </a:lnTo>
                <a:lnTo>
                  <a:pt x="8040" y="1479344"/>
                </a:lnTo>
                <a:cubicBezTo>
                  <a:pt x="92425" y="648418"/>
                  <a:pt x="794167" y="0"/>
                  <a:pt x="1647357" y="0"/>
                </a:cubicBezTo>
                <a:close/>
              </a:path>
            </a:pathLst>
          </a:custGeom>
          <a:gradFill>
            <a:gsLst>
              <a:gs pos="0">
                <a:srgbClr val="274FF2"/>
              </a:gs>
              <a:gs pos="100000">
                <a:srgbClr val="274FF2">
                  <a:alpha val="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j-ea"/>
              <a:ea typeface="+mj-ea"/>
            </a:endParaRPr>
          </a:p>
        </p:txBody>
      </p:sp>
      <p:sp>
        <p:nvSpPr>
          <p:cNvPr id="6" name="椭圆 5"/>
          <p:cNvSpPr/>
          <p:nvPr/>
        </p:nvSpPr>
        <p:spPr>
          <a:xfrm>
            <a:off x="1053109" y="2583442"/>
            <a:ext cx="540741" cy="540741"/>
          </a:xfrm>
          <a:prstGeom prst="ellipse">
            <a:avLst/>
          </a:prstGeom>
          <a:solidFill>
            <a:srgbClr val="274FF2"/>
          </a:solidFill>
          <a:ln>
            <a:solidFill>
              <a:schemeClr val="bg1"/>
            </a:solid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7" name="椭圆 6"/>
          <p:cNvSpPr/>
          <p:nvPr/>
        </p:nvSpPr>
        <p:spPr>
          <a:xfrm>
            <a:off x="2564409" y="1933586"/>
            <a:ext cx="540741" cy="540741"/>
          </a:xfrm>
          <a:prstGeom prst="ellipse">
            <a:avLst/>
          </a:prstGeom>
          <a:solidFill>
            <a:srgbClr val="274FF2"/>
          </a:solidFill>
          <a:ln>
            <a:solidFill>
              <a:schemeClr val="bg1"/>
            </a:solid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8" name="椭圆 7"/>
          <p:cNvSpPr/>
          <p:nvPr/>
        </p:nvSpPr>
        <p:spPr>
          <a:xfrm>
            <a:off x="3842076" y="1933586"/>
            <a:ext cx="540741" cy="540741"/>
          </a:xfrm>
          <a:prstGeom prst="ellipse">
            <a:avLst/>
          </a:prstGeom>
          <a:solidFill>
            <a:srgbClr val="274FF2"/>
          </a:solidFill>
          <a:ln>
            <a:solidFill>
              <a:schemeClr val="bg1"/>
            </a:solid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10" name="椭圆 9"/>
          <p:cNvSpPr/>
          <p:nvPr/>
        </p:nvSpPr>
        <p:spPr>
          <a:xfrm>
            <a:off x="5119743" y="1933586"/>
            <a:ext cx="540741" cy="540741"/>
          </a:xfrm>
          <a:prstGeom prst="ellipse">
            <a:avLst/>
          </a:prstGeom>
          <a:solidFill>
            <a:srgbClr val="274FF2"/>
          </a:solidFill>
          <a:ln>
            <a:solidFill>
              <a:schemeClr val="bg1"/>
            </a:solid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11" name="椭圆 10"/>
          <p:cNvSpPr/>
          <p:nvPr/>
        </p:nvSpPr>
        <p:spPr>
          <a:xfrm>
            <a:off x="6397410" y="1933586"/>
            <a:ext cx="540741" cy="540741"/>
          </a:xfrm>
          <a:prstGeom prst="ellipse">
            <a:avLst/>
          </a:prstGeom>
          <a:solidFill>
            <a:srgbClr val="274FF2"/>
          </a:solidFill>
          <a:ln>
            <a:solidFill>
              <a:schemeClr val="bg1"/>
            </a:solid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13" name="椭圆 12"/>
          <p:cNvSpPr/>
          <p:nvPr/>
        </p:nvSpPr>
        <p:spPr>
          <a:xfrm>
            <a:off x="7675077" y="1933586"/>
            <a:ext cx="540741" cy="540741"/>
          </a:xfrm>
          <a:prstGeom prst="ellipse">
            <a:avLst/>
          </a:prstGeom>
          <a:solidFill>
            <a:srgbClr val="274FF2"/>
          </a:solidFill>
          <a:ln>
            <a:solidFill>
              <a:schemeClr val="bg1"/>
            </a:solid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14" name="椭圆 13"/>
          <p:cNvSpPr/>
          <p:nvPr/>
        </p:nvSpPr>
        <p:spPr>
          <a:xfrm>
            <a:off x="8952743" y="1933586"/>
            <a:ext cx="540741" cy="540741"/>
          </a:xfrm>
          <a:prstGeom prst="ellipse">
            <a:avLst/>
          </a:prstGeom>
          <a:solidFill>
            <a:srgbClr val="274FF2"/>
          </a:solidFill>
          <a:ln>
            <a:solidFill>
              <a:schemeClr val="bg1"/>
            </a:solid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15" name="椭圆 14"/>
          <p:cNvSpPr/>
          <p:nvPr/>
        </p:nvSpPr>
        <p:spPr>
          <a:xfrm>
            <a:off x="10216288" y="2583442"/>
            <a:ext cx="540741" cy="540741"/>
          </a:xfrm>
          <a:prstGeom prst="ellipse">
            <a:avLst/>
          </a:prstGeom>
          <a:solidFill>
            <a:srgbClr val="274FF2"/>
          </a:solidFill>
          <a:ln>
            <a:solidFill>
              <a:schemeClr val="bg1"/>
            </a:solid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16" name="椭圆 15"/>
          <p:cNvSpPr/>
          <p:nvPr/>
        </p:nvSpPr>
        <p:spPr>
          <a:xfrm>
            <a:off x="2564409" y="4731257"/>
            <a:ext cx="540741" cy="540741"/>
          </a:xfrm>
          <a:prstGeom prst="ellipse">
            <a:avLst/>
          </a:prstGeom>
          <a:solidFill>
            <a:srgbClr val="4794FF"/>
          </a:solidFill>
          <a:ln>
            <a:solidFill>
              <a:schemeClr val="bg1"/>
            </a:solid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17" name="椭圆 16"/>
          <p:cNvSpPr/>
          <p:nvPr/>
        </p:nvSpPr>
        <p:spPr>
          <a:xfrm>
            <a:off x="3842076" y="4731257"/>
            <a:ext cx="540741" cy="540741"/>
          </a:xfrm>
          <a:prstGeom prst="ellipse">
            <a:avLst/>
          </a:prstGeom>
          <a:solidFill>
            <a:srgbClr val="4794FF"/>
          </a:solidFill>
          <a:ln>
            <a:solidFill>
              <a:schemeClr val="bg1"/>
            </a:solid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18" name="椭圆 17"/>
          <p:cNvSpPr/>
          <p:nvPr/>
        </p:nvSpPr>
        <p:spPr>
          <a:xfrm>
            <a:off x="5119743" y="4731257"/>
            <a:ext cx="540741" cy="540741"/>
          </a:xfrm>
          <a:prstGeom prst="ellipse">
            <a:avLst/>
          </a:prstGeom>
          <a:solidFill>
            <a:srgbClr val="4794FF"/>
          </a:solidFill>
          <a:ln>
            <a:solidFill>
              <a:schemeClr val="bg1"/>
            </a:solid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19" name="椭圆 18"/>
          <p:cNvSpPr/>
          <p:nvPr/>
        </p:nvSpPr>
        <p:spPr>
          <a:xfrm>
            <a:off x="6397410" y="4731257"/>
            <a:ext cx="540741" cy="540741"/>
          </a:xfrm>
          <a:prstGeom prst="ellipse">
            <a:avLst/>
          </a:prstGeom>
          <a:solidFill>
            <a:srgbClr val="4794FF"/>
          </a:solidFill>
          <a:ln>
            <a:solidFill>
              <a:schemeClr val="bg1"/>
            </a:solid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20" name="椭圆 19"/>
          <p:cNvSpPr/>
          <p:nvPr/>
        </p:nvSpPr>
        <p:spPr>
          <a:xfrm>
            <a:off x="7675077" y="4731257"/>
            <a:ext cx="540741" cy="540741"/>
          </a:xfrm>
          <a:prstGeom prst="ellipse">
            <a:avLst/>
          </a:prstGeom>
          <a:solidFill>
            <a:srgbClr val="4794FF"/>
          </a:solidFill>
          <a:ln>
            <a:solidFill>
              <a:schemeClr val="bg1"/>
            </a:solid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21" name="椭圆 20"/>
          <p:cNvSpPr/>
          <p:nvPr/>
        </p:nvSpPr>
        <p:spPr>
          <a:xfrm>
            <a:off x="8952743" y="4731257"/>
            <a:ext cx="540741" cy="540741"/>
          </a:xfrm>
          <a:prstGeom prst="ellipse">
            <a:avLst/>
          </a:prstGeom>
          <a:solidFill>
            <a:srgbClr val="4794FF"/>
          </a:solidFill>
          <a:ln>
            <a:solidFill>
              <a:schemeClr val="bg1"/>
            </a:solid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22" name="椭圆 21"/>
          <p:cNvSpPr/>
          <p:nvPr/>
        </p:nvSpPr>
        <p:spPr>
          <a:xfrm>
            <a:off x="1053109" y="4066456"/>
            <a:ext cx="540741" cy="540741"/>
          </a:xfrm>
          <a:prstGeom prst="ellipse">
            <a:avLst/>
          </a:prstGeom>
          <a:solidFill>
            <a:srgbClr val="4794FF"/>
          </a:solidFill>
          <a:ln>
            <a:solidFill>
              <a:schemeClr val="bg1"/>
            </a:solid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25" name="椭圆 24"/>
          <p:cNvSpPr/>
          <p:nvPr/>
        </p:nvSpPr>
        <p:spPr>
          <a:xfrm>
            <a:off x="10212617" y="4066456"/>
            <a:ext cx="540741" cy="540741"/>
          </a:xfrm>
          <a:prstGeom prst="ellipse">
            <a:avLst/>
          </a:prstGeom>
          <a:solidFill>
            <a:srgbClr val="4794FF"/>
          </a:solidFill>
          <a:ln>
            <a:solidFill>
              <a:schemeClr val="bg1"/>
            </a:solid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grpSp>
        <p:nvGrpSpPr>
          <p:cNvPr id="26" name="组合 25"/>
          <p:cNvGrpSpPr/>
          <p:nvPr/>
        </p:nvGrpSpPr>
        <p:grpSpPr>
          <a:xfrm>
            <a:off x="7199089" y="2133975"/>
            <a:ext cx="215048" cy="139962"/>
            <a:chOff x="7145332" y="2692138"/>
            <a:chExt cx="353962" cy="230373"/>
          </a:xfrm>
        </p:grpSpPr>
        <p:sp>
          <p:nvSpPr>
            <p:cNvPr id="27" name="等腰三角形 31"/>
            <p:cNvSpPr/>
            <p:nvPr/>
          </p:nvSpPr>
          <p:spPr>
            <a:xfrm rot="5400000">
              <a:off x="7284809"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28" name="等腰三角形 32"/>
            <p:cNvSpPr/>
            <p:nvPr/>
          </p:nvSpPr>
          <p:spPr>
            <a:xfrm rot="5400000">
              <a:off x="7129444"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grpSp>
      <p:grpSp>
        <p:nvGrpSpPr>
          <p:cNvPr id="29" name="组合 28"/>
          <p:cNvGrpSpPr/>
          <p:nvPr/>
        </p:nvGrpSpPr>
        <p:grpSpPr>
          <a:xfrm>
            <a:off x="5938616" y="2133975"/>
            <a:ext cx="215048" cy="139962"/>
            <a:chOff x="7145332" y="2692138"/>
            <a:chExt cx="353962" cy="230373"/>
          </a:xfrm>
        </p:grpSpPr>
        <p:sp>
          <p:nvSpPr>
            <p:cNvPr id="30" name="等腰三角形 35"/>
            <p:cNvSpPr/>
            <p:nvPr/>
          </p:nvSpPr>
          <p:spPr>
            <a:xfrm rot="5400000">
              <a:off x="7284809"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31" name="等腰三角形 36"/>
            <p:cNvSpPr/>
            <p:nvPr/>
          </p:nvSpPr>
          <p:spPr>
            <a:xfrm rot="5400000">
              <a:off x="7129444"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grpSp>
      <p:grpSp>
        <p:nvGrpSpPr>
          <p:cNvPr id="32" name="组合 31"/>
          <p:cNvGrpSpPr/>
          <p:nvPr/>
        </p:nvGrpSpPr>
        <p:grpSpPr>
          <a:xfrm>
            <a:off x="4663573" y="2133975"/>
            <a:ext cx="215048" cy="139962"/>
            <a:chOff x="7145332" y="2692138"/>
            <a:chExt cx="353962" cy="230373"/>
          </a:xfrm>
        </p:grpSpPr>
        <p:sp>
          <p:nvSpPr>
            <p:cNvPr id="33" name="等腰三角形 38"/>
            <p:cNvSpPr/>
            <p:nvPr/>
          </p:nvSpPr>
          <p:spPr>
            <a:xfrm rot="5400000">
              <a:off x="7284809"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34" name="等腰三角形 39"/>
            <p:cNvSpPr/>
            <p:nvPr/>
          </p:nvSpPr>
          <p:spPr>
            <a:xfrm rot="5400000">
              <a:off x="7129444"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grpSp>
      <p:grpSp>
        <p:nvGrpSpPr>
          <p:cNvPr id="35" name="组合 34"/>
          <p:cNvGrpSpPr/>
          <p:nvPr/>
        </p:nvGrpSpPr>
        <p:grpSpPr>
          <a:xfrm>
            <a:off x="3348897" y="2133975"/>
            <a:ext cx="215048" cy="139962"/>
            <a:chOff x="7145332" y="2692138"/>
            <a:chExt cx="353962" cy="230373"/>
          </a:xfrm>
        </p:grpSpPr>
        <p:sp>
          <p:nvSpPr>
            <p:cNvPr id="36" name="等腰三角形 41"/>
            <p:cNvSpPr/>
            <p:nvPr/>
          </p:nvSpPr>
          <p:spPr>
            <a:xfrm rot="5400000">
              <a:off x="7284809"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37" name="等腰三角形 42"/>
            <p:cNvSpPr/>
            <p:nvPr/>
          </p:nvSpPr>
          <p:spPr>
            <a:xfrm rot="5400000">
              <a:off x="7129444"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grpSp>
      <p:grpSp>
        <p:nvGrpSpPr>
          <p:cNvPr id="38" name="组合 37"/>
          <p:cNvGrpSpPr/>
          <p:nvPr/>
        </p:nvGrpSpPr>
        <p:grpSpPr>
          <a:xfrm>
            <a:off x="8493372" y="2133975"/>
            <a:ext cx="215048" cy="139962"/>
            <a:chOff x="7145332" y="2692138"/>
            <a:chExt cx="353962" cy="230373"/>
          </a:xfrm>
        </p:grpSpPr>
        <p:sp>
          <p:nvSpPr>
            <p:cNvPr id="39" name="等腰三角形 44"/>
            <p:cNvSpPr/>
            <p:nvPr/>
          </p:nvSpPr>
          <p:spPr>
            <a:xfrm rot="5400000">
              <a:off x="7284809"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40" name="等腰三角形 45"/>
            <p:cNvSpPr/>
            <p:nvPr/>
          </p:nvSpPr>
          <p:spPr>
            <a:xfrm rot="5400000">
              <a:off x="7129444"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grpSp>
      <p:grpSp>
        <p:nvGrpSpPr>
          <p:cNvPr id="41" name="组合 40"/>
          <p:cNvGrpSpPr/>
          <p:nvPr/>
        </p:nvGrpSpPr>
        <p:grpSpPr>
          <a:xfrm rot="1800000">
            <a:off x="9851000" y="2318324"/>
            <a:ext cx="215048" cy="139962"/>
            <a:chOff x="7145332" y="2692138"/>
            <a:chExt cx="353962" cy="230373"/>
          </a:xfrm>
        </p:grpSpPr>
        <p:sp>
          <p:nvSpPr>
            <p:cNvPr id="42" name="等腰三角形 48"/>
            <p:cNvSpPr/>
            <p:nvPr/>
          </p:nvSpPr>
          <p:spPr>
            <a:xfrm rot="5400000">
              <a:off x="7284809"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43" name="等腰三角形 49"/>
            <p:cNvSpPr/>
            <p:nvPr/>
          </p:nvSpPr>
          <p:spPr>
            <a:xfrm rot="5400000">
              <a:off x="7129444"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grpSp>
      <p:grpSp>
        <p:nvGrpSpPr>
          <p:cNvPr id="44" name="组合 43"/>
          <p:cNvGrpSpPr/>
          <p:nvPr/>
        </p:nvGrpSpPr>
        <p:grpSpPr>
          <a:xfrm rot="19800000" flipH="1">
            <a:off x="9850999" y="4723064"/>
            <a:ext cx="215048" cy="139962"/>
            <a:chOff x="7145332" y="2692138"/>
            <a:chExt cx="353962" cy="230373"/>
          </a:xfrm>
        </p:grpSpPr>
        <p:sp>
          <p:nvSpPr>
            <p:cNvPr id="45" name="等腰三角形 51"/>
            <p:cNvSpPr/>
            <p:nvPr/>
          </p:nvSpPr>
          <p:spPr>
            <a:xfrm rot="5400000">
              <a:off x="7284809"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46" name="等腰三角形 52"/>
            <p:cNvSpPr/>
            <p:nvPr/>
          </p:nvSpPr>
          <p:spPr>
            <a:xfrm rot="5400000">
              <a:off x="7129444"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grpSp>
      <p:grpSp>
        <p:nvGrpSpPr>
          <p:cNvPr id="47" name="组合 46"/>
          <p:cNvGrpSpPr/>
          <p:nvPr/>
        </p:nvGrpSpPr>
        <p:grpSpPr>
          <a:xfrm flipH="1">
            <a:off x="8493372" y="4931646"/>
            <a:ext cx="215048" cy="139962"/>
            <a:chOff x="7145332" y="2692138"/>
            <a:chExt cx="353962" cy="230373"/>
          </a:xfrm>
        </p:grpSpPr>
        <p:sp>
          <p:nvSpPr>
            <p:cNvPr id="48" name="等腰三角形 54"/>
            <p:cNvSpPr/>
            <p:nvPr/>
          </p:nvSpPr>
          <p:spPr>
            <a:xfrm rot="5400000">
              <a:off x="7284809"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49" name="等腰三角形 55"/>
            <p:cNvSpPr/>
            <p:nvPr/>
          </p:nvSpPr>
          <p:spPr>
            <a:xfrm rot="5400000">
              <a:off x="7129444"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grpSp>
      <p:grpSp>
        <p:nvGrpSpPr>
          <p:cNvPr id="50" name="组合 49"/>
          <p:cNvGrpSpPr/>
          <p:nvPr/>
        </p:nvGrpSpPr>
        <p:grpSpPr>
          <a:xfrm flipH="1">
            <a:off x="7212222" y="4931646"/>
            <a:ext cx="215048" cy="139962"/>
            <a:chOff x="7145332" y="2692138"/>
            <a:chExt cx="353962" cy="230373"/>
          </a:xfrm>
        </p:grpSpPr>
        <p:sp>
          <p:nvSpPr>
            <p:cNvPr id="51" name="等腰三角形 57"/>
            <p:cNvSpPr/>
            <p:nvPr/>
          </p:nvSpPr>
          <p:spPr>
            <a:xfrm rot="5400000">
              <a:off x="7284809"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52" name="等腰三角形 58"/>
            <p:cNvSpPr/>
            <p:nvPr/>
          </p:nvSpPr>
          <p:spPr>
            <a:xfrm rot="5400000">
              <a:off x="7129444"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grpSp>
      <p:grpSp>
        <p:nvGrpSpPr>
          <p:cNvPr id="53" name="组合 52"/>
          <p:cNvGrpSpPr/>
          <p:nvPr/>
        </p:nvGrpSpPr>
        <p:grpSpPr>
          <a:xfrm flipH="1">
            <a:off x="5898772" y="4931646"/>
            <a:ext cx="215048" cy="139962"/>
            <a:chOff x="7145332" y="2692138"/>
            <a:chExt cx="353962" cy="230373"/>
          </a:xfrm>
        </p:grpSpPr>
        <p:sp>
          <p:nvSpPr>
            <p:cNvPr id="54" name="等腰三角形 60"/>
            <p:cNvSpPr/>
            <p:nvPr/>
          </p:nvSpPr>
          <p:spPr>
            <a:xfrm rot="5400000">
              <a:off x="7284809"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55" name="等腰三角形 61"/>
            <p:cNvSpPr/>
            <p:nvPr/>
          </p:nvSpPr>
          <p:spPr>
            <a:xfrm rot="5400000">
              <a:off x="7129444"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grpSp>
      <p:grpSp>
        <p:nvGrpSpPr>
          <p:cNvPr id="56" name="组合 55"/>
          <p:cNvGrpSpPr/>
          <p:nvPr/>
        </p:nvGrpSpPr>
        <p:grpSpPr>
          <a:xfrm flipH="1">
            <a:off x="4666451" y="4931646"/>
            <a:ext cx="215048" cy="139962"/>
            <a:chOff x="7145332" y="2692138"/>
            <a:chExt cx="353962" cy="230373"/>
          </a:xfrm>
        </p:grpSpPr>
        <p:sp>
          <p:nvSpPr>
            <p:cNvPr id="57" name="等腰三角形 64"/>
            <p:cNvSpPr/>
            <p:nvPr/>
          </p:nvSpPr>
          <p:spPr>
            <a:xfrm rot="5400000">
              <a:off x="7284809"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58" name="等腰三角形 65"/>
            <p:cNvSpPr/>
            <p:nvPr/>
          </p:nvSpPr>
          <p:spPr>
            <a:xfrm rot="5400000">
              <a:off x="7129444"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grpSp>
      <p:grpSp>
        <p:nvGrpSpPr>
          <p:cNvPr id="59" name="组合 58"/>
          <p:cNvGrpSpPr/>
          <p:nvPr/>
        </p:nvGrpSpPr>
        <p:grpSpPr>
          <a:xfrm flipH="1">
            <a:off x="3370293" y="4931646"/>
            <a:ext cx="215048" cy="139962"/>
            <a:chOff x="7145332" y="2692138"/>
            <a:chExt cx="353962" cy="230373"/>
          </a:xfrm>
        </p:grpSpPr>
        <p:sp>
          <p:nvSpPr>
            <p:cNvPr id="60" name="等腰三角形 67"/>
            <p:cNvSpPr/>
            <p:nvPr/>
          </p:nvSpPr>
          <p:spPr>
            <a:xfrm rot="5400000">
              <a:off x="7284809"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62" name="等腰三角形 68"/>
            <p:cNvSpPr/>
            <p:nvPr/>
          </p:nvSpPr>
          <p:spPr>
            <a:xfrm rot="5400000">
              <a:off x="7129444"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grpSp>
      <p:grpSp>
        <p:nvGrpSpPr>
          <p:cNvPr id="64" name="组合 63"/>
          <p:cNvGrpSpPr/>
          <p:nvPr/>
        </p:nvGrpSpPr>
        <p:grpSpPr>
          <a:xfrm rot="1800000" flipH="1">
            <a:off x="1882681" y="4840523"/>
            <a:ext cx="215048" cy="139962"/>
            <a:chOff x="7145332" y="2692138"/>
            <a:chExt cx="353962" cy="230373"/>
          </a:xfrm>
        </p:grpSpPr>
        <p:sp>
          <p:nvSpPr>
            <p:cNvPr id="65" name="等腰三角形 70"/>
            <p:cNvSpPr/>
            <p:nvPr/>
          </p:nvSpPr>
          <p:spPr>
            <a:xfrm rot="5400000">
              <a:off x="7284809"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66" name="等腰三角形 71"/>
            <p:cNvSpPr/>
            <p:nvPr/>
          </p:nvSpPr>
          <p:spPr>
            <a:xfrm rot="5400000">
              <a:off x="7129444" y="2708026"/>
              <a:ext cx="230373" cy="19859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grpSp>
      <p:grpSp>
        <p:nvGrpSpPr>
          <p:cNvPr id="67" name="组合 66"/>
          <p:cNvGrpSpPr/>
          <p:nvPr/>
        </p:nvGrpSpPr>
        <p:grpSpPr>
          <a:xfrm rot="18000000" flipH="1">
            <a:off x="1749769" y="2314791"/>
            <a:ext cx="202403" cy="187157"/>
            <a:chOff x="1889003" y="2779143"/>
            <a:chExt cx="202403" cy="187157"/>
          </a:xfrm>
        </p:grpSpPr>
        <p:sp>
          <p:nvSpPr>
            <p:cNvPr id="68" name="等腰三角形 73"/>
            <p:cNvSpPr/>
            <p:nvPr/>
          </p:nvSpPr>
          <p:spPr>
            <a:xfrm rot="3600000" flipH="1" flipV="1">
              <a:off x="1879351" y="2835990"/>
              <a:ext cx="139962" cy="12065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sp>
          <p:nvSpPr>
            <p:cNvPr id="69" name="等腰三角形 74"/>
            <p:cNvSpPr/>
            <p:nvPr/>
          </p:nvSpPr>
          <p:spPr>
            <a:xfrm rot="3600000" flipH="1" flipV="1">
              <a:off x="1961097" y="2788795"/>
              <a:ext cx="139962" cy="120657"/>
            </a:xfrm>
            <a:prstGeom prst="triangle">
              <a:avLst/>
            </a:prstGeom>
            <a:gradFill>
              <a:gsLst>
                <a:gs pos="0">
                  <a:schemeClr val="bg1"/>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ea"/>
                <a:ea typeface="+mj-ea"/>
              </a:endParaRPr>
            </a:p>
          </p:txBody>
        </p:sp>
      </p:grpSp>
      <p:pic>
        <p:nvPicPr>
          <p:cNvPr id="70" name="图形 6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48411" y="4904591"/>
            <a:ext cx="194072" cy="194072"/>
          </a:xfrm>
          <a:prstGeom prst="rect">
            <a:avLst/>
          </a:prstGeom>
        </p:spPr>
      </p:pic>
      <p:pic>
        <p:nvPicPr>
          <p:cNvPr id="71" name="图形 7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19146" y="4911522"/>
            <a:ext cx="207935" cy="180210"/>
          </a:xfrm>
          <a:prstGeom prst="rect">
            <a:avLst/>
          </a:prstGeom>
        </p:spPr>
      </p:pic>
      <p:pic>
        <p:nvPicPr>
          <p:cNvPr id="72" name="图形 7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379020" y="4232859"/>
            <a:ext cx="207934" cy="207934"/>
          </a:xfrm>
          <a:prstGeom prst="rect">
            <a:avLst/>
          </a:prstGeom>
        </p:spPr>
      </p:pic>
      <p:pic>
        <p:nvPicPr>
          <p:cNvPr id="73" name="图形 7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219512" y="2763707"/>
            <a:ext cx="207935" cy="180210"/>
          </a:xfrm>
          <a:prstGeom prst="rect">
            <a:avLst/>
          </a:prstGeom>
        </p:spPr>
      </p:pic>
      <p:pic>
        <p:nvPicPr>
          <p:cNvPr id="74" name="图形 73"/>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730812" y="2120783"/>
            <a:ext cx="207934" cy="166347"/>
          </a:xfrm>
          <a:prstGeom prst="rect">
            <a:avLst/>
          </a:prstGeom>
        </p:spPr>
      </p:pic>
      <p:pic>
        <p:nvPicPr>
          <p:cNvPr id="87" name="图形 86"/>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008479" y="2106920"/>
            <a:ext cx="207934" cy="194072"/>
          </a:xfrm>
          <a:prstGeom prst="rect">
            <a:avLst/>
          </a:prstGeom>
        </p:spPr>
      </p:pic>
      <p:pic>
        <p:nvPicPr>
          <p:cNvPr id="88" name="图形 87"/>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310405" y="2106920"/>
            <a:ext cx="159416" cy="194072"/>
          </a:xfrm>
          <a:prstGeom prst="rect">
            <a:avLst/>
          </a:prstGeom>
        </p:spPr>
      </p:pic>
      <p:pic>
        <p:nvPicPr>
          <p:cNvPr id="89" name="图形 88"/>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563813" y="2099989"/>
            <a:ext cx="207934" cy="207934"/>
          </a:xfrm>
          <a:prstGeom prst="rect">
            <a:avLst/>
          </a:prstGeom>
        </p:spPr>
      </p:pic>
      <p:pic>
        <p:nvPicPr>
          <p:cNvPr id="94" name="图形 93"/>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855342" y="2113851"/>
            <a:ext cx="180210" cy="180210"/>
          </a:xfrm>
          <a:prstGeom prst="rect">
            <a:avLst/>
          </a:prstGeom>
        </p:spPr>
      </p:pic>
      <p:pic>
        <p:nvPicPr>
          <p:cNvPr id="95" name="图形 94"/>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139939" y="2110386"/>
            <a:ext cx="166348" cy="187141"/>
          </a:xfrm>
          <a:prstGeom prst="rect">
            <a:avLst/>
          </a:prstGeom>
        </p:spPr>
      </p:pic>
      <p:pic>
        <p:nvPicPr>
          <p:cNvPr id="96" name="图形 95"/>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403485" y="2756776"/>
            <a:ext cx="166347" cy="194072"/>
          </a:xfrm>
          <a:prstGeom prst="rect">
            <a:avLst/>
          </a:prstGeom>
        </p:spPr>
      </p:pic>
      <p:pic>
        <p:nvPicPr>
          <p:cNvPr id="99" name="图形 98"/>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247237" y="4239790"/>
            <a:ext cx="152485" cy="194072"/>
          </a:xfrm>
          <a:prstGeom prst="rect">
            <a:avLst/>
          </a:prstGeom>
        </p:spPr>
      </p:pic>
      <p:pic>
        <p:nvPicPr>
          <p:cNvPr id="100" name="图形 99"/>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2744674" y="4904591"/>
            <a:ext cx="180210" cy="194072"/>
          </a:xfrm>
          <a:prstGeom prst="rect">
            <a:avLst/>
          </a:prstGeom>
        </p:spPr>
      </p:pic>
      <p:pic>
        <p:nvPicPr>
          <p:cNvPr id="101" name="图形 100"/>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4015410" y="4904591"/>
            <a:ext cx="194072" cy="194072"/>
          </a:xfrm>
          <a:prstGeom prst="rect">
            <a:avLst/>
          </a:prstGeom>
        </p:spPr>
      </p:pic>
      <p:pic>
        <p:nvPicPr>
          <p:cNvPr id="102" name="图形 101"/>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5306940" y="4918454"/>
            <a:ext cx="166347" cy="166347"/>
          </a:xfrm>
          <a:prstGeom prst="rect">
            <a:avLst/>
          </a:prstGeom>
        </p:spPr>
      </p:pic>
      <p:pic>
        <p:nvPicPr>
          <p:cNvPr id="115" name="图形 114"/>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6584607" y="4918454"/>
            <a:ext cx="166347" cy="166347"/>
          </a:xfrm>
          <a:prstGeom prst="rect">
            <a:avLst/>
          </a:prstGeom>
        </p:spPr>
      </p:pic>
      <p:sp>
        <p:nvSpPr>
          <p:cNvPr id="116" name="文本框 115"/>
          <p:cNvSpPr txBox="1"/>
          <p:nvPr/>
        </p:nvSpPr>
        <p:spPr>
          <a:xfrm>
            <a:off x="2178608" y="1489419"/>
            <a:ext cx="1312342" cy="338554"/>
          </a:xfrm>
          <a:prstGeom prst="rect">
            <a:avLst/>
          </a:prstGeom>
          <a:noFill/>
          <a:effectLst/>
        </p:spPr>
        <p:txBody>
          <a:bodyPr wrap="square" rtlCol="0">
            <a:spAutoFit/>
          </a:bodyPr>
          <a:lstStyle>
            <a:defPPr>
              <a:defRPr lang="en-US"/>
            </a:defPPr>
            <a:lvl1pPr>
              <a:defRPr sz="2500">
                <a:gradFill>
                  <a:gsLst>
                    <a:gs pos="0">
                      <a:schemeClr val="bg2">
                        <a:lumMod val="50000"/>
                      </a:schemeClr>
                    </a:gs>
                    <a:gs pos="100000">
                      <a:schemeClr val="tx1"/>
                    </a:gs>
                  </a:gsLst>
                  <a:lin ang="5400000" scaled="0"/>
                </a:gradFill>
                <a:effectLst>
                  <a:outerShdw blurRad="254000" sx="102000" sy="102000" algn="ctr" rotWithShape="0">
                    <a:prstClr val="black">
                      <a:alpha val="20000"/>
                    </a:prstClr>
                  </a:outerShdw>
                </a:effectLst>
                <a:latin typeface="+mj-ea"/>
                <a:ea typeface="+mj-ea"/>
              </a:defRPr>
            </a:lvl1pPr>
          </a:lstStyle>
          <a:p>
            <a:pPr algn="ctr"/>
            <a:r>
              <a:rPr lang="zh-CN" altLang="en-US" sz="1600">
                <a:solidFill>
                  <a:srgbClr val="274FF2"/>
                </a:solidFill>
                <a:effectLst/>
                <a:cs typeface="OPPOSans M" panose="00020600040101010101" pitchFamily="18" charset="-122"/>
              </a:rPr>
              <a:t>替换文字</a:t>
            </a:r>
            <a:endParaRPr lang="en-US" sz="1600">
              <a:solidFill>
                <a:srgbClr val="274FF2"/>
              </a:solidFill>
              <a:effectLst/>
              <a:cs typeface="OPPOSans M" panose="00020600040101010101" pitchFamily="18" charset="-122"/>
            </a:endParaRPr>
          </a:p>
        </p:txBody>
      </p:sp>
      <p:sp>
        <p:nvSpPr>
          <p:cNvPr id="117" name="文本框 116"/>
          <p:cNvSpPr txBox="1"/>
          <p:nvPr/>
        </p:nvSpPr>
        <p:spPr>
          <a:xfrm>
            <a:off x="3413769" y="1489419"/>
            <a:ext cx="1312342" cy="338554"/>
          </a:xfrm>
          <a:prstGeom prst="rect">
            <a:avLst/>
          </a:prstGeom>
          <a:noFill/>
          <a:effectLst/>
        </p:spPr>
        <p:txBody>
          <a:bodyPr wrap="square" rtlCol="0">
            <a:spAutoFit/>
          </a:bodyPr>
          <a:lstStyle>
            <a:defPPr>
              <a:defRPr lang="en-US"/>
            </a:defPPr>
            <a:lvl1pPr>
              <a:defRPr sz="2500">
                <a:gradFill>
                  <a:gsLst>
                    <a:gs pos="0">
                      <a:schemeClr val="bg2">
                        <a:lumMod val="50000"/>
                      </a:schemeClr>
                    </a:gs>
                    <a:gs pos="100000">
                      <a:schemeClr val="tx1"/>
                    </a:gs>
                  </a:gsLst>
                  <a:lin ang="5400000" scaled="0"/>
                </a:gradFill>
                <a:effectLst>
                  <a:outerShdw blurRad="254000" sx="102000" sy="102000" algn="ctr" rotWithShape="0">
                    <a:prstClr val="black">
                      <a:alpha val="20000"/>
                    </a:prstClr>
                  </a:outerShdw>
                </a:effectLst>
                <a:latin typeface="+mj-ea"/>
                <a:ea typeface="+mj-ea"/>
              </a:defRPr>
            </a:lvl1pPr>
          </a:lstStyle>
          <a:p>
            <a:pPr algn="ctr"/>
            <a:r>
              <a:rPr lang="zh-CN" altLang="en-US" sz="1600">
                <a:solidFill>
                  <a:srgbClr val="274FF2"/>
                </a:solidFill>
                <a:effectLst/>
                <a:cs typeface="OPPOSans M" panose="00020600040101010101" pitchFamily="18" charset="-122"/>
              </a:rPr>
              <a:t>替换文字</a:t>
            </a:r>
            <a:endParaRPr lang="en-US" altLang="zh-CN" sz="1600">
              <a:solidFill>
                <a:srgbClr val="274FF2"/>
              </a:solidFill>
              <a:effectLst/>
              <a:cs typeface="OPPOSans M" panose="00020600040101010101" pitchFamily="18" charset="-122"/>
            </a:endParaRPr>
          </a:p>
        </p:txBody>
      </p:sp>
      <p:sp>
        <p:nvSpPr>
          <p:cNvPr id="118" name="文本框 117"/>
          <p:cNvSpPr txBox="1"/>
          <p:nvPr/>
        </p:nvSpPr>
        <p:spPr>
          <a:xfrm>
            <a:off x="4733942" y="1489419"/>
            <a:ext cx="1312342" cy="338554"/>
          </a:xfrm>
          <a:prstGeom prst="rect">
            <a:avLst/>
          </a:prstGeom>
          <a:noFill/>
          <a:effectLst/>
        </p:spPr>
        <p:txBody>
          <a:bodyPr wrap="square" rtlCol="0">
            <a:spAutoFit/>
          </a:bodyPr>
          <a:lstStyle>
            <a:defPPr>
              <a:defRPr lang="en-US"/>
            </a:defPPr>
            <a:lvl1pPr>
              <a:defRPr sz="2500">
                <a:gradFill>
                  <a:gsLst>
                    <a:gs pos="0">
                      <a:schemeClr val="bg2">
                        <a:lumMod val="50000"/>
                      </a:schemeClr>
                    </a:gs>
                    <a:gs pos="100000">
                      <a:schemeClr val="tx1"/>
                    </a:gs>
                  </a:gsLst>
                  <a:lin ang="5400000" scaled="0"/>
                </a:gradFill>
                <a:effectLst>
                  <a:outerShdw blurRad="254000" sx="102000" sy="102000" algn="ctr" rotWithShape="0">
                    <a:prstClr val="black">
                      <a:alpha val="20000"/>
                    </a:prstClr>
                  </a:outerShdw>
                </a:effectLst>
                <a:latin typeface="+mj-ea"/>
                <a:ea typeface="+mj-ea"/>
              </a:defRPr>
            </a:lvl1pPr>
          </a:lstStyle>
          <a:p>
            <a:pPr algn="ctr"/>
            <a:r>
              <a:rPr lang="zh-CN" altLang="en-US" sz="1600">
                <a:solidFill>
                  <a:srgbClr val="274FF2"/>
                </a:solidFill>
                <a:effectLst/>
                <a:cs typeface="OPPOSans M" panose="00020600040101010101" pitchFamily="18" charset="-122"/>
              </a:rPr>
              <a:t>替换文字</a:t>
            </a:r>
            <a:endParaRPr lang="en-US" altLang="zh-CN" sz="1600">
              <a:solidFill>
                <a:srgbClr val="274FF2"/>
              </a:solidFill>
              <a:effectLst/>
              <a:cs typeface="OPPOSans M" panose="00020600040101010101" pitchFamily="18" charset="-122"/>
            </a:endParaRPr>
          </a:p>
        </p:txBody>
      </p:sp>
      <p:sp>
        <p:nvSpPr>
          <p:cNvPr id="119" name="文本框 118"/>
          <p:cNvSpPr txBox="1"/>
          <p:nvPr/>
        </p:nvSpPr>
        <p:spPr>
          <a:xfrm>
            <a:off x="5994271" y="1489419"/>
            <a:ext cx="1312342" cy="338554"/>
          </a:xfrm>
          <a:prstGeom prst="rect">
            <a:avLst/>
          </a:prstGeom>
          <a:noFill/>
          <a:effectLst/>
        </p:spPr>
        <p:txBody>
          <a:bodyPr wrap="square" rtlCol="0">
            <a:spAutoFit/>
          </a:bodyPr>
          <a:lstStyle>
            <a:defPPr>
              <a:defRPr lang="en-US"/>
            </a:defPPr>
            <a:lvl1pPr>
              <a:defRPr sz="2500">
                <a:gradFill>
                  <a:gsLst>
                    <a:gs pos="0">
                      <a:schemeClr val="bg2">
                        <a:lumMod val="50000"/>
                      </a:schemeClr>
                    </a:gs>
                    <a:gs pos="100000">
                      <a:schemeClr val="tx1"/>
                    </a:gs>
                  </a:gsLst>
                  <a:lin ang="5400000" scaled="0"/>
                </a:gradFill>
                <a:effectLst>
                  <a:outerShdw blurRad="254000" sx="102000" sy="102000" algn="ctr" rotWithShape="0">
                    <a:prstClr val="black">
                      <a:alpha val="20000"/>
                    </a:prstClr>
                  </a:outerShdw>
                </a:effectLst>
                <a:latin typeface="+mj-ea"/>
                <a:ea typeface="+mj-ea"/>
              </a:defRPr>
            </a:lvl1pPr>
          </a:lstStyle>
          <a:p>
            <a:pPr algn="ctr"/>
            <a:r>
              <a:rPr lang="zh-CN" altLang="en-US" sz="1600">
                <a:solidFill>
                  <a:srgbClr val="274FF2"/>
                </a:solidFill>
                <a:effectLst/>
                <a:cs typeface="OPPOSans M" panose="00020600040101010101" pitchFamily="18" charset="-122"/>
              </a:rPr>
              <a:t>替换文字</a:t>
            </a:r>
            <a:endParaRPr lang="en-US" altLang="zh-CN" sz="1600">
              <a:solidFill>
                <a:srgbClr val="274FF2"/>
              </a:solidFill>
              <a:effectLst/>
              <a:cs typeface="OPPOSans M" panose="00020600040101010101" pitchFamily="18" charset="-122"/>
            </a:endParaRPr>
          </a:p>
        </p:txBody>
      </p:sp>
      <p:sp>
        <p:nvSpPr>
          <p:cNvPr id="120" name="文本框 119"/>
          <p:cNvSpPr txBox="1"/>
          <p:nvPr/>
        </p:nvSpPr>
        <p:spPr>
          <a:xfrm>
            <a:off x="7259417" y="1489419"/>
            <a:ext cx="1312342" cy="338554"/>
          </a:xfrm>
          <a:prstGeom prst="rect">
            <a:avLst/>
          </a:prstGeom>
          <a:noFill/>
          <a:effectLst/>
        </p:spPr>
        <p:txBody>
          <a:bodyPr wrap="square" rtlCol="0">
            <a:spAutoFit/>
          </a:bodyPr>
          <a:lstStyle>
            <a:defPPr>
              <a:defRPr lang="en-US"/>
            </a:defPPr>
            <a:lvl1pPr>
              <a:defRPr sz="2500">
                <a:gradFill>
                  <a:gsLst>
                    <a:gs pos="0">
                      <a:schemeClr val="bg2">
                        <a:lumMod val="50000"/>
                      </a:schemeClr>
                    </a:gs>
                    <a:gs pos="100000">
                      <a:schemeClr val="tx1"/>
                    </a:gs>
                  </a:gsLst>
                  <a:lin ang="5400000" scaled="0"/>
                </a:gradFill>
                <a:effectLst>
                  <a:outerShdw blurRad="254000" sx="102000" sy="102000" algn="ctr" rotWithShape="0">
                    <a:prstClr val="black">
                      <a:alpha val="20000"/>
                    </a:prstClr>
                  </a:outerShdw>
                </a:effectLst>
                <a:latin typeface="+mj-ea"/>
                <a:ea typeface="+mj-ea"/>
              </a:defRPr>
            </a:lvl1pPr>
          </a:lstStyle>
          <a:p>
            <a:pPr algn="ctr"/>
            <a:r>
              <a:rPr lang="zh-CN" altLang="en-US" sz="1600">
                <a:solidFill>
                  <a:srgbClr val="274FF2"/>
                </a:solidFill>
                <a:effectLst/>
                <a:cs typeface="OPPOSans M" panose="00020600040101010101" pitchFamily="18" charset="-122"/>
              </a:rPr>
              <a:t>替换文字</a:t>
            </a:r>
            <a:endParaRPr lang="en-US" altLang="zh-CN" sz="1600">
              <a:solidFill>
                <a:srgbClr val="274FF2"/>
              </a:solidFill>
              <a:effectLst/>
              <a:cs typeface="OPPOSans M" panose="00020600040101010101" pitchFamily="18" charset="-122"/>
            </a:endParaRPr>
          </a:p>
        </p:txBody>
      </p:sp>
      <p:sp>
        <p:nvSpPr>
          <p:cNvPr id="121" name="文本框 120"/>
          <p:cNvSpPr txBox="1"/>
          <p:nvPr/>
        </p:nvSpPr>
        <p:spPr>
          <a:xfrm>
            <a:off x="8553700" y="1489419"/>
            <a:ext cx="1312342" cy="338554"/>
          </a:xfrm>
          <a:prstGeom prst="rect">
            <a:avLst/>
          </a:prstGeom>
          <a:noFill/>
          <a:effectLst/>
        </p:spPr>
        <p:txBody>
          <a:bodyPr wrap="square" rtlCol="0">
            <a:spAutoFit/>
          </a:bodyPr>
          <a:lstStyle>
            <a:defPPr>
              <a:defRPr lang="en-US"/>
            </a:defPPr>
            <a:lvl1pPr>
              <a:defRPr sz="2500">
                <a:gradFill>
                  <a:gsLst>
                    <a:gs pos="0">
                      <a:schemeClr val="bg2">
                        <a:lumMod val="50000"/>
                      </a:schemeClr>
                    </a:gs>
                    <a:gs pos="100000">
                      <a:schemeClr val="tx1"/>
                    </a:gs>
                  </a:gsLst>
                  <a:lin ang="5400000" scaled="0"/>
                </a:gradFill>
                <a:effectLst>
                  <a:outerShdw blurRad="254000" sx="102000" sy="102000" algn="ctr" rotWithShape="0">
                    <a:prstClr val="black">
                      <a:alpha val="20000"/>
                    </a:prstClr>
                  </a:outerShdw>
                </a:effectLst>
                <a:latin typeface="+mj-ea"/>
                <a:ea typeface="+mj-ea"/>
              </a:defRPr>
            </a:lvl1pPr>
          </a:lstStyle>
          <a:p>
            <a:pPr algn="ctr"/>
            <a:r>
              <a:rPr lang="zh-CN" altLang="en-US" sz="1600">
                <a:solidFill>
                  <a:srgbClr val="274FF2"/>
                </a:solidFill>
                <a:effectLst/>
                <a:cs typeface="OPPOSans M" panose="00020600040101010101" pitchFamily="18" charset="-122"/>
              </a:rPr>
              <a:t>替换文字</a:t>
            </a:r>
            <a:endParaRPr lang="en-US" altLang="zh-CN" sz="1600">
              <a:solidFill>
                <a:srgbClr val="274FF2"/>
              </a:solidFill>
              <a:effectLst/>
              <a:cs typeface="OPPOSans M" panose="00020600040101010101" pitchFamily="18" charset="-122"/>
            </a:endParaRPr>
          </a:p>
        </p:txBody>
      </p:sp>
      <p:sp>
        <p:nvSpPr>
          <p:cNvPr id="122" name="文本框 121"/>
          <p:cNvSpPr txBox="1"/>
          <p:nvPr/>
        </p:nvSpPr>
        <p:spPr>
          <a:xfrm>
            <a:off x="2178608" y="5338266"/>
            <a:ext cx="1312342" cy="338554"/>
          </a:xfrm>
          <a:prstGeom prst="rect">
            <a:avLst/>
          </a:prstGeom>
          <a:noFill/>
          <a:effectLst/>
        </p:spPr>
        <p:txBody>
          <a:bodyPr wrap="square" rtlCol="0">
            <a:spAutoFit/>
          </a:bodyPr>
          <a:lstStyle>
            <a:defPPr>
              <a:defRPr lang="en-US"/>
            </a:defPPr>
            <a:lvl1pPr>
              <a:defRPr sz="2500">
                <a:gradFill>
                  <a:gsLst>
                    <a:gs pos="0">
                      <a:schemeClr val="bg2">
                        <a:lumMod val="50000"/>
                      </a:schemeClr>
                    </a:gs>
                    <a:gs pos="100000">
                      <a:schemeClr val="tx1"/>
                    </a:gs>
                  </a:gsLst>
                  <a:lin ang="5400000" scaled="0"/>
                </a:gradFill>
                <a:effectLst>
                  <a:outerShdw blurRad="254000" sx="102000" sy="102000" algn="ctr" rotWithShape="0">
                    <a:prstClr val="black">
                      <a:alpha val="20000"/>
                    </a:prstClr>
                  </a:outerShdw>
                </a:effectLst>
                <a:latin typeface="+mj-ea"/>
                <a:ea typeface="+mj-ea"/>
              </a:defRPr>
            </a:lvl1pPr>
          </a:lstStyle>
          <a:p>
            <a:pPr algn="ctr"/>
            <a:r>
              <a:rPr lang="zh-CN" altLang="en-US" sz="1600">
                <a:solidFill>
                  <a:srgbClr val="4794FF"/>
                </a:solidFill>
                <a:effectLst/>
                <a:cs typeface="OPPOSans M" panose="00020600040101010101" pitchFamily="18" charset="-122"/>
              </a:rPr>
              <a:t>替换文字</a:t>
            </a:r>
            <a:endParaRPr lang="en-US" altLang="zh-CN" sz="1600">
              <a:solidFill>
                <a:srgbClr val="4794FF"/>
              </a:solidFill>
              <a:effectLst/>
              <a:cs typeface="OPPOSans M" panose="00020600040101010101" pitchFamily="18" charset="-122"/>
            </a:endParaRPr>
          </a:p>
        </p:txBody>
      </p:sp>
      <p:sp>
        <p:nvSpPr>
          <p:cNvPr id="123" name="文本框 122"/>
          <p:cNvSpPr txBox="1"/>
          <p:nvPr/>
        </p:nvSpPr>
        <p:spPr>
          <a:xfrm>
            <a:off x="3413769" y="5338266"/>
            <a:ext cx="1312342" cy="338554"/>
          </a:xfrm>
          <a:prstGeom prst="rect">
            <a:avLst/>
          </a:prstGeom>
          <a:noFill/>
          <a:effectLst/>
        </p:spPr>
        <p:txBody>
          <a:bodyPr wrap="square" rtlCol="0">
            <a:spAutoFit/>
          </a:bodyPr>
          <a:lstStyle>
            <a:defPPr>
              <a:defRPr lang="en-US"/>
            </a:defPPr>
            <a:lvl1pPr>
              <a:defRPr sz="2500">
                <a:gradFill>
                  <a:gsLst>
                    <a:gs pos="0">
                      <a:schemeClr val="bg2">
                        <a:lumMod val="50000"/>
                      </a:schemeClr>
                    </a:gs>
                    <a:gs pos="100000">
                      <a:schemeClr val="tx1"/>
                    </a:gs>
                  </a:gsLst>
                  <a:lin ang="5400000" scaled="0"/>
                </a:gradFill>
                <a:effectLst>
                  <a:outerShdw blurRad="254000" sx="102000" sy="102000" algn="ctr" rotWithShape="0">
                    <a:prstClr val="black">
                      <a:alpha val="20000"/>
                    </a:prstClr>
                  </a:outerShdw>
                </a:effectLst>
                <a:latin typeface="+mj-ea"/>
                <a:ea typeface="+mj-ea"/>
              </a:defRPr>
            </a:lvl1pPr>
          </a:lstStyle>
          <a:p>
            <a:pPr algn="ctr"/>
            <a:r>
              <a:rPr lang="zh-CN" altLang="en-US" sz="1600">
                <a:solidFill>
                  <a:srgbClr val="4794FF"/>
                </a:solidFill>
                <a:effectLst/>
                <a:cs typeface="OPPOSans M" panose="00020600040101010101" pitchFamily="18" charset="-122"/>
              </a:rPr>
              <a:t>替换文字</a:t>
            </a:r>
            <a:endParaRPr lang="en-US" altLang="zh-CN" sz="1600">
              <a:solidFill>
                <a:srgbClr val="4794FF"/>
              </a:solidFill>
              <a:effectLst/>
              <a:cs typeface="OPPOSans M" panose="00020600040101010101" pitchFamily="18" charset="-122"/>
            </a:endParaRPr>
          </a:p>
        </p:txBody>
      </p:sp>
      <p:sp>
        <p:nvSpPr>
          <p:cNvPr id="124" name="文本框 123"/>
          <p:cNvSpPr txBox="1"/>
          <p:nvPr/>
        </p:nvSpPr>
        <p:spPr>
          <a:xfrm>
            <a:off x="4733942" y="5338266"/>
            <a:ext cx="1312342" cy="338554"/>
          </a:xfrm>
          <a:prstGeom prst="rect">
            <a:avLst/>
          </a:prstGeom>
          <a:noFill/>
          <a:effectLst/>
        </p:spPr>
        <p:txBody>
          <a:bodyPr wrap="square" rtlCol="0">
            <a:spAutoFit/>
          </a:bodyPr>
          <a:lstStyle>
            <a:defPPr>
              <a:defRPr lang="en-US"/>
            </a:defPPr>
            <a:lvl1pPr>
              <a:defRPr sz="2500">
                <a:gradFill>
                  <a:gsLst>
                    <a:gs pos="0">
                      <a:schemeClr val="bg2">
                        <a:lumMod val="50000"/>
                      </a:schemeClr>
                    </a:gs>
                    <a:gs pos="100000">
                      <a:schemeClr val="tx1"/>
                    </a:gs>
                  </a:gsLst>
                  <a:lin ang="5400000" scaled="0"/>
                </a:gradFill>
                <a:effectLst>
                  <a:outerShdw blurRad="254000" sx="102000" sy="102000" algn="ctr" rotWithShape="0">
                    <a:prstClr val="black">
                      <a:alpha val="20000"/>
                    </a:prstClr>
                  </a:outerShdw>
                </a:effectLst>
                <a:latin typeface="+mj-ea"/>
                <a:ea typeface="+mj-ea"/>
              </a:defRPr>
            </a:lvl1pPr>
          </a:lstStyle>
          <a:p>
            <a:pPr algn="ctr"/>
            <a:r>
              <a:rPr lang="zh-CN" altLang="en-US" sz="1600">
                <a:solidFill>
                  <a:srgbClr val="4794FF"/>
                </a:solidFill>
                <a:effectLst/>
                <a:cs typeface="OPPOSans M" panose="00020600040101010101" pitchFamily="18" charset="-122"/>
              </a:rPr>
              <a:t>替换文字</a:t>
            </a:r>
            <a:endParaRPr lang="en-US" altLang="zh-CN" sz="1600">
              <a:solidFill>
                <a:srgbClr val="4794FF"/>
              </a:solidFill>
              <a:effectLst/>
              <a:cs typeface="OPPOSans M" panose="00020600040101010101" pitchFamily="18" charset="-122"/>
            </a:endParaRPr>
          </a:p>
        </p:txBody>
      </p:sp>
      <p:sp>
        <p:nvSpPr>
          <p:cNvPr id="125" name="文本框 124"/>
          <p:cNvSpPr txBox="1"/>
          <p:nvPr/>
        </p:nvSpPr>
        <p:spPr>
          <a:xfrm>
            <a:off x="5994271" y="5338266"/>
            <a:ext cx="1312342" cy="338554"/>
          </a:xfrm>
          <a:prstGeom prst="rect">
            <a:avLst/>
          </a:prstGeom>
          <a:noFill/>
          <a:effectLst/>
        </p:spPr>
        <p:txBody>
          <a:bodyPr wrap="square" rtlCol="0">
            <a:spAutoFit/>
          </a:bodyPr>
          <a:lstStyle>
            <a:defPPr>
              <a:defRPr lang="en-US"/>
            </a:defPPr>
            <a:lvl1pPr>
              <a:defRPr sz="2500">
                <a:gradFill>
                  <a:gsLst>
                    <a:gs pos="0">
                      <a:schemeClr val="bg2">
                        <a:lumMod val="50000"/>
                      </a:schemeClr>
                    </a:gs>
                    <a:gs pos="100000">
                      <a:schemeClr val="tx1"/>
                    </a:gs>
                  </a:gsLst>
                  <a:lin ang="5400000" scaled="0"/>
                </a:gradFill>
                <a:effectLst>
                  <a:outerShdw blurRad="254000" sx="102000" sy="102000" algn="ctr" rotWithShape="0">
                    <a:prstClr val="black">
                      <a:alpha val="20000"/>
                    </a:prstClr>
                  </a:outerShdw>
                </a:effectLst>
                <a:latin typeface="+mj-ea"/>
                <a:ea typeface="+mj-ea"/>
              </a:defRPr>
            </a:lvl1pPr>
          </a:lstStyle>
          <a:p>
            <a:pPr algn="ctr"/>
            <a:r>
              <a:rPr lang="zh-CN" altLang="en-US" sz="1600">
                <a:solidFill>
                  <a:srgbClr val="4794FF"/>
                </a:solidFill>
                <a:effectLst/>
                <a:cs typeface="OPPOSans M" panose="00020600040101010101" pitchFamily="18" charset="-122"/>
              </a:rPr>
              <a:t>替换文字</a:t>
            </a:r>
            <a:endParaRPr lang="en-US" altLang="zh-CN" sz="1600">
              <a:solidFill>
                <a:srgbClr val="4794FF"/>
              </a:solidFill>
              <a:effectLst/>
              <a:cs typeface="OPPOSans M" panose="00020600040101010101" pitchFamily="18" charset="-122"/>
            </a:endParaRPr>
          </a:p>
        </p:txBody>
      </p:sp>
      <p:sp>
        <p:nvSpPr>
          <p:cNvPr id="126" name="文本框 125"/>
          <p:cNvSpPr txBox="1"/>
          <p:nvPr/>
        </p:nvSpPr>
        <p:spPr>
          <a:xfrm>
            <a:off x="7259417" y="5338266"/>
            <a:ext cx="1312342" cy="338554"/>
          </a:xfrm>
          <a:prstGeom prst="rect">
            <a:avLst/>
          </a:prstGeom>
          <a:noFill/>
          <a:effectLst/>
        </p:spPr>
        <p:txBody>
          <a:bodyPr wrap="square" rtlCol="0">
            <a:spAutoFit/>
          </a:bodyPr>
          <a:lstStyle>
            <a:defPPr>
              <a:defRPr lang="en-US"/>
            </a:defPPr>
            <a:lvl1pPr>
              <a:defRPr sz="2500">
                <a:gradFill>
                  <a:gsLst>
                    <a:gs pos="0">
                      <a:schemeClr val="bg2">
                        <a:lumMod val="50000"/>
                      </a:schemeClr>
                    </a:gs>
                    <a:gs pos="100000">
                      <a:schemeClr val="tx1"/>
                    </a:gs>
                  </a:gsLst>
                  <a:lin ang="5400000" scaled="0"/>
                </a:gradFill>
                <a:effectLst>
                  <a:outerShdw blurRad="254000" sx="102000" sy="102000" algn="ctr" rotWithShape="0">
                    <a:prstClr val="black">
                      <a:alpha val="20000"/>
                    </a:prstClr>
                  </a:outerShdw>
                </a:effectLst>
                <a:latin typeface="+mj-ea"/>
                <a:ea typeface="+mj-ea"/>
              </a:defRPr>
            </a:lvl1pPr>
          </a:lstStyle>
          <a:p>
            <a:pPr algn="ctr"/>
            <a:r>
              <a:rPr lang="zh-CN" altLang="en-US" sz="1600">
                <a:solidFill>
                  <a:srgbClr val="4794FF"/>
                </a:solidFill>
                <a:effectLst/>
                <a:cs typeface="OPPOSans M" panose="00020600040101010101" pitchFamily="18" charset="-122"/>
              </a:rPr>
              <a:t>替换文字</a:t>
            </a:r>
            <a:endParaRPr lang="en-US" altLang="zh-CN" sz="1600">
              <a:solidFill>
                <a:srgbClr val="4794FF"/>
              </a:solidFill>
              <a:effectLst/>
              <a:cs typeface="OPPOSans M" panose="00020600040101010101" pitchFamily="18" charset="-122"/>
            </a:endParaRPr>
          </a:p>
        </p:txBody>
      </p:sp>
      <p:sp>
        <p:nvSpPr>
          <p:cNvPr id="127" name="文本框 126"/>
          <p:cNvSpPr txBox="1"/>
          <p:nvPr/>
        </p:nvSpPr>
        <p:spPr>
          <a:xfrm>
            <a:off x="8553700" y="5338266"/>
            <a:ext cx="1312342" cy="338554"/>
          </a:xfrm>
          <a:prstGeom prst="rect">
            <a:avLst/>
          </a:prstGeom>
          <a:noFill/>
          <a:effectLst/>
        </p:spPr>
        <p:txBody>
          <a:bodyPr wrap="square" rtlCol="0">
            <a:spAutoFit/>
          </a:bodyPr>
          <a:lstStyle>
            <a:defPPr>
              <a:defRPr lang="en-US"/>
            </a:defPPr>
            <a:lvl1pPr>
              <a:defRPr sz="2500">
                <a:gradFill>
                  <a:gsLst>
                    <a:gs pos="0">
                      <a:schemeClr val="bg2">
                        <a:lumMod val="50000"/>
                      </a:schemeClr>
                    </a:gs>
                    <a:gs pos="100000">
                      <a:schemeClr val="tx1"/>
                    </a:gs>
                  </a:gsLst>
                  <a:lin ang="5400000" scaled="0"/>
                </a:gradFill>
                <a:effectLst>
                  <a:outerShdw blurRad="254000" sx="102000" sy="102000" algn="ctr" rotWithShape="0">
                    <a:prstClr val="black">
                      <a:alpha val="20000"/>
                    </a:prstClr>
                  </a:outerShdw>
                </a:effectLst>
                <a:latin typeface="+mj-ea"/>
                <a:ea typeface="+mj-ea"/>
              </a:defRPr>
            </a:lvl1pPr>
          </a:lstStyle>
          <a:p>
            <a:pPr algn="ctr"/>
            <a:r>
              <a:rPr lang="zh-CN" altLang="en-US" sz="1600">
                <a:solidFill>
                  <a:srgbClr val="4794FF"/>
                </a:solidFill>
                <a:effectLst/>
                <a:cs typeface="OPPOSans M" panose="00020600040101010101" pitchFamily="18" charset="-122"/>
              </a:rPr>
              <a:t>替换文字</a:t>
            </a:r>
            <a:endParaRPr lang="en-US" altLang="zh-CN" sz="1600">
              <a:solidFill>
                <a:srgbClr val="4794FF"/>
              </a:solidFill>
              <a:effectLst/>
              <a:cs typeface="OPPOSans M" panose="00020600040101010101" pitchFamily="18" charset="-122"/>
            </a:endParaRPr>
          </a:p>
        </p:txBody>
      </p:sp>
      <p:sp>
        <p:nvSpPr>
          <p:cNvPr id="128" name="文本框 127"/>
          <p:cNvSpPr txBox="1"/>
          <p:nvPr/>
        </p:nvSpPr>
        <p:spPr>
          <a:xfrm>
            <a:off x="1760253" y="4050214"/>
            <a:ext cx="1312342" cy="338554"/>
          </a:xfrm>
          <a:prstGeom prst="rect">
            <a:avLst/>
          </a:prstGeom>
          <a:noFill/>
          <a:effectLst/>
        </p:spPr>
        <p:txBody>
          <a:bodyPr wrap="square" rtlCol="0">
            <a:spAutoFit/>
          </a:bodyPr>
          <a:lstStyle>
            <a:defPPr>
              <a:defRPr lang="en-US"/>
            </a:defPPr>
            <a:lvl1pPr>
              <a:defRPr sz="2500">
                <a:gradFill>
                  <a:gsLst>
                    <a:gs pos="0">
                      <a:schemeClr val="bg2">
                        <a:lumMod val="50000"/>
                      </a:schemeClr>
                    </a:gs>
                    <a:gs pos="100000">
                      <a:schemeClr val="tx1"/>
                    </a:gs>
                  </a:gsLst>
                  <a:lin ang="5400000" scaled="0"/>
                </a:gradFill>
                <a:effectLst>
                  <a:outerShdw blurRad="254000" sx="102000" sy="102000" algn="ctr" rotWithShape="0">
                    <a:prstClr val="black">
                      <a:alpha val="20000"/>
                    </a:prstClr>
                  </a:outerShdw>
                </a:effectLst>
                <a:latin typeface="+mj-ea"/>
                <a:ea typeface="+mj-ea"/>
              </a:defRPr>
            </a:lvl1pPr>
          </a:lstStyle>
          <a:p>
            <a:pPr algn="ctr"/>
            <a:r>
              <a:rPr lang="zh-CN" altLang="en-US" sz="1600">
                <a:solidFill>
                  <a:srgbClr val="4794FF"/>
                </a:solidFill>
                <a:effectLst/>
                <a:cs typeface="OPPOSans M" panose="00020600040101010101" pitchFamily="18" charset="-122"/>
              </a:rPr>
              <a:t>替换文字</a:t>
            </a:r>
            <a:endParaRPr lang="en-US" altLang="zh-CN" sz="1600">
              <a:solidFill>
                <a:srgbClr val="4794FF"/>
              </a:solidFill>
              <a:effectLst/>
              <a:cs typeface="OPPOSans M" panose="00020600040101010101" pitchFamily="18" charset="-122"/>
            </a:endParaRPr>
          </a:p>
        </p:txBody>
      </p:sp>
      <p:sp>
        <p:nvSpPr>
          <p:cNvPr id="129" name="文本框 128"/>
          <p:cNvSpPr txBox="1"/>
          <p:nvPr/>
        </p:nvSpPr>
        <p:spPr>
          <a:xfrm>
            <a:off x="8837313" y="4050214"/>
            <a:ext cx="1312342" cy="338554"/>
          </a:xfrm>
          <a:prstGeom prst="rect">
            <a:avLst/>
          </a:prstGeom>
          <a:noFill/>
          <a:effectLst/>
        </p:spPr>
        <p:txBody>
          <a:bodyPr wrap="square" rtlCol="0">
            <a:spAutoFit/>
          </a:bodyPr>
          <a:lstStyle>
            <a:defPPr>
              <a:defRPr lang="en-US"/>
            </a:defPPr>
            <a:lvl1pPr>
              <a:defRPr sz="2500">
                <a:gradFill>
                  <a:gsLst>
                    <a:gs pos="0">
                      <a:schemeClr val="bg2">
                        <a:lumMod val="50000"/>
                      </a:schemeClr>
                    </a:gs>
                    <a:gs pos="100000">
                      <a:schemeClr val="tx1"/>
                    </a:gs>
                  </a:gsLst>
                  <a:lin ang="5400000" scaled="0"/>
                </a:gradFill>
                <a:effectLst>
                  <a:outerShdw blurRad="254000" sx="102000" sy="102000" algn="ctr" rotWithShape="0">
                    <a:prstClr val="black">
                      <a:alpha val="20000"/>
                    </a:prstClr>
                  </a:outerShdw>
                </a:effectLst>
                <a:latin typeface="+mj-ea"/>
                <a:ea typeface="+mj-ea"/>
              </a:defRPr>
            </a:lvl1pPr>
          </a:lstStyle>
          <a:p>
            <a:pPr algn="r"/>
            <a:r>
              <a:rPr lang="zh-CN" altLang="en-US" sz="1600">
                <a:solidFill>
                  <a:srgbClr val="4794FF"/>
                </a:solidFill>
                <a:effectLst/>
                <a:cs typeface="OPPOSans M" panose="00020600040101010101" pitchFamily="18" charset="-122"/>
              </a:rPr>
              <a:t>替换文字</a:t>
            </a:r>
            <a:endParaRPr lang="en-US" sz="1600">
              <a:solidFill>
                <a:srgbClr val="4794FF"/>
              </a:solidFill>
              <a:effectLst/>
              <a:cs typeface="OPPOSans M" panose="00020600040101010101" pitchFamily="18" charset="-122"/>
            </a:endParaRPr>
          </a:p>
        </p:txBody>
      </p:sp>
      <p:sp>
        <p:nvSpPr>
          <p:cNvPr id="130" name="文本框 129"/>
          <p:cNvSpPr txBox="1"/>
          <p:nvPr/>
        </p:nvSpPr>
        <p:spPr>
          <a:xfrm>
            <a:off x="1760253" y="2888734"/>
            <a:ext cx="1312342" cy="338554"/>
          </a:xfrm>
          <a:prstGeom prst="rect">
            <a:avLst/>
          </a:prstGeom>
          <a:noFill/>
          <a:effectLst/>
        </p:spPr>
        <p:txBody>
          <a:bodyPr wrap="square" rtlCol="0">
            <a:spAutoFit/>
          </a:bodyPr>
          <a:lstStyle>
            <a:defPPr>
              <a:defRPr lang="en-US"/>
            </a:defPPr>
            <a:lvl1pPr>
              <a:defRPr sz="2500">
                <a:gradFill>
                  <a:gsLst>
                    <a:gs pos="0">
                      <a:schemeClr val="bg2">
                        <a:lumMod val="50000"/>
                      </a:schemeClr>
                    </a:gs>
                    <a:gs pos="100000">
                      <a:schemeClr val="tx1"/>
                    </a:gs>
                  </a:gsLst>
                  <a:lin ang="5400000" scaled="0"/>
                </a:gradFill>
                <a:effectLst>
                  <a:outerShdw blurRad="254000" sx="102000" sy="102000" algn="ctr" rotWithShape="0">
                    <a:prstClr val="black">
                      <a:alpha val="20000"/>
                    </a:prstClr>
                  </a:outerShdw>
                </a:effectLst>
                <a:latin typeface="+mj-ea"/>
                <a:ea typeface="+mj-ea"/>
              </a:defRPr>
            </a:lvl1pPr>
          </a:lstStyle>
          <a:p>
            <a:r>
              <a:rPr lang="zh-CN" altLang="en-US" sz="1600">
                <a:solidFill>
                  <a:srgbClr val="274FF2"/>
                </a:solidFill>
                <a:effectLst/>
                <a:cs typeface="OPPOSans M" panose="00020600040101010101" pitchFamily="18" charset="-122"/>
              </a:rPr>
              <a:t>替换文字</a:t>
            </a:r>
            <a:endParaRPr lang="en-US" sz="1600">
              <a:solidFill>
                <a:srgbClr val="274FF2"/>
              </a:solidFill>
              <a:effectLst/>
              <a:cs typeface="OPPOSans M" panose="00020600040101010101" pitchFamily="18" charset="-122"/>
            </a:endParaRPr>
          </a:p>
        </p:txBody>
      </p:sp>
      <p:sp>
        <p:nvSpPr>
          <p:cNvPr id="131" name="文本框 130"/>
          <p:cNvSpPr txBox="1"/>
          <p:nvPr/>
        </p:nvSpPr>
        <p:spPr>
          <a:xfrm>
            <a:off x="8837313" y="2888734"/>
            <a:ext cx="1312342" cy="338554"/>
          </a:xfrm>
          <a:prstGeom prst="rect">
            <a:avLst/>
          </a:prstGeom>
          <a:noFill/>
          <a:effectLst/>
        </p:spPr>
        <p:txBody>
          <a:bodyPr wrap="square" rtlCol="0">
            <a:spAutoFit/>
          </a:bodyPr>
          <a:lstStyle>
            <a:defPPr>
              <a:defRPr lang="en-US"/>
            </a:defPPr>
            <a:lvl1pPr>
              <a:defRPr sz="2500">
                <a:gradFill>
                  <a:gsLst>
                    <a:gs pos="0">
                      <a:schemeClr val="bg2">
                        <a:lumMod val="50000"/>
                      </a:schemeClr>
                    </a:gs>
                    <a:gs pos="100000">
                      <a:schemeClr val="tx1"/>
                    </a:gs>
                  </a:gsLst>
                  <a:lin ang="5400000" scaled="0"/>
                </a:gradFill>
                <a:effectLst>
                  <a:outerShdw blurRad="254000" sx="102000" sy="102000" algn="ctr" rotWithShape="0">
                    <a:prstClr val="black">
                      <a:alpha val="20000"/>
                    </a:prstClr>
                  </a:outerShdw>
                </a:effectLst>
                <a:latin typeface="+mj-ea"/>
                <a:ea typeface="+mj-ea"/>
              </a:defRPr>
            </a:lvl1pPr>
          </a:lstStyle>
          <a:p>
            <a:pPr algn="ctr"/>
            <a:r>
              <a:rPr lang="zh-CN" altLang="en-US" sz="1600">
                <a:solidFill>
                  <a:srgbClr val="274FF2"/>
                </a:solidFill>
                <a:effectLst/>
                <a:cs typeface="OPPOSans M" panose="00020600040101010101" pitchFamily="18" charset="-122"/>
              </a:rPr>
              <a:t>替换文字</a:t>
            </a:r>
            <a:endParaRPr lang="en-US" altLang="zh-CN" sz="1600">
              <a:solidFill>
                <a:srgbClr val="274FF2"/>
              </a:solidFill>
              <a:effectLst/>
              <a:cs typeface="OPPOSans M" panose="00020600040101010101" pitchFamily="18" charset="-122"/>
            </a:endParaRPr>
          </a:p>
        </p:txBody>
      </p:sp>
      <p:sp>
        <p:nvSpPr>
          <p:cNvPr id="132" name="文本框 131"/>
          <p:cNvSpPr txBox="1"/>
          <p:nvPr/>
        </p:nvSpPr>
        <p:spPr>
          <a:xfrm>
            <a:off x="4337819" y="3253151"/>
            <a:ext cx="1708465" cy="461665"/>
          </a:xfrm>
          <a:prstGeom prst="rect">
            <a:avLst/>
          </a:prstGeom>
          <a:noFill/>
        </p:spPr>
        <p:txBody>
          <a:bodyPr wrap="square" rtlCol="0">
            <a:spAutoFit/>
          </a:bodyPr>
          <a:lstStyle>
            <a:defPPr>
              <a:defRPr lang="en-US"/>
            </a:defPPr>
            <a:lvl1pPr>
              <a:lnSpc>
                <a:spcPct val="130000"/>
              </a:lnSpc>
              <a:defRPr sz="1000">
                <a:latin typeface="+mn-ea"/>
                <a:cs typeface="OPPOSans B" panose="00020600040101010101" pitchFamily="18" charset="-122"/>
              </a:defRPr>
            </a:lvl1pPr>
          </a:lstStyle>
          <a:p>
            <a:pPr algn="ctr">
              <a:lnSpc>
                <a:spcPct val="100000"/>
              </a:lnSpc>
            </a:pPr>
            <a:r>
              <a:rPr lang="zh-CN" altLang="en-US" sz="2400">
                <a:solidFill>
                  <a:srgbClr val="274FF2"/>
                </a:solidFill>
                <a:effectLst/>
                <a:cs typeface="OPPOSans M" panose="00020600040101010101" pitchFamily="18" charset="-122"/>
              </a:rPr>
              <a:t>替换文字</a:t>
            </a:r>
            <a:endParaRPr lang="en-US" altLang="zh-CN" sz="2400">
              <a:solidFill>
                <a:srgbClr val="274FF2"/>
              </a:solidFill>
              <a:effectLst/>
              <a:cs typeface="OPPOSans M" panose="00020600040101010101" pitchFamily="18" charset="-122"/>
            </a:endParaRPr>
          </a:p>
        </p:txBody>
      </p:sp>
      <p:sp>
        <p:nvSpPr>
          <p:cNvPr id="133" name="文本框 132"/>
          <p:cNvSpPr txBox="1"/>
          <p:nvPr/>
        </p:nvSpPr>
        <p:spPr>
          <a:xfrm>
            <a:off x="6015149" y="3253151"/>
            <a:ext cx="1708465" cy="461665"/>
          </a:xfrm>
          <a:prstGeom prst="rect">
            <a:avLst/>
          </a:prstGeom>
          <a:noFill/>
        </p:spPr>
        <p:txBody>
          <a:bodyPr wrap="square" rtlCol="0">
            <a:spAutoFit/>
          </a:bodyPr>
          <a:lstStyle>
            <a:defPPr>
              <a:defRPr lang="en-US"/>
            </a:defPPr>
            <a:lvl1pPr>
              <a:lnSpc>
                <a:spcPct val="130000"/>
              </a:lnSpc>
              <a:defRPr sz="1000">
                <a:latin typeface="+mn-ea"/>
                <a:cs typeface="OPPOSans B" panose="00020600040101010101" pitchFamily="18" charset="-122"/>
              </a:defRPr>
            </a:lvl1pPr>
          </a:lstStyle>
          <a:p>
            <a:pPr algn="ctr">
              <a:lnSpc>
                <a:spcPct val="100000"/>
              </a:lnSpc>
            </a:pPr>
            <a:r>
              <a:rPr lang="zh-CN" altLang="en-US" sz="2400">
                <a:solidFill>
                  <a:srgbClr val="274FF2"/>
                </a:solidFill>
                <a:effectLst/>
                <a:cs typeface="OPPOSans M" panose="00020600040101010101" pitchFamily="18" charset="-122"/>
              </a:rPr>
              <a:t>替换文字</a:t>
            </a:r>
            <a:endParaRPr lang="en-US" altLang="zh-CN" sz="2400">
              <a:solidFill>
                <a:srgbClr val="274FF2"/>
              </a:solidFill>
              <a:effectLst/>
              <a:cs typeface="OPPOSans M" panose="00020600040101010101" pitchFamily="18" charset="-122"/>
            </a:endParaRPr>
          </a:p>
        </p:txBody>
      </p:sp>
      <p:sp>
        <p:nvSpPr>
          <p:cNvPr id="134" name="文本框 133"/>
          <p:cNvSpPr txBox="1"/>
          <p:nvPr/>
        </p:nvSpPr>
        <p:spPr>
          <a:xfrm>
            <a:off x="5733204" y="3253151"/>
            <a:ext cx="595026" cy="461665"/>
          </a:xfrm>
          <a:prstGeom prst="rect">
            <a:avLst/>
          </a:prstGeom>
          <a:noFill/>
        </p:spPr>
        <p:txBody>
          <a:bodyPr wrap="square" rtlCol="0">
            <a:spAutoFit/>
          </a:bodyPr>
          <a:lstStyle>
            <a:defPPr>
              <a:defRPr lang="en-US"/>
            </a:defPPr>
            <a:lvl1pPr>
              <a:lnSpc>
                <a:spcPct val="130000"/>
              </a:lnSpc>
              <a:defRPr sz="1000">
                <a:latin typeface="+mn-ea"/>
                <a:cs typeface="OPPOSans B" panose="00020600040101010101" pitchFamily="18" charset="-122"/>
              </a:defRPr>
            </a:lvl1pPr>
          </a:lstStyle>
          <a:p>
            <a:pPr algn="ctr">
              <a:lnSpc>
                <a:spcPct val="100000"/>
              </a:lnSpc>
            </a:pPr>
            <a:r>
              <a:rPr lang="en-US" altLang="zh-CN" sz="2400">
                <a:latin typeface="+mj-ea"/>
                <a:ea typeface="+mj-ea"/>
              </a:rPr>
              <a:t>+</a:t>
            </a:r>
            <a:endParaRPr lang="en-US" sz="2400">
              <a:latin typeface="+mj-ea"/>
              <a:ea typeface="+mj-ea"/>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标题 103"/>
          <p:cNvSpPr>
            <a:spLocks noGrp="1"/>
          </p:cNvSpPr>
          <p:nvPr>
            <p:ph type="title"/>
          </p:nvPr>
        </p:nvSpPr>
        <p:spPr>
          <a:xfrm>
            <a:off x="632137" y="245670"/>
            <a:ext cx="6695941" cy="402674"/>
          </a:xfrm>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Helvetica85-Heavy"/>
                <a:ea typeface="汉仪综艺体简" panose="02010609000101010101" pitchFamily="49" charset="-122"/>
                <a:cs typeface="+mn-cs"/>
              </a:rPr>
              <a:t>物联网产品介绍</a:t>
            </a:r>
          </a:p>
        </p:txBody>
      </p:sp>
      <p:sp>
        <p:nvSpPr>
          <p:cNvPr id="107" name="文本框 106"/>
          <p:cNvSpPr txBox="1"/>
          <p:nvPr/>
        </p:nvSpPr>
        <p:spPr>
          <a:xfrm>
            <a:off x="625557" y="611269"/>
            <a:ext cx="2784993" cy="276999"/>
          </a:xfrm>
          <a:prstGeom prst="rect">
            <a:avLst/>
          </a:prstGeom>
          <a:noFill/>
        </p:spPr>
        <p:txBody>
          <a:bodyPr wrap="none" rtlCol="0">
            <a:spAutoFit/>
          </a:bodyPr>
          <a:lstStyle>
            <a:defPPr>
              <a:defRPr lang="zh-CN"/>
            </a:defPPr>
            <a:lvl1pPr>
              <a:defRPr sz="1400">
                <a:solidFill>
                  <a:schemeClr val="bg1">
                    <a:lumMod val="65000"/>
                  </a:schemeClr>
                </a:solidFill>
                <a:effectLst/>
                <a:latin typeface="微软雅黑 Light" panose="020B0502040204020203" pitchFamily="34" charset="-122"/>
                <a:ea typeface="微软雅黑 Light" panose="020B0502040204020203" pitchFamily="34" charset="-122"/>
                <a:cs typeface="阿里巴巴普惠体 M" panose="00020600040101010101" pitchFamily="18"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altLang="zh-CN" sz="1200" spc="300"/>
              <a:t>Design Project Directory</a:t>
            </a:r>
          </a:p>
        </p:txBody>
      </p:sp>
      <p:sp>
        <p:nvSpPr>
          <p:cNvPr id="2" name="文本框 1"/>
          <p:cNvSpPr txBox="1"/>
          <p:nvPr/>
        </p:nvSpPr>
        <p:spPr>
          <a:xfrm>
            <a:off x="524535" y="3758512"/>
            <a:ext cx="4096010" cy="2329789"/>
          </a:xfrm>
          <a:prstGeom prst="roundRect">
            <a:avLst>
              <a:gd name="adj" fmla="val 7711"/>
            </a:avLst>
          </a:prstGeom>
          <a:noFill/>
          <a:ln w="12700">
            <a:solidFill>
              <a:srgbClr val="1D78FA">
                <a:alpha val="50000"/>
              </a:srgbClr>
            </a:solidFill>
            <a:prstDash val="dash"/>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lgn="ctr">
              <a:defRPr kumimoji="1" sz="1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400" b="1">
              <a:latin typeface="微软雅黑" panose="020B0503020204020204" pitchFamily="34" charset="-122"/>
              <a:ea typeface="微软雅黑" panose="020B0503020204020204" pitchFamily="34" charset="-122"/>
            </a:endParaRPr>
          </a:p>
        </p:txBody>
      </p:sp>
      <p:sp>
        <p:nvSpPr>
          <p:cNvPr id="5" name="文本框 4"/>
          <p:cNvSpPr txBox="1"/>
          <p:nvPr/>
        </p:nvSpPr>
        <p:spPr>
          <a:xfrm>
            <a:off x="4860194" y="3758512"/>
            <a:ext cx="4542366" cy="2329789"/>
          </a:xfrm>
          <a:prstGeom prst="roundRect">
            <a:avLst>
              <a:gd name="adj" fmla="val 7711"/>
            </a:avLst>
          </a:prstGeom>
          <a:noFill/>
          <a:ln w="12700">
            <a:solidFill>
              <a:srgbClr val="1D78FA">
                <a:alpha val="50000"/>
              </a:srgbClr>
            </a:solidFill>
            <a:prstDash val="dash"/>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lgn="ctr">
              <a:defRPr kumimoji="1" sz="1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400" b="1">
              <a:latin typeface="微软雅黑" panose="020B0503020204020204" pitchFamily="34" charset="-122"/>
              <a:ea typeface="微软雅黑" panose="020B0503020204020204" pitchFamily="34" charset="-122"/>
            </a:endParaRPr>
          </a:p>
        </p:txBody>
      </p:sp>
      <p:sp>
        <p:nvSpPr>
          <p:cNvPr id="9" name="文本框 8"/>
          <p:cNvSpPr txBox="1"/>
          <p:nvPr/>
        </p:nvSpPr>
        <p:spPr>
          <a:xfrm>
            <a:off x="9600802" y="3758512"/>
            <a:ext cx="1983874" cy="2329789"/>
          </a:xfrm>
          <a:prstGeom prst="roundRect">
            <a:avLst>
              <a:gd name="adj" fmla="val 7711"/>
            </a:avLst>
          </a:prstGeom>
          <a:noFill/>
          <a:ln w="12700">
            <a:solidFill>
              <a:srgbClr val="1D78FA">
                <a:alpha val="50000"/>
              </a:srgbClr>
            </a:solidFill>
            <a:prstDash val="dash"/>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lgn="ctr">
              <a:defRPr kumimoji="1" sz="1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400" b="1">
              <a:latin typeface="微软雅黑" panose="020B0503020204020204" pitchFamily="34" charset="-122"/>
              <a:ea typeface="微软雅黑" panose="020B0503020204020204" pitchFamily="34" charset="-122"/>
            </a:endParaRPr>
          </a:p>
        </p:txBody>
      </p:sp>
      <p:grpSp>
        <p:nvGrpSpPr>
          <p:cNvPr id="12" name="组合 11"/>
          <p:cNvGrpSpPr/>
          <p:nvPr/>
        </p:nvGrpSpPr>
        <p:grpSpPr>
          <a:xfrm>
            <a:off x="1344645" y="1157206"/>
            <a:ext cx="8989717" cy="2961163"/>
            <a:chOff x="612570" y="555320"/>
            <a:chExt cx="10389818" cy="3422348"/>
          </a:xfrm>
        </p:grpSpPr>
        <p:sp>
          <p:nvSpPr>
            <p:cNvPr id="23" name="椭圆 22"/>
            <p:cNvSpPr/>
            <p:nvPr/>
          </p:nvSpPr>
          <p:spPr>
            <a:xfrm flipH="1">
              <a:off x="7580040" y="555320"/>
              <a:ext cx="3422348" cy="3422348"/>
            </a:xfrm>
            <a:prstGeom prst="ellipse">
              <a:avLst/>
            </a:prstGeom>
            <a:gradFill flip="none" rotWithShape="1">
              <a:gsLst>
                <a:gs pos="49000">
                  <a:srgbClr val="10D9EA">
                    <a:alpha val="0"/>
                  </a:srgbClr>
                </a:gs>
                <a:gs pos="81000">
                  <a:srgbClr val="1D78FA">
                    <a:alpha val="10000"/>
                  </a:srgbClr>
                </a:gs>
                <a:gs pos="100000">
                  <a:srgbClr val="1D78FA">
                    <a:alpha val="18000"/>
                  </a:srgbClr>
                </a:gs>
              </a:gsLst>
              <a:lin ang="0" scaled="1"/>
            </a:gradFill>
            <a:ln>
              <a:gradFill flip="none" rotWithShape="1">
                <a:gsLst>
                  <a:gs pos="77000">
                    <a:schemeClr val="accent1">
                      <a:lumMod val="5000"/>
                      <a:lumOff val="95000"/>
                      <a:alpha val="0"/>
                    </a:schemeClr>
                  </a:gs>
                  <a:gs pos="100000">
                    <a:srgbClr val="256EE9">
                      <a:alpha val="40000"/>
                    </a:srgb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prstClr val="white"/>
                </a:solidFill>
                <a:latin typeface="Roboto"/>
                <a:ea typeface="微软雅黑" panose="020B0503020204020204" pitchFamily="34" charset="-122"/>
                <a:cs typeface="+mn-ea"/>
                <a:sym typeface="+mn-lt"/>
              </a:endParaRPr>
            </a:p>
          </p:txBody>
        </p:sp>
        <p:sp>
          <p:nvSpPr>
            <p:cNvPr id="24" name="椭圆 23"/>
            <p:cNvSpPr/>
            <p:nvPr/>
          </p:nvSpPr>
          <p:spPr>
            <a:xfrm>
              <a:off x="612570" y="555320"/>
              <a:ext cx="3422348" cy="3422348"/>
            </a:xfrm>
            <a:prstGeom prst="ellipse">
              <a:avLst/>
            </a:prstGeom>
            <a:gradFill flip="none" rotWithShape="1">
              <a:gsLst>
                <a:gs pos="49000">
                  <a:srgbClr val="10D9EA">
                    <a:alpha val="0"/>
                  </a:srgbClr>
                </a:gs>
                <a:gs pos="81000">
                  <a:srgbClr val="1D78FA">
                    <a:alpha val="10000"/>
                  </a:srgbClr>
                </a:gs>
                <a:gs pos="100000">
                  <a:srgbClr val="1D78FA">
                    <a:alpha val="18000"/>
                  </a:srgbClr>
                </a:gs>
              </a:gsLst>
              <a:lin ang="0" scaled="1"/>
            </a:gradFill>
            <a:ln>
              <a:gradFill flip="none" rotWithShape="1">
                <a:gsLst>
                  <a:gs pos="77000">
                    <a:schemeClr val="accent1">
                      <a:lumMod val="5000"/>
                      <a:lumOff val="95000"/>
                      <a:alpha val="0"/>
                    </a:schemeClr>
                  </a:gs>
                  <a:gs pos="100000">
                    <a:srgbClr val="256EE9">
                      <a:alpha val="40000"/>
                    </a:srgb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prstClr val="white"/>
                </a:solidFill>
                <a:latin typeface="Roboto"/>
                <a:ea typeface="微软雅黑" panose="020B0503020204020204" pitchFamily="34" charset="-122"/>
                <a:cs typeface="+mn-ea"/>
                <a:sym typeface="+mn-lt"/>
              </a:endParaRPr>
            </a:p>
          </p:txBody>
        </p:sp>
      </p:grpSp>
      <p:sp>
        <p:nvSpPr>
          <p:cNvPr id="61" name="文本框 60"/>
          <p:cNvSpPr txBox="1"/>
          <p:nvPr/>
        </p:nvSpPr>
        <p:spPr>
          <a:xfrm>
            <a:off x="2066505" y="3840590"/>
            <a:ext cx="1012070" cy="307777"/>
          </a:xfrm>
          <a:prstGeom prst="rect">
            <a:avLst/>
          </a:prstGeom>
          <a:noFill/>
        </p:spPr>
        <p:txBody>
          <a:bodyPr wrap="square" lIns="0" rIns="0" rtlCol="0">
            <a:spAutoFit/>
          </a:bodyPr>
          <a:lstStyle/>
          <a:p>
            <a:pPr algn="ctr"/>
            <a:r>
              <a:rPr lang="zh-CN" altLang="en-US" sz="1400" b="1">
                <a:latin typeface="微软雅黑" panose="020B0503020204020204" pitchFamily="34" charset="-122"/>
                <a:ea typeface="微软雅黑" panose="020B0503020204020204" pitchFamily="34" charset="-122"/>
              </a:rPr>
              <a:t>业务流程</a:t>
            </a:r>
            <a:endParaRPr lang="en-US" altLang="zh-CN" sz="1400" b="1">
              <a:latin typeface="微软雅黑" panose="020B0503020204020204" pitchFamily="34" charset="-122"/>
              <a:ea typeface="微软雅黑" panose="020B0503020204020204" pitchFamily="34" charset="-122"/>
            </a:endParaRPr>
          </a:p>
        </p:txBody>
      </p:sp>
      <p:sp>
        <p:nvSpPr>
          <p:cNvPr id="76" name="椭圆 75"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a:spLocks noChangeAspect="1"/>
          </p:cNvSpPr>
          <p:nvPr/>
        </p:nvSpPr>
        <p:spPr>
          <a:xfrm>
            <a:off x="3809355" y="1920739"/>
            <a:ext cx="1440000" cy="1440000"/>
          </a:xfrm>
          <a:prstGeom prst="ellipse">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sz="2000" b="1">
                <a:solidFill>
                  <a:schemeClr val="lt1"/>
                </a:solidFill>
                <a:latin typeface="微软雅黑" panose="020B0503020204020204" pitchFamily="34" charset="-122"/>
                <a:ea typeface="微软雅黑" panose="020B0503020204020204" pitchFamily="34" charset="-122"/>
              </a:rPr>
              <a:t>替换</a:t>
            </a:r>
            <a:endParaRPr kumimoji="1" lang="en-US" altLang="zh-CN" sz="2000" b="1">
              <a:solidFill>
                <a:schemeClr val="lt1"/>
              </a:solidFill>
              <a:latin typeface="微软雅黑" panose="020B0503020204020204" pitchFamily="34" charset="-122"/>
              <a:ea typeface="微软雅黑" panose="020B0503020204020204" pitchFamily="34" charset="-122"/>
            </a:endParaRPr>
          </a:p>
          <a:p>
            <a:pPr algn="ctr"/>
            <a:r>
              <a:rPr kumimoji="1" lang="zh-CN" altLang="en-US" sz="2000" b="1">
                <a:solidFill>
                  <a:schemeClr val="lt1"/>
                </a:solidFill>
                <a:latin typeface="微软雅黑" panose="020B0503020204020204" pitchFamily="34" charset="-122"/>
                <a:ea typeface="微软雅黑" panose="020B0503020204020204" pitchFamily="34" charset="-122"/>
              </a:rPr>
              <a:t>文字</a:t>
            </a:r>
          </a:p>
        </p:txBody>
      </p:sp>
      <p:sp>
        <p:nvSpPr>
          <p:cNvPr id="77" name="椭圆 76"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a:spLocks noChangeAspect="1"/>
          </p:cNvSpPr>
          <p:nvPr/>
        </p:nvSpPr>
        <p:spPr>
          <a:xfrm>
            <a:off x="6681367" y="1920739"/>
            <a:ext cx="1440000" cy="1440000"/>
          </a:xfrm>
          <a:prstGeom prst="ellipse">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sz="2000" b="1">
                <a:solidFill>
                  <a:schemeClr val="lt1"/>
                </a:solidFill>
                <a:latin typeface="微软雅黑" panose="020B0503020204020204" pitchFamily="34" charset="-122"/>
                <a:ea typeface="微软雅黑" panose="020B0503020204020204" pitchFamily="34" charset="-122"/>
              </a:rPr>
              <a:t>替换</a:t>
            </a:r>
            <a:endParaRPr kumimoji="1" lang="en-US" altLang="zh-CN" sz="2000" b="1">
              <a:solidFill>
                <a:schemeClr val="lt1"/>
              </a:solidFill>
              <a:latin typeface="微软雅黑" panose="020B0503020204020204" pitchFamily="34" charset="-122"/>
              <a:ea typeface="微软雅黑" panose="020B0503020204020204" pitchFamily="34" charset="-122"/>
            </a:endParaRPr>
          </a:p>
          <a:p>
            <a:pPr algn="ctr"/>
            <a:r>
              <a:rPr kumimoji="1" lang="zh-CN" altLang="en-US" sz="2000" b="1">
                <a:solidFill>
                  <a:schemeClr val="lt1"/>
                </a:solidFill>
                <a:latin typeface="微软雅黑" panose="020B0503020204020204" pitchFamily="34" charset="-122"/>
                <a:ea typeface="微软雅黑" panose="020B0503020204020204" pitchFamily="34" charset="-122"/>
              </a:rPr>
              <a:t>文字</a:t>
            </a:r>
          </a:p>
        </p:txBody>
      </p:sp>
      <p:sp>
        <p:nvSpPr>
          <p:cNvPr id="78" name="椭圆 77"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a:spLocks noChangeAspect="1"/>
          </p:cNvSpPr>
          <p:nvPr/>
        </p:nvSpPr>
        <p:spPr>
          <a:xfrm>
            <a:off x="5083361" y="1758739"/>
            <a:ext cx="1764000" cy="1764000"/>
          </a:xfrm>
          <a:prstGeom prst="ellipse">
            <a:avLst/>
          </a:prstGeom>
          <a:gradFill flip="none" rotWithShape="1">
            <a:gsLst>
              <a:gs pos="0">
                <a:sysClr val="window" lastClr="FFFFFF"/>
              </a:gs>
              <a:gs pos="100000">
                <a:srgbClr val="0055FF">
                  <a:lumMod val="20000"/>
                  <a:lumOff val="80000"/>
                </a:srgbClr>
              </a:gs>
            </a:gsLst>
            <a:lin ang="2700000" scaled="1"/>
          </a:gradFill>
          <a:ln w="12700" cap="flat" cmpd="sng" algn="ctr">
            <a:gradFill>
              <a:gsLst>
                <a:gs pos="100000">
                  <a:sysClr val="window" lastClr="FFFFFF">
                    <a:alpha val="0"/>
                  </a:sysClr>
                </a:gs>
                <a:gs pos="0">
                  <a:srgbClr val="0055FF">
                    <a:lumMod val="20000"/>
                    <a:lumOff val="80000"/>
                  </a:srgbClr>
                </a:gs>
              </a:gsLst>
              <a:lin ang="5400000" scaled="1"/>
            </a:gra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55FF">
                  <a:lumMod val="50000"/>
                </a:srgbClr>
              </a:solidFill>
              <a:effectLst/>
              <a:uLnTx/>
              <a:uFillTx/>
              <a:latin typeface="Roboto"/>
              <a:ea typeface="微软雅黑" panose="020B0503020204020204" pitchFamily="34" charset="-122"/>
              <a:cs typeface="+mn-cs"/>
            </a:endParaRPr>
          </a:p>
        </p:txBody>
      </p:sp>
      <p:sp>
        <p:nvSpPr>
          <p:cNvPr id="79" name="矩形 78"/>
          <p:cNvSpPr/>
          <p:nvPr/>
        </p:nvSpPr>
        <p:spPr>
          <a:xfrm>
            <a:off x="5408161" y="2882243"/>
            <a:ext cx="1107996" cy="369332"/>
          </a:xfrm>
          <a:prstGeom prst="rect">
            <a:avLst/>
          </a:prstGeom>
        </p:spPr>
        <p:txBody>
          <a:bodyPr wrap="none">
            <a:spAutoFit/>
          </a:bodyPr>
          <a:lstStyle/>
          <a:p>
            <a:pPr algn="ctr"/>
            <a:r>
              <a:rPr lang="zh-CN" altLang="en-US" b="1">
                <a:solidFill>
                  <a:schemeClr val="accent2">
                    <a:lumMod val="75000"/>
                  </a:schemeClr>
                </a:solidFill>
                <a:latin typeface="Roboto"/>
                <a:ea typeface="微软雅黑" panose="020B0503020204020204" pitchFamily="34" charset="-122"/>
              </a:rPr>
              <a:t>产品交付</a:t>
            </a:r>
          </a:p>
        </p:txBody>
      </p:sp>
      <p:pic>
        <p:nvPicPr>
          <p:cNvPr id="80" name="图形 7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12688" y="2145534"/>
            <a:ext cx="698932" cy="698932"/>
          </a:xfrm>
          <a:prstGeom prst="rect">
            <a:avLst/>
          </a:prstGeom>
        </p:spPr>
      </p:pic>
      <p:sp>
        <p:nvSpPr>
          <p:cNvPr id="83" name="圆角矩形 82"/>
          <p:cNvSpPr/>
          <p:nvPr/>
        </p:nvSpPr>
        <p:spPr>
          <a:xfrm>
            <a:off x="524535" y="4474177"/>
            <a:ext cx="1983874" cy="1607307"/>
          </a:xfrm>
          <a:prstGeom prst="roundRect">
            <a:avLst>
              <a:gd name="adj" fmla="val 7449"/>
            </a:avLst>
          </a:prstGeom>
          <a:solidFill>
            <a:srgbClr val="FFFFFF">
              <a:alpha val="99000"/>
            </a:srgbClr>
          </a:solidFill>
          <a:ln w="3175" cap="flat" cmpd="sng" algn="ctr">
            <a:noFill/>
            <a:prstDash val="solid"/>
            <a:round/>
            <a:headEnd type="none" w="med" len="med"/>
            <a:tailEnd type="none" w="med" len="med"/>
          </a:ln>
          <a:effectLst>
            <a:outerShdw blurRad="50800" dist="38100" dir="5400000" algn="t" rotWithShape="0">
              <a:srgbClr val="AACDF5">
                <a:alpha val="40000"/>
              </a:srgbClr>
            </a:outerShdw>
          </a:effectLst>
        </p:spPr>
        <p:txBody>
          <a:bodyPr vert="horz" wrap="square" lIns="81000" tIns="0" rIns="0" bIns="34290" numCol="1" rtlCol="0" anchor="t" anchorCtr="0" compatLnSpc="1">
            <a:noAutofit/>
          </a:bodyPr>
          <a:lstStyle/>
          <a:p>
            <a:pPr marL="171450" indent="-171450" defTabSz="685800" fontAlgn="base">
              <a:lnSpc>
                <a:spcPct val="150000"/>
              </a:lnSpc>
              <a:spcBef>
                <a:spcPct val="0"/>
              </a:spcBef>
              <a:spcAft>
                <a:spcPct val="0"/>
              </a:spcAft>
              <a:buFont typeface="Arial" panose="020B0604020202020204" pitchFamily="34" charset="0"/>
              <a:buChar char="•"/>
            </a:pPr>
            <a:endParaRPr lang="zh-CN" altLang="en-US" sz="90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84" name="文本框 83"/>
          <p:cNvSpPr txBox="1"/>
          <p:nvPr/>
        </p:nvSpPr>
        <p:spPr>
          <a:xfrm>
            <a:off x="524827" y="4244530"/>
            <a:ext cx="1983874" cy="319023"/>
          </a:xfrm>
          <a:prstGeom prst="roundRect">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lgn="ctr">
              <a:defRPr kumimoji="1" sz="1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b="1">
                <a:latin typeface="微软雅黑" panose="020B0503020204020204" pitchFamily="34" charset="-122"/>
                <a:ea typeface="微软雅黑" panose="020B0503020204020204" pitchFamily="34" charset="-122"/>
              </a:rPr>
              <a:t>产品识别</a:t>
            </a:r>
          </a:p>
        </p:txBody>
      </p:sp>
      <p:sp>
        <p:nvSpPr>
          <p:cNvPr id="85" name="圆角矩形 84"/>
          <p:cNvSpPr/>
          <p:nvPr/>
        </p:nvSpPr>
        <p:spPr>
          <a:xfrm>
            <a:off x="2636671" y="4474177"/>
            <a:ext cx="1983874" cy="1607307"/>
          </a:xfrm>
          <a:prstGeom prst="roundRect">
            <a:avLst>
              <a:gd name="adj" fmla="val 7449"/>
            </a:avLst>
          </a:prstGeom>
          <a:solidFill>
            <a:srgbClr val="FFFFFF">
              <a:alpha val="99000"/>
            </a:srgbClr>
          </a:solidFill>
          <a:ln w="3175" cap="flat" cmpd="sng" algn="ctr">
            <a:noFill/>
            <a:prstDash val="solid"/>
            <a:round/>
            <a:headEnd type="none" w="med" len="med"/>
            <a:tailEnd type="none" w="med" len="med"/>
          </a:ln>
          <a:effectLst>
            <a:outerShdw blurRad="50800" dist="38100" dir="5400000" algn="t" rotWithShape="0">
              <a:srgbClr val="AACDF5">
                <a:alpha val="40000"/>
              </a:srgbClr>
            </a:outerShdw>
          </a:effectLst>
        </p:spPr>
        <p:txBody>
          <a:bodyPr vert="horz" wrap="square" lIns="81000" tIns="0" rIns="0" bIns="34290" numCol="1" rtlCol="0" anchor="t" anchorCtr="0" compatLnSpc="1">
            <a:noAutofit/>
          </a:bodyPr>
          <a:lstStyle/>
          <a:p>
            <a:pPr marL="171450" indent="-171450" defTabSz="685800" fontAlgn="base">
              <a:lnSpc>
                <a:spcPct val="150000"/>
              </a:lnSpc>
              <a:spcBef>
                <a:spcPct val="0"/>
              </a:spcBef>
              <a:spcAft>
                <a:spcPct val="0"/>
              </a:spcAft>
              <a:buFont typeface="Arial" panose="020B0604020202020204" pitchFamily="34" charset="0"/>
              <a:buChar char="•"/>
            </a:pPr>
            <a:endParaRPr lang="zh-CN" altLang="en-US" sz="90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86" name="文本框 85"/>
          <p:cNvSpPr txBox="1"/>
          <p:nvPr/>
        </p:nvSpPr>
        <p:spPr>
          <a:xfrm>
            <a:off x="2636963" y="4244530"/>
            <a:ext cx="1983874" cy="319023"/>
          </a:xfrm>
          <a:prstGeom prst="roundRect">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lgn="ctr">
              <a:defRPr kumimoji="1" sz="1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b="1">
                <a:latin typeface="微软雅黑" panose="020B0503020204020204" pitchFamily="34" charset="-122"/>
                <a:ea typeface="微软雅黑" panose="020B0503020204020204" pitchFamily="34" charset="-122"/>
              </a:rPr>
              <a:t>市场研判</a:t>
            </a:r>
          </a:p>
        </p:txBody>
      </p:sp>
      <p:sp>
        <p:nvSpPr>
          <p:cNvPr id="90" name="圆角矩形 89"/>
          <p:cNvSpPr/>
          <p:nvPr/>
        </p:nvSpPr>
        <p:spPr>
          <a:xfrm>
            <a:off x="4862817" y="4474177"/>
            <a:ext cx="2363856" cy="1607307"/>
          </a:xfrm>
          <a:prstGeom prst="roundRect">
            <a:avLst>
              <a:gd name="adj" fmla="val 7449"/>
            </a:avLst>
          </a:prstGeom>
          <a:solidFill>
            <a:srgbClr val="FFFFFF">
              <a:alpha val="99000"/>
            </a:srgbClr>
          </a:solidFill>
          <a:ln w="3175" cap="flat" cmpd="sng" algn="ctr">
            <a:noFill/>
            <a:prstDash val="solid"/>
            <a:round/>
            <a:headEnd type="none" w="med" len="med"/>
            <a:tailEnd type="none" w="med" len="med"/>
          </a:ln>
          <a:effectLst>
            <a:outerShdw blurRad="50800" dist="38100" dir="5400000" algn="t" rotWithShape="0">
              <a:srgbClr val="AACDF5">
                <a:alpha val="40000"/>
              </a:srgbClr>
            </a:outerShdw>
          </a:effectLst>
        </p:spPr>
        <p:txBody>
          <a:bodyPr vert="horz" wrap="square" lIns="81000" tIns="0" rIns="0" bIns="34290" numCol="1" rtlCol="0" anchor="t" anchorCtr="0" compatLnSpc="1">
            <a:noAutofit/>
          </a:bodyPr>
          <a:lstStyle/>
          <a:p>
            <a:pPr marL="171450" indent="-171450" defTabSz="685800" fontAlgn="base">
              <a:lnSpc>
                <a:spcPct val="150000"/>
              </a:lnSpc>
              <a:spcBef>
                <a:spcPct val="0"/>
              </a:spcBef>
              <a:spcAft>
                <a:spcPct val="0"/>
              </a:spcAft>
              <a:buFont typeface="Arial" panose="020B0604020202020204" pitchFamily="34" charset="0"/>
              <a:buChar char="•"/>
            </a:pPr>
            <a:endParaRPr lang="zh-CN" altLang="en-US" sz="90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91" name="文本框 90"/>
          <p:cNvSpPr txBox="1"/>
          <p:nvPr/>
        </p:nvSpPr>
        <p:spPr>
          <a:xfrm>
            <a:off x="4863109" y="4244530"/>
            <a:ext cx="2363856" cy="319023"/>
          </a:xfrm>
          <a:prstGeom prst="roundRect">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lgn="ctr">
              <a:defRPr kumimoji="1" sz="1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b="1">
                <a:latin typeface="微软雅黑" panose="020B0503020204020204" pitchFamily="34" charset="-122"/>
                <a:ea typeface="微软雅黑" panose="020B0503020204020204" pitchFamily="34" charset="-122"/>
              </a:rPr>
              <a:t>产品定义</a:t>
            </a:r>
          </a:p>
        </p:txBody>
      </p:sp>
      <p:sp>
        <p:nvSpPr>
          <p:cNvPr id="92" name="圆角矩形 91"/>
          <p:cNvSpPr/>
          <p:nvPr/>
        </p:nvSpPr>
        <p:spPr>
          <a:xfrm>
            <a:off x="7416408" y="4474177"/>
            <a:ext cx="1983874" cy="1607307"/>
          </a:xfrm>
          <a:prstGeom prst="roundRect">
            <a:avLst>
              <a:gd name="adj" fmla="val 7449"/>
            </a:avLst>
          </a:prstGeom>
          <a:solidFill>
            <a:srgbClr val="FFFFFF">
              <a:alpha val="99000"/>
            </a:srgbClr>
          </a:solidFill>
          <a:ln w="3175" cap="flat" cmpd="sng" algn="ctr">
            <a:noFill/>
            <a:prstDash val="solid"/>
            <a:round/>
            <a:headEnd type="none" w="med" len="med"/>
            <a:tailEnd type="none" w="med" len="med"/>
          </a:ln>
          <a:effectLst>
            <a:outerShdw blurRad="50800" dist="38100" dir="5400000" algn="t" rotWithShape="0">
              <a:srgbClr val="AACDF5">
                <a:alpha val="40000"/>
              </a:srgbClr>
            </a:outerShdw>
          </a:effectLst>
        </p:spPr>
        <p:txBody>
          <a:bodyPr vert="horz" wrap="square" lIns="81000" tIns="0" rIns="0" bIns="34290" numCol="1" rtlCol="0" anchor="t" anchorCtr="0" compatLnSpc="1">
            <a:noAutofit/>
          </a:bodyPr>
          <a:lstStyle/>
          <a:p>
            <a:pPr marL="171450" indent="-171450" defTabSz="685800" fontAlgn="base">
              <a:lnSpc>
                <a:spcPct val="150000"/>
              </a:lnSpc>
              <a:spcBef>
                <a:spcPct val="0"/>
              </a:spcBef>
              <a:spcAft>
                <a:spcPct val="0"/>
              </a:spcAft>
              <a:buFont typeface="Arial" panose="020B0604020202020204" pitchFamily="34" charset="0"/>
              <a:buChar char="•"/>
            </a:pPr>
            <a:endParaRPr lang="zh-CN" altLang="en-US" sz="90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93" name="文本框 92"/>
          <p:cNvSpPr txBox="1"/>
          <p:nvPr/>
        </p:nvSpPr>
        <p:spPr>
          <a:xfrm>
            <a:off x="7416700" y="4244530"/>
            <a:ext cx="1983874" cy="319023"/>
          </a:xfrm>
          <a:prstGeom prst="roundRect">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lgn="ctr">
              <a:defRPr kumimoji="1" sz="1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b="1">
                <a:latin typeface="微软雅黑" panose="020B0503020204020204" pitchFamily="34" charset="-122"/>
                <a:ea typeface="微软雅黑" panose="020B0503020204020204" pitchFamily="34" charset="-122"/>
              </a:rPr>
              <a:t>成本定义</a:t>
            </a:r>
          </a:p>
        </p:txBody>
      </p:sp>
      <p:sp>
        <p:nvSpPr>
          <p:cNvPr id="97" name="圆角矩形 96"/>
          <p:cNvSpPr/>
          <p:nvPr/>
        </p:nvSpPr>
        <p:spPr>
          <a:xfrm>
            <a:off x="9601995" y="4474177"/>
            <a:ext cx="1983874" cy="1607307"/>
          </a:xfrm>
          <a:prstGeom prst="roundRect">
            <a:avLst>
              <a:gd name="adj" fmla="val 7449"/>
            </a:avLst>
          </a:prstGeom>
          <a:solidFill>
            <a:srgbClr val="FFFFFF">
              <a:alpha val="99000"/>
            </a:srgbClr>
          </a:solidFill>
          <a:ln w="3175" cap="flat" cmpd="sng" algn="ctr">
            <a:noFill/>
            <a:prstDash val="solid"/>
            <a:round/>
            <a:headEnd type="none" w="med" len="med"/>
            <a:tailEnd type="none" w="med" len="med"/>
          </a:ln>
          <a:effectLst>
            <a:outerShdw blurRad="50800" dist="38100" dir="5400000" algn="t" rotWithShape="0">
              <a:srgbClr val="AACDF5">
                <a:alpha val="40000"/>
              </a:srgbClr>
            </a:outerShdw>
          </a:effectLst>
        </p:spPr>
        <p:txBody>
          <a:bodyPr vert="horz" wrap="square" lIns="81000" tIns="0" rIns="0" bIns="34290" numCol="1" rtlCol="0" anchor="t" anchorCtr="0" compatLnSpc="1">
            <a:noAutofit/>
          </a:bodyPr>
          <a:lstStyle/>
          <a:p>
            <a:pPr marL="171450" indent="-171450" defTabSz="685800" fontAlgn="base">
              <a:lnSpc>
                <a:spcPct val="150000"/>
              </a:lnSpc>
              <a:spcBef>
                <a:spcPct val="0"/>
              </a:spcBef>
              <a:spcAft>
                <a:spcPct val="0"/>
              </a:spcAft>
              <a:buFont typeface="Arial" panose="020B0604020202020204" pitchFamily="34" charset="0"/>
              <a:buChar char="•"/>
            </a:pPr>
            <a:endParaRPr lang="zh-CN" altLang="en-US" sz="90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9602287" y="4244530"/>
            <a:ext cx="1983874" cy="319023"/>
          </a:xfrm>
          <a:prstGeom prst="roundRect">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lgn="ctr">
              <a:defRPr kumimoji="1" sz="1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b="1">
                <a:latin typeface="微软雅黑" panose="020B0503020204020204" pitchFamily="34" charset="-122"/>
                <a:ea typeface="微软雅黑" panose="020B0503020204020204" pitchFamily="34" charset="-122"/>
              </a:rPr>
              <a:t>运营定义</a:t>
            </a:r>
          </a:p>
        </p:txBody>
      </p:sp>
      <p:sp>
        <p:nvSpPr>
          <p:cNvPr id="110" name="右箭头 109"/>
          <p:cNvSpPr/>
          <p:nvPr/>
        </p:nvSpPr>
        <p:spPr>
          <a:xfrm>
            <a:off x="2395119" y="4989342"/>
            <a:ext cx="324000" cy="324000"/>
          </a:xfrm>
          <a:prstGeom prst="rightArrow">
            <a:avLst/>
          </a:prstGeom>
          <a:solidFill>
            <a:schemeClr val="accent2">
              <a:lumMod val="75000"/>
            </a:schemeClr>
          </a:solidFill>
          <a:ln w="6350">
            <a:no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sz="1400" b="1">
              <a:latin typeface="微软雅黑" panose="020B0503020204020204" pitchFamily="34" charset="-122"/>
              <a:ea typeface="微软雅黑" panose="020B0503020204020204" pitchFamily="34" charset="-122"/>
            </a:endParaRPr>
          </a:p>
        </p:txBody>
      </p:sp>
      <p:sp>
        <p:nvSpPr>
          <p:cNvPr id="111" name="右箭头 110"/>
          <p:cNvSpPr/>
          <p:nvPr/>
        </p:nvSpPr>
        <p:spPr>
          <a:xfrm>
            <a:off x="4590427" y="4989342"/>
            <a:ext cx="324000" cy="324000"/>
          </a:xfrm>
          <a:prstGeom prst="rightArrow">
            <a:avLst/>
          </a:prstGeom>
          <a:solidFill>
            <a:schemeClr val="accent2">
              <a:lumMod val="75000"/>
            </a:schemeClr>
          </a:solidFill>
          <a:ln w="6350">
            <a:no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sz="1400" b="1">
              <a:latin typeface="微软雅黑" panose="020B0503020204020204" pitchFamily="34" charset="-122"/>
              <a:ea typeface="微软雅黑" panose="020B0503020204020204" pitchFamily="34" charset="-122"/>
            </a:endParaRPr>
          </a:p>
        </p:txBody>
      </p:sp>
      <p:sp>
        <p:nvSpPr>
          <p:cNvPr id="112" name="右箭头 111"/>
          <p:cNvSpPr/>
          <p:nvPr/>
        </p:nvSpPr>
        <p:spPr>
          <a:xfrm>
            <a:off x="7164731" y="4989342"/>
            <a:ext cx="324000" cy="324000"/>
          </a:xfrm>
          <a:prstGeom prst="rightArrow">
            <a:avLst/>
          </a:prstGeom>
          <a:solidFill>
            <a:schemeClr val="accent2">
              <a:lumMod val="75000"/>
            </a:schemeClr>
          </a:solidFill>
          <a:ln w="6350">
            <a:no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sz="1400" b="1">
              <a:latin typeface="微软雅黑" panose="020B0503020204020204" pitchFamily="34" charset="-122"/>
              <a:ea typeface="微软雅黑" panose="020B0503020204020204" pitchFamily="34" charset="-122"/>
            </a:endParaRPr>
          </a:p>
        </p:txBody>
      </p:sp>
      <p:sp>
        <p:nvSpPr>
          <p:cNvPr id="113" name="右箭头 112"/>
          <p:cNvSpPr/>
          <p:nvPr/>
        </p:nvSpPr>
        <p:spPr>
          <a:xfrm>
            <a:off x="9367610" y="4989342"/>
            <a:ext cx="324000" cy="324000"/>
          </a:xfrm>
          <a:prstGeom prst="rightArrow">
            <a:avLst/>
          </a:prstGeom>
          <a:solidFill>
            <a:schemeClr val="accent2">
              <a:lumMod val="75000"/>
            </a:schemeClr>
          </a:solidFill>
          <a:ln w="6350">
            <a:no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sz="1400" b="1">
              <a:latin typeface="微软雅黑" panose="020B0503020204020204" pitchFamily="34" charset="-122"/>
              <a:ea typeface="微软雅黑" panose="020B0503020204020204" pitchFamily="34" charset="-122"/>
            </a:endParaRPr>
          </a:p>
        </p:txBody>
      </p:sp>
      <p:sp>
        <p:nvSpPr>
          <p:cNvPr id="114" name="矩形 113"/>
          <p:cNvSpPr/>
          <p:nvPr/>
        </p:nvSpPr>
        <p:spPr>
          <a:xfrm>
            <a:off x="5176582" y="3187673"/>
            <a:ext cx="1620957" cy="338554"/>
          </a:xfrm>
          <a:prstGeom prst="rect">
            <a:avLst/>
          </a:prstGeom>
        </p:spPr>
        <p:txBody>
          <a:bodyPr wrap="none">
            <a:spAutoFit/>
          </a:bodyPr>
          <a:lstStyle/>
          <a:p>
            <a:pPr algn="ctr"/>
            <a:r>
              <a:rPr lang="zh-CN" altLang="en-US" sz="1600" b="1">
                <a:solidFill>
                  <a:schemeClr val="accent2">
                    <a:lumMod val="75000"/>
                  </a:schemeClr>
                </a:solidFill>
                <a:latin typeface="Roboto"/>
                <a:ea typeface="微软雅黑" panose="020B0503020204020204" pitchFamily="34" charset="-122"/>
              </a:rPr>
              <a:t>（这里是备注）</a:t>
            </a:r>
          </a:p>
        </p:txBody>
      </p:sp>
      <p:sp>
        <p:nvSpPr>
          <p:cNvPr id="6" name="矩形: 圆角 12"/>
          <p:cNvSpPr/>
          <p:nvPr/>
        </p:nvSpPr>
        <p:spPr>
          <a:xfrm>
            <a:off x="8432020" y="1758889"/>
            <a:ext cx="2647400" cy="374571"/>
          </a:xfrm>
          <a:prstGeom prst="roundRect">
            <a:avLst/>
          </a:prstGeom>
          <a:noFill/>
          <a:ln>
            <a:noFill/>
          </a:ln>
        </p:spPr>
        <p:txBody>
          <a:bodyPr wrap="square">
            <a:spAutoFit/>
          </a:bodyPr>
          <a:lstStyle/>
          <a:p>
            <a:r>
              <a:rPr lang="zh-CN" altLang="en-US" sz="1600" b="1">
                <a:gradFill>
                  <a:gsLst>
                    <a:gs pos="23000">
                      <a:srgbClr val="2946ED"/>
                    </a:gs>
                    <a:gs pos="100000">
                      <a:srgbClr val="4294FF"/>
                    </a:gs>
                  </a:gsLst>
                  <a:path path="circle">
                    <a:fillToRect r="100000" b="100000"/>
                  </a:path>
                </a:gradFill>
                <a:latin typeface="微软雅黑" panose="020B0503020204020204" pitchFamily="34" charset="-122"/>
                <a:ea typeface="微软雅黑" panose="020B0503020204020204" pitchFamily="34" charset="-122"/>
              </a:rPr>
              <a:t>射频识别技术</a:t>
            </a:r>
          </a:p>
        </p:txBody>
      </p:sp>
      <p:sp>
        <p:nvSpPr>
          <p:cNvPr id="7" name="文本框 6"/>
          <p:cNvSpPr txBox="1"/>
          <p:nvPr/>
        </p:nvSpPr>
        <p:spPr>
          <a:xfrm>
            <a:off x="8423977" y="2141659"/>
            <a:ext cx="3175387" cy="116769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GB" altLang="zh-CN" sz="1200" b="0" i="0">
                <a:solidFill>
                  <a:srgbClr val="333333"/>
                </a:solidFill>
                <a:effectLst/>
                <a:latin typeface="Helvetica Neue" panose="02000503000000020004" pitchFamily="2" charset="0"/>
              </a:rPr>
              <a:t>RFID</a:t>
            </a:r>
            <a:r>
              <a:rPr lang="zh-CN" altLang="en-US" sz="1200" b="0" i="0">
                <a:solidFill>
                  <a:srgbClr val="333333"/>
                </a:solidFill>
                <a:effectLst/>
                <a:latin typeface="Helvetica Neue" panose="02000503000000020004" pitchFamily="2" charset="0"/>
              </a:rPr>
              <a:t>是一种简单的无线系统，由一个询问器（或阅读器）和很多应答器（或标签）组成</a:t>
            </a:r>
            <a:endParaRPr lang="en-US" altLang="zh-CN" sz="1200" b="0" i="0">
              <a:solidFill>
                <a:srgbClr val="333333"/>
              </a:solidFill>
              <a:effectLst/>
              <a:latin typeface="Helvetica Neue" panose="02000503000000020004" pitchFamily="2" charset="0"/>
            </a:endParaRPr>
          </a:p>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标签由耦合元件及芯片组成</a:t>
            </a:r>
            <a:endParaRPr lang="zh-CN" altLang="en-US" sz="1200">
              <a:latin typeface="微软雅黑" panose="020B0503020204020204" pitchFamily="34" charset="-122"/>
              <a:ea typeface="微软雅黑" panose="020B0503020204020204" pitchFamily="34" charset="-122"/>
            </a:endParaRPr>
          </a:p>
        </p:txBody>
      </p:sp>
      <p:sp>
        <p:nvSpPr>
          <p:cNvPr id="8" name="矩形: 圆角 12"/>
          <p:cNvSpPr/>
          <p:nvPr/>
        </p:nvSpPr>
        <p:spPr>
          <a:xfrm>
            <a:off x="0" y="1883527"/>
            <a:ext cx="3774499" cy="374571"/>
          </a:xfrm>
          <a:prstGeom prst="roundRect">
            <a:avLst/>
          </a:prstGeom>
          <a:noFill/>
          <a:ln>
            <a:noFill/>
          </a:ln>
        </p:spPr>
        <p:txBody>
          <a:bodyPr wrap="square">
            <a:spAutoFit/>
          </a:bodyPr>
          <a:lstStyle/>
          <a:p>
            <a:pPr algn="r"/>
            <a:r>
              <a:rPr lang="zh-CN" altLang="en-US" sz="1600" b="1">
                <a:gradFill>
                  <a:gsLst>
                    <a:gs pos="23000">
                      <a:srgbClr val="2946ED"/>
                    </a:gs>
                    <a:gs pos="100000">
                      <a:srgbClr val="4294FF"/>
                    </a:gs>
                  </a:gsLst>
                  <a:path path="circle">
                    <a:fillToRect r="100000" b="100000"/>
                  </a:path>
                </a:gradFill>
                <a:latin typeface="微软雅黑" panose="020B0503020204020204" pitchFamily="34" charset="-122"/>
                <a:ea typeface="微软雅黑" panose="020B0503020204020204" pitchFamily="34" charset="-122"/>
              </a:rPr>
              <a:t>物联网世界中被“物”化的结果</a:t>
            </a:r>
          </a:p>
        </p:txBody>
      </p:sp>
      <p:sp>
        <p:nvSpPr>
          <p:cNvPr id="10" name="文本框 9"/>
          <p:cNvSpPr txBox="1"/>
          <p:nvPr/>
        </p:nvSpPr>
        <p:spPr>
          <a:xfrm>
            <a:off x="279023" y="2290950"/>
            <a:ext cx="3607115" cy="1167114"/>
          </a:xfrm>
          <a:prstGeom prst="rect">
            <a:avLst/>
          </a:prstGeom>
          <a:noFill/>
        </p:spPr>
        <p:txBody>
          <a:bodyPr wrap="square">
            <a:spAutoFit/>
          </a:bodyPr>
          <a:lstStyle>
            <a:defPPr>
              <a:defRPr lang="zh-CN"/>
            </a:defPPr>
            <a:lvl1pPr marL="285750" indent="-285750">
              <a:lnSpc>
                <a:spcPct val="150000"/>
              </a:lnSpc>
              <a:buFont typeface="Arial" panose="020B0604020202020204" pitchFamily="34" charset="0"/>
              <a:buChar char="•"/>
              <a:defRPr sz="1200" b="0" i="0">
                <a:solidFill>
                  <a:srgbClr val="333333"/>
                </a:solidFill>
                <a:effectLst/>
                <a:latin typeface="Helvetica Neue" panose="02000503000000020004" pitchFamily="2" charset="0"/>
              </a:defRPr>
            </a:lvl1pPr>
          </a:lstStyle>
          <a:p>
            <a:r>
              <a:rPr lang="zh-CN" altLang="en-US"/>
              <a:t>它是由微传感器、微执行器、信号处理和控制电路、通讯接口和电源等部件组成的一体化的微型器件系统。</a:t>
            </a:r>
            <a:endParaRPr lang="en-US" altLang="zh-CN"/>
          </a:p>
          <a:p>
            <a:r>
              <a:rPr lang="zh-CN" altLang="en-US"/>
              <a:t>其目标是把信息的获取</a:t>
            </a:r>
          </a:p>
        </p:txBody>
      </p:sp>
      <p:sp>
        <p:nvSpPr>
          <p:cNvPr id="11" name="文本框 10"/>
          <p:cNvSpPr txBox="1"/>
          <p:nvPr/>
        </p:nvSpPr>
        <p:spPr>
          <a:xfrm>
            <a:off x="6816080" y="3840590"/>
            <a:ext cx="1012070" cy="307777"/>
          </a:xfrm>
          <a:prstGeom prst="rect">
            <a:avLst/>
          </a:prstGeom>
          <a:noFill/>
        </p:spPr>
        <p:txBody>
          <a:bodyPr wrap="square" lIns="0" rIns="0" rtlCol="0">
            <a:spAutoFit/>
          </a:bodyPr>
          <a:lstStyle/>
          <a:p>
            <a:pPr algn="ctr"/>
            <a:r>
              <a:rPr lang="zh-CN" altLang="en-US" sz="1400" b="1">
                <a:latin typeface="微软雅黑" panose="020B0503020204020204" pitchFamily="34" charset="-122"/>
                <a:ea typeface="微软雅黑" panose="020B0503020204020204" pitchFamily="34" charset="-122"/>
              </a:rPr>
              <a:t>业务流程</a:t>
            </a:r>
            <a:endParaRPr lang="en-US" altLang="zh-CN" sz="1400" b="1">
              <a:latin typeface="微软雅黑" panose="020B0503020204020204" pitchFamily="34" charset="-122"/>
              <a:ea typeface="微软雅黑" panose="020B0503020204020204" pitchFamily="34" charset="-122"/>
            </a:endParaRPr>
          </a:p>
        </p:txBody>
      </p:sp>
      <p:sp>
        <p:nvSpPr>
          <p:cNvPr id="13" name="文本框 12"/>
          <p:cNvSpPr txBox="1"/>
          <p:nvPr/>
        </p:nvSpPr>
        <p:spPr>
          <a:xfrm>
            <a:off x="10088189" y="3840590"/>
            <a:ext cx="1012070" cy="307777"/>
          </a:xfrm>
          <a:prstGeom prst="rect">
            <a:avLst/>
          </a:prstGeom>
          <a:noFill/>
        </p:spPr>
        <p:txBody>
          <a:bodyPr wrap="square" lIns="0" rIns="0" rtlCol="0">
            <a:spAutoFit/>
          </a:bodyPr>
          <a:lstStyle/>
          <a:p>
            <a:pPr algn="ctr"/>
            <a:r>
              <a:rPr lang="zh-CN" altLang="en-US" sz="1400" b="1">
                <a:latin typeface="微软雅黑" panose="020B0503020204020204" pitchFamily="34" charset="-122"/>
                <a:ea typeface="微软雅黑" panose="020B0503020204020204" pitchFamily="34" charset="-122"/>
              </a:rPr>
              <a:t>业务流程</a:t>
            </a:r>
            <a:endParaRPr lang="en-US" altLang="zh-CN" sz="1400" b="1">
              <a:latin typeface="微软雅黑" panose="020B0503020204020204" pitchFamily="34" charset="-122"/>
              <a:ea typeface="微软雅黑" panose="020B0503020204020204" pitchFamily="34" charset="-122"/>
            </a:endParaRPr>
          </a:p>
        </p:txBody>
      </p:sp>
      <p:sp>
        <p:nvSpPr>
          <p:cNvPr id="14" name="文本框 13"/>
          <p:cNvSpPr txBox="1"/>
          <p:nvPr/>
        </p:nvSpPr>
        <p:spPr>
          <a:xfrm>
            <a:off x="631095" y="4705757"/>
            <a:ext cx="1757542" cy="1167692"/>
          </a:xfrm>
          <a:prstGeom prst="rect">
            <a:avLst/>
          </a:prstGeom>
          <a:noFill/>
        </p:spPr>
        <p:txBody>
          <a:bodyPr wrap="square" lIns="36000" tIns="36000" rIns="36000" bIns="36000">
            <a:spAutoFit/>
          </a:bodyPr>
          <a:lstStyle/>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基于云计算平台和智能网络</a:t>
            </a:r>
            <a:endParaRPr lang="en-US" altLang="zh-CN" sz="1200" b="0" i="0">
              <a:solidFill>
                <a:srgbClr val="333333"/>
              </a:solidFill>
              <a:effectLst/>
              <a:latin typeface="Helvetica Neue" panose="02000503000000020004" pitchFamily="2" charset="0"/>
            </a:endParaRPr>
          </a:p>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可以依据传感器网络获取的数据进行决策</a:t>
            </a:r>
            <a:endParaRPr lang="zh-CN" altLang="en-US" sz="1200">
              <a:latin typeface="微软雅黑" panose="020B0503020204020204" pitchFamily="34" charset="-122"/>
              <a:ea typeface="微软雅黑" panose="020B0503020204020204" pitchFamily="34" charset="-122"/>
            </a:endParaRPr>
          </a:p>
        </p:txBody>
      </p:sp>
      <p:sp>
        <p:nvSpPr>
          <p:cNvPr id="15" name="文本框 14"/>
          <p:cNvSpPr txBox="1"/>
          <p:nvPr/>
        </p:nvSpPr>
        <p:spPr>
          <a:xfrm>
            <a:off x="2746310" y="4705757"/>
            <a:ext cx="1757542" cy="1167692"/>
          </a:xfrm>
          <a:prstGeom prst="rect">
            <a:avLst/>
          </a:prstGeom>
          <a:noFill/>
        </p:spPr>
        <p:txBody>
          <a:bodyPr wrap="square" lIns="36000" tIns="36000" rIns="36000" bIns="36000">
            <a:spAutoFit/>
          </a:bodyPr>
          <a:lstStyle/>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基于云计算平台和智能网络</a:t>
            </a:r>
            <a:endParaRPr lang="en-US" altLang="zh-CN" sz="1200" b="0" i="0">
              <a:solidFill>
                <a:srgbClr val="333333"/>
              </a:solidFill>
              <a:effectLst/>
              <a:latin typeface="Helvetica Neue" panose="02000503000000020004" pitchFamily="2" charset="0"/>
            </a:endParaRPr>
          </a:p>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可以依据传感器网络获取的数据进行决策</a:t>
            </a:r>
            <a:endParaRPr lang="zh-CN" altLang="en-US" sz="1200">
              <a:latin typeface="微软雅黑" panose="020B0503020204020204" pitchFamily="34" charset="-122"/>
              <a:ea typeface="微软雅黑" panose="020B0503020204020204" pitchFamily="34" charset="-122"/>
            </a:endParaRPr>
          </a:p>
        </p:txBody>
      </p:sp>
      <p:sp>
        <p:nvSpPr>
          <p:cNvPr id="16" name="文本框 15"/>
          <p:cNvSpPr txBox="1"/>
          <p:nvPr/>
        </p:nvSpPr>
        <p:spPr>
          <a:xfrm>
            <a:off x="4994582" y="4705757"/>
            <a:ext cx="2040700" cy="1167692"/>
          </a:xfrm>
          <a:prstGeom prst="rect">
            <a:avLst/>
          </a:prstGeom>
          <a:noFill/>
        </p:spPr>
        <p:txBody>
          <a:bodyPr wrap="square" lIns="36000" tIns="36000" rIns="36000" bIns="36000">
            <a:spAutoFit/>
          </a:bodyPr>
          <a:lstStyle/>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基于云计算平台和智能网络</a:t>
            </a:r>
            <a:endParaRPr lang="en-US" altLang="zh-CN" sz="1200" b="0" i="0">
              <a:solidFill>
                <a:srgbClr val="333333"/>
              </a:solidFill>
              <a:effectLst/>
              <a:latin typeface="Helvetica Neue" panose="02000503000000020004" pitchFamily="2" charset="0"/>
            </a:endParaRPr>
          </a:p>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可以依据传感器网络获取的数据进行决策</a:t>
            </a:r>
            <a:endParaRPr lang="zh-CN" altLang="en-US" sz="1200">
              <a:latin typeface="微软雅黑" panose="020B0503020204020204" pitchFamily="34" charset="-122"/>
              <a:ea typeface="微软雅黑" panose="020B0503020204020204" pitchFamily="34" charset="-122"/>
            </a:endParaRPr>
          </a:p>
        </p:txBody>
      </p:sp>
      <p:sp>
        <p:nvSpPr>
          <p:cNvPr id="17" name="文本框 16"/>
          <p:cNvSpPr txBox="1"/>
          <p:nvPr/>
        </p:nvSpPr>
        <p:spPr>
          <a:xfrm>
            <a:off x="7536160" y="4705757"/>
            <a:ext cx="1757542" cy="1167692"/>
          </a:xfrm>
          <a:prstGeom prst="rect">
            <a:avLst/>
          </a:prstGeom>
          <a:noFill/>
        </p:spPr>
        <p:txBody>
          <a:bodyPr wrap="square" lIns="36000" tIns="36000" rIns="36000" bIns="36000">
            <a:spAutoFit/>
          </a:bodyPr>
          <a:lstStyle/>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基于云计算平台和智能网络</a:t>
            </a:r>
            <a:endParaRPr lang="en-US" altLang="zh-CN" sz="1200" b="0" i="0">
              <a:solidFill>
                <a:srgbClr val="333333"/>
              </a:solidFill>
              <a:effectLst/>
              <a:latin typeface="Helvetica Neue" panose="02000503000000020004" pitchFamily="2" charset="0"/>
            </a:endParaRPr>
          </a:p>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可以依据传感器网络获取的数据进行决策</a:t>
            </a:r>
            <a:endParaRPr lang="zh-CN" altLang="en-US" sz="1200">
              <a:latin typeface="微软雅黑" panose="020B0503020204020204" pitchFamily="34" charset="-122"/>
              <a:ea typeface="微软雅黑" panose="020B0503020204020204" pitchFamily="34" charset="-122"/>
            </a:endParaRPr>
          </a:p>
        </p:txBody>
      </p:sp>
      <p:sp>
        <p:nvSpPr>
          <p:cNvPr id="18" name="文本框 17"/>
          <p:cNvSpPr txBox="1"/>
          <p:nvPr/>
        </p:nvSpPr>
        <p:spPr>
          <a:xfrm>
            <a:off x="9731086" y="4705757"/>
            <a:ext cx="1757542" cy="1167692"/>
          </a:xfrm>
          <a:prstGeom prst="rect">
            <a:avLst/>
          </a:prstGeom>
          <a:noFill/>
        </p:spPr>
        <p:txBody>
          <a:bodyPr wrap="square" lIns="36000" tIns="36000" rIns="36000" bIns="36000">
            <a:spAutoFit/>
          </a:bodyPr>
          <a:lstStyle/>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基于云计算平台和智能网络</a:t>
            </a:r>
            <a:endParaRPr lang="en-US" altLang="zh-CN" sz="1200" b="0" i="0">
              <a:solidFill>
                <a:srgbClr val="333333"/>
              </a:solidFill>
              <a:effectLst/>
              <a:latin typeface="Helvetica Neue" panose="02000503000000020004" pitchFamily="2" charset="0"/>
            </a:endParaRPr>
          </a:p>
          <a:p>
            <a:pPr marL="285750" indent="-285750">
              <a:lnSpc>
                <a:spcPct val="150000"/>
              </a:lnSpc>
              <a:buFont typeface="Arial" panose="020B0604020202020204" pitchFamily="34" charset="0"/>
              <a:buChar char="•"/>
            </a:pPr>
            <a:r>
              <a:rPr lang="zh-CN" altLang="en-US" sz="1200" b="0" i="0">
                <a:solidFill>
                  <a:srgbClr val="333333"/>
                </a:solidFill>
                <a:effectLst/>
                <a:latin typeface="Helvetica Neue" panose="02000503000000020004" pitchFamily="2" charset="0"/>
              </a:rPr>
              <a:t>可以依据传感器网络获取的数据进行决策</a:t>
            </a:r>
            <a:endParaRPr lang="zh-CN" altLang="en-US" sz="120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a:blip r:embed="rId2"/>
          <a:stretch>
            <a:fillRect/>
          </a:stretch>
        </p:blipFill>
        <p:spPr>
          <a:xfrm>
            <a:off x="0" y="0"/>
            <a:ext cx="12192000" cy="6858000"/>
          </a:xfrm>
          <a:prstGeom prst="rect">
            <a:avLst/>
          </a:prstGeom>
        </p:spPr>
      </p:pic>
      <p:sp>
        <p:nvSpPr>
          <p:cNvPr id="45" name="文本框 44"/>
          <p:cNvSpPr txBox="1"/>
          <p:nvPr/>
        </p:nvSpPr>
        <p:spPr>
          <a:xfrm>
            <a:off x="2998037" y="490592"/>
            <a:ext cx="6195927" cy="5940088"/>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altLang="zh-CN" sz="38000" b="1" i="0" u="none" strike="noStrike" kern="1200" cap="none" spc="0" normalizeH="0" baseline="0" noProof="0">
                <a:ln>
                  <a:noFill/>
                </a:ln>
                <a:gradFill>
                  <a:gsLst>
                    <a:gs pos="22000">
                      <a:srgbClr val="C8DAF5"/>
                    </a:gs>
                    <a:gs pos="100000">
                      <a:schemeClr val="accent1">
                        <a:lumMod val="20000"/>
                        <a:lumOff val="80000"/>
                        <a:alpha val="0"/>
                      </a:schemeClr>
                    </a:gs>
                  </a:gsLst>
                  <a:lin ang="5400000" scaled="0"/>
                </a:gradFill>
                <a:effectLst/>
                <a:uLnTx/>
                <a:uFillTx/>
                <a:latin typeface="微软雅黑" panose="020B0503020204020204" pitchFamily="34" charset="-122"/>
                <a:ea typeface="微软雅黑" panose="020B0503020204020204" pitchFamily="34" charset="-122"/>
                <a:cs typeface="Baskerville Old Face" panose="02020602080505020303" charset="0"/>
              </a:rPr>
              <a:t>02</a:t>
            </a:r>
          </a:p>
        </p:txBody>
      </p:sp>
      <p:sp>
        <p:nvSpPr>
          <p:cNvPr id="55" name="椭圆 54"/>
          <p:cNvSpPr>
            <a:spLocks noChangeAspect="1"/>
          </p:cNvSpPr>
          <p:nvPr/>
        </p:nvSpPr>
        <p:spPr>
          <a:xfrm>
            <a:off x="1915204" y="3364965"/>
            <a:ext cx="282548" cy="282597"/>
          </a:xfrm>
          <a:prstGeom prst="ellipse">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endParaRPr kumimoji="1" lang="zh-CN" altLang="en-US" sz="1400" b="1">
              <a:latin typeface="微软雅黑" panose="020B0503020204020204" pitchFamily="34" charset="-122"/>
              <a:ea typeface="微软雅黑" panose="020B0503020204020204" pitchFamily="34" charset="-122"/>
            </a:endParaRPr>
          </a:p>
        </p:txBody>
      </p:sp>
      <p:sp>
        <p:nvSpPr>
          <p:cNvPr id="57" name="弧 56"/>
          <p:cNvSpPr/>
          <p:nvPr/>
        </p:nvSpPr>
        <p:spPr>
          <a:xfrm rot="8100000">
            <a:off x="443019" y="-6803590"/>
            <a:ext cx="11305958" cy="11361423"/>
          </a:xfrm>
          <a:prstGeom prst="arc">
            <a:avLst>
              <a:gd name="adj1" fmla="val 15770509"/>
              <a:gd name="adj2" fmla="val 384796"/>
            </a:avLst>
          </a:prstGeom>
          <a:ln w="101600">
            <a:gradFill>
              <a:gsLst>
                <a:gs pos="0">
                  <a:srgbClr val="CEE1F2">
                    <a:alpha val="0"/>
                  </a:srgbClr>
                </a:gs>
                <a:gs pos="28000">
                  <a:srgbClr val="275DF5"/>
                </a:gs>
                <a:gs pos="100000">
                  <a:srgbClr val="CEE1F2">
                    <a:alpha val="0"/>
                  </a:srgb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58" name="弧 57"/>
          <p:cNvSpPr/>
          <p:nvPr/>
        </p:nvSpPr>
        <p:spPr>
          <a:xfrm rot="8100000">
            <a:off x="443018" y="-6741977"/>
            <a:ext cx="11305958" cy="11361423"/>
          </a:xfrm>
          <a:prstGeom prst="arc">
            <a:avLst>
              <a:gd name="adj1" fmla="val 16229100"/>
              <a:gd name="adj2" fmla="val 407574"/>
            </a:avLst>
          </a:prstGeom>
          <a:ln w="50800">
            <a:gradFill>
              <a:gsLst>
                <a:gs pos="0">
                  <a:srgbClr val="CEE1F2">
                    <a:alpha val="0"/>
                  </a:srgbClr>
                </a:gs>
                <a:gs pos="28000">
                  <a:schemeClr val="accent1">
                    <a:lumMod val="45000"/>
                    <a:lumOff val="55000"/>
                    <a:alpha val="25000"/>
                  </a:schemeClr>
                </a:gs>
                <a:gs pos="100000">
                  <a:srgbClr val="CEE1F2">
                    <a:alpha val="0"/>
                  </a:srgb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42" name="椭圆 41"/>
          <p:cNvSpPr>
            <a:spLocks noChangeAspect="1"/>
          </p:cNvSpPr>
          <p:nvPr/>
        </p:nvSpPr>
        <p:spPr>
          <a:xfrm>
            <a:off x="4867048" y="2493672"/>
            <a:ext cx="2457904" cy="2458334"/>
          </a:xfrm>
          <a:prstGeom prst="ellipse">
            <a:avLst/>
          </a:prstGeom>
          <a:gradFill>
            <a:gsLst>
              <a:gs pos="20000">
                <a:srgbClr val="2946ED"/>
              </a:gs>
              <a:gs pos="100000">
                <a:srgbClr val="4294FF"/>
              </a:gs>
            </a:gsLst>
            <a:path path="circle">
              <a:fillToRect r="100000" b="100000"/>
            </a:path>
          </a:gradFill>
          <a:ln w="12700" cap="flat" cmpd="sng" algn="ctr">
            <a:noFill/>
            <a:prstDash val="solid"/>
            <a:miter lim="800000"/>
          </a:ln>
          <a:effectLst/>
        </p:spPr>
        <p:txBody>
          <a:bodyPr rot="0" spcFirstLastPara="0" vertOverflow="overflow" horzOverflow="overflow" vert="horz" wrap="square" lIns="216000" tIns="45720" rIns="91440" bIns="45720" numCol="1" spcCol="0" rtlCol="0" fromWordArt="0" anchor="ctr" anchorCtr="0" forceAA="0" compatLnSpc="1">
            <a:noAutofit/>
          </a:bodyPr>
          <a:lstStyle/>
          <a:p>
            <a:pPr algn="ctr"/>
            <a:endParaRPr lang="zh-CN" altLang="en-US" sz="1600" b="1">
              <a:solidFill>
                <a:prstClr val="white"/>
              </a:solidFill>
              <a:latin typeface="微软雅黑" panose="020B0503020204020204" pitchFamily="34" charset="-122"/>
              <a:ea typeface="微软雅黑" panose="020B0503020204020204" pitchFamily="34" charset="-122"/>
            </a:endParaRPr>
          </a:p>
        </p:txBody>
      </p:sp>
      <p:sp>
        <p:nvSpPr>
          <p:cNvPr id="47" name="文本框 46"/>
          <p:cNvSpPr txBox="1"/>
          <p:nvPr/>
        </p:nvSpPr>
        <p:spPr>
          <a:xfrm>
            <a:off x="5270354" y="3914036"/>
            <a:ext cx="1651293" cy="523220"/>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bg1"/>
                </a:solidFill>
                <a:effectLst/>
                <a:uLnTx/>
                <a:uFillTx/>
                <a:latin typeface="Calibri" panose="020F0502020204030204"/>
                <a:ea typeface="微软雅黑" panose="020B0503020204020204" pitchFamily="34" charset="-122"/>
                <a:cs typeface="+mn-cs"/>
              </a:rPr>
              <a:t>产品优势</a:t>
            </a:r>
            <a:endParaRPr kumimoji="0" lang="zh-CN" altLang="en-US" sz="28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sym typeface="+mn-ea"/>
            </a:endParaRPr>
          </a:p>
        </p:txBody>
      </p:sp>
      <p:sp>
        <p:nvSpPr>
          <p:cNvPr id="51" name="椭圆 50"/>
          <p:cNvSpPr>
            <a:spLocks noChangeAspect="1"/>
          </p:cNvSpPr>
          <p:nvPr/>
        </p:nvSpPr>
        <p:spPr>
          <a:xfrm>
            <a:off x="9220383" y="2866341"/>
            <a:ext cx="732857" cy="732985"/>
          </a:xfrm>
          <a:prstGeom prst="ellipse">
            <a:avLst/>
          </a:prstGeom>
          <a:gradFill>
            <a:gsLst>
              <a:gs pos="0">
                <a:srgbClr val="4EB2F6">
                  <a:alpha val="50000"/>
                </a:srgbClr>
              </a:gs>
              <a:gs pos="100000">
                <a:srgbClr val="256EE9">
                  <a:alpha val="50000"/>
                </a:srgbClr>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endParaRPr kumimoji="1" lang="zh-CN" altLang="en-US" sz="1400" b="1">
              <a:latin typeface="微软雅黑" panose="020B0503020204020204" pitchFamily="34" charset="-122"/>
              <a:ea typeface="微软雅黑" panose="020B0503020204020204" pitchFamily="34" charset="-122"/>
            </a:endParaRPr>
          </a:p>
        </p:txBody>
      </p:sp>
      <p:grpSp>
        <p:nvGrpSpPr>
          <p:cNvPr id="13" name="组合 12"/>
          <p:cNvGrpSpPr/>
          <p:nvPr/>
        </p:nvGrpSpPr>
        <p:grpSpPr>
          <a:xfrm>
            <a:off x="5686844" y="2952678"/>
            <a:ext cx="818305" cy="818305"/>
            <a:chOff x="661342" y="2844819"/>
            <a:chExt cx="818305" cy="818305"/>
          </a:xfrm>
          <a:solidFill>
            <a:schemeClr val="bg1"/>
          </a:solidFill>
        </p:grpSpPr>
        <p:sp>
          <p:nvSpPr>
            <p:cNvPr id="4" name="Freeform 5"/>
            <p:cNvSpPr>
              <a:spLocks noEditPoints="1"/>
            </p:cNvSpPr>
            <p:nvPr/>
          </p:nvSpPr>
          <p:spPr bwMode="auto">
            <a:xfrm>
              <a:off x="661342" y="2844819"/>
              <a:ext cx="818305" cy="818305"/>
            </a:xfrm>
            <a:custGeom>
              <a:avLst/>
              <a:gdLst>
                <a:gd name="T0" fmla="*/ 84 w 651"/>
                <a:gd name="T1" fmla="*/ 344 h 651"/>
                <a:gd name="T2" fmla="*/ 125 w 651"/>
                <a:gd name="T3" fmla="*/ 106 h 651"/>
                <a:gd name="T4" fmla="*/ 147 w 651"/>
                <a:gd name="T5" fmla="*/ 63 h 651"/>
                <a:gd name="T6" fmla="*/ 210 w 651"/>
                <a:gd name="T7" fmla="*/ 0 h 651"/>
                <a:gd name="T8" fmla="*/ 651 w 651"/>
                <a:gd name="T9" fmla="*/ 587 h 651"/>
                <a:gd name="T10" fmla="*/ 526 w 651"/>
                <a:gd name="T11" fmla="*/ 596 h 651"/>
                <a:gd name="T12" fmla="*/ 355 w 651"/>
                <a:gd name="T13" fmla="*/ 651 h 651"/>
                <a:gd name="T14" fmla="*/ 84 w 651"/>
                <a:gd name="T15" fmla="*/ 590 h 651"/>
                <a:gd name="T16" fmla="*/ 55 w 651"/>
                <a:gd name="T17" fmla="*/ 545 h 651"/>
                <a:gd name="T18" fmla="*/ 0 w 651"/>
                <a:gd name="T19" fmla="*/ 411 h 651"/>
                <a:gd name="T20" fmla="*/ 84 w 651"/>
                <a:gd name="T21" fmla="*/ 357 h 651"/>
                <a:gd name="T22" fmla="*/ 431 w 651"/>
                <a:gd name="T23" fmla="*/ 493 h 651"/>
                <a:gd name="T24" fmla="*/ 273 w 651"/>
                <a:gd name="T25" fmla="*/ 546 h 651"/>
                <a:gd name="T26" fmla="*/ 106 w 651"/>
                <a:gd name="T27" fmla="*/ 594 h 651"/>
                <a:gd name="T28" fmla="*/ 255 w 651"/>
                <a:gd name="T29" fmla="*/ 629 h 651"/>
                <a:gd name="T30" fmla="*/ 504 w 651"/>
                <a:gd name="T31" fmla="*/ 598 h 651"/>
                <a:gd name="T32" fmla="*/ 491 w 651"/>
                <a:gd name="T33" fmla="*/ 435 h 651"/>
                <a:gd name="T34" fmla="*/ 442 w 651"/>
                <a:gd name="T35" fmla="*/ 384 h 651"/>
                <a:gd name="T36" fmla="*/ 423 w 651"/>
                <a:gd name="T37" fmla="*/ 209 h 651"/>
                <a:gd name="T38" fmla="*/ 106 w 651"/>
                <a:gd name="T39" fmla="*/ 199 h 651"/>
                <a:gd name="T40" fmla="*/ 274 w 651"/>
                <a:gd name="T41" fmla="*/ 440 h 651"/>
                <a:gd name="T42" fmla="*/ 588 w 651"/>
                <a:gd name="T43" fmla="*/ 63 h 651"/>
                <a:gd name="T44" fmla="*/ 527 w 651"/>
                <a:gd name="T45" fmla="*/ 525 h 651"/>
                <a:gd name="T46" fmla="*/ 630 w 651"/>
                <a:gd name="T47" fmla="*/ 566 h 651"/>
                <a:gd name="T48" fmla="*/ 233 w 651"/>
                <a:gd name="T49" fmla="*/ 21 h 651"/>
                <a:gd name="T50" fmla="*/ 588 w 651"/>
                <a:gd name="T51" fmla="*/ 63 h 651"/>
                <a:gd name="T52" fmla="*/ 567 w 651"/>
                <a:gd name="T53" fmla="*/ 84 h 651"/>
                <a:gd name="T54" fmla="*/ 169 w 651"/>
                <a:gd name="T55" fmla="*/ 188 h 651"/>
                <a:gd name="T56" fmla="*/ 190 w 651"/>
                <a:gd name="T57" fmla="*/ 105 h 651"/>
                <a:gd name="T58" fmla="*/ 546 w 651"/>
                <a:gd name="T59" fmla="*/ 294 h 651"/>
                <a:gd name="T60" fmla="*/ 462 w 651"/>
                <a:gd name="T61" fmla="*/ 354 h 651"/>
                <a:gd name="T62" fmla="*/ 497 w 651"/>
                <a:gd name="T63" fmla="*/ 412 h 651"/>
                <a:gd name="T64" fmla="*/ 526 w 651"/>
                <a:gd name="T65" fmla="*/ 503 h 651"/>
                <a:gd name="T66" fmla="*/ 211 w 651"/>
                <a:gd name="T67" fmla="*/ 189 h 651"/>
                <a:gd name="T68" fmla="*/ 429 w 651"/>
                <a:gd name="T69" fmla="*/ 189 h 651"/>
                <a:gd name="T70" fmla="*/ 462 w 651"/>
                <a:gd name="T71" fmla="*/ 246 h 651"/>
                <a:gd name="T72" fmla="*/ 525 w 651"/>
                <a:gd name="T73" fmla="*/ 272 h 651"/>
                <a:gd name="T74" fmla="*/ 211 w 651"/>
                <a:gd name="T75" fmla="*/ 126 h 651"/>
                <a:gd name="T76" fmla="*/ 389 w 651"/>
                <a:gd name="T77" fmla="*/ 493 h 651"/>
                <a:gd name="T78" fmla="*/ 294 w 651"/>
                <a:gd name="T79" fmla="*/ 461 h 651"/>
                <a:gd name="T80" fmla="*/ 81 w 651"/>
                <a:gd name="T81" fmla="*/ 461 h 651"/>
                <a:gd name="T82" fmla="*/ 22 w 651"/>
                <a:gd name="T83" fmla="*/ 486 h 651"/>
                <a:gd name="T84" fmla="*/ 282 w 651"/>
                <a:gd name="T85" fmla="*/ 525 h 651"/>
                <a:gd name="T86" fmla="*/ 295 w 651"/>
                <a:gd name="T87" fmla="*/ 548 h 651"/>
                <a:gd name="T88" fmla="*/ 84 w 651"/>
                <a:gd name="T89" fmla="*/ 378 h 651"/>
                <a:gd name="T90" fmla="*/ 22 w 651"/>
                <a:gd name="T91" fmla="*/ 406 h 651"/>
                <a:gd name="T92" fmla="*/ 84 w 651"/>
                <a:gd name="T93" fmla="*/ 440 h 651"/>
                <a:gd name="T94" fmla="*/ 147 w 651"/>
                <a:gd name="T95" fmla="*/ 126 h 651"/>
                <a:gd name="T96" fmla="*/ 112 w 651"/>
                <a:gd name="T97" fmla="*/ 175 h 651"/>
                <a:gd name="T98" fmla="*/ 147 w 651"/>
                <a:gd name="T99" fmla="*/ 126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51" h="651">
                  <a:moveTo>
                    <a:pt x="84" y="357"/>
                  </a:moveTo>
                  <a:cubicBezTo>
                    <a:pt x="84" y="351"/>
                    <a:pt x="84" y="348"/>
                    <a:pt x="84" y="344"/>
                  </a:cubicBezTo>
                  <a:cubicBezTo>
                    <a:pt x="84" y="283"/>
                    <a:pt x="84" y="222"/>
                    <a:pt x="84" y="162"/>
                  </a:cubicBezTo>
                  <a:cubicBezTo>
                    <a:pt x="84" y="133"/>
                    <a:pt x="100" y="112"/>
                    <a:pt x="125" y="106"/>
                  </a:cubicBezTo>
                  <a:cubicBezTo>
                    <a:pt x="132" y="105"/>
                    <a:pt x="139" y="105"/>
                    <a:pt x="147" y="104"/>
                  </a:cubicBezTo>
                  <a:cubicBezTo>
                    <a:pt x="147" y="91"/>
                    <a:pt x="147" y="77"/>
                    <a:pt x="147" y="63"/>
                  </a:cubicBezTo>
                  <a:cubicBezTo>
                    <a:pt x="169" y="63"/>
                    <a:pt x="189" y="63"/>
                    <a:pt x="210" y="63"/>
                  </a:cubicBezTo>
                  <a:cubicBezTo>
                    <a:pt x="210" y="41"/>
                    <a:pt x="210" y="21"/>
                    <a:pt x="210" y="0"/>
                  </a:cubicBezTo>
                  <a:cubicBezTo>
                    <a:pt x="358" y="0"/>
                    <a:pt x="504" y="0"/>
                    <a:pt x="651" y="0"/>
                  </a:cubicBezTo>
                  <a:cubicBezTo>
                    <a:pt x="651" y="196"/>
                    <a:pt x="651" y="391"/>
                    <a:pt x="651" y="587"/>
                  </a:cubicBezTo>
                  <a:cubicBezTo>
                    <a:pt x="609" y="587"/>
                    <a:pt x="568" y="587"/>
                    <a:pt x="527" y="587"/>
                  </a:cubicBezTo>
                  <a:cubicBezTo>
                    <a:pt x="526" y="591"/>
                    <a:pt x="526" y="593"/>
                    <a:pt x="526" y="596"/>
                  </a:cubicBezTo>
                  <a:cubicBezTo>
                    <a:pt x="524" y="630"/>
                    <a:pt x="503" y="651"/>
                    <a:pt x="469" y="651"/>
                  </a:cubicBezTo>
                  <a:cubicBezTo>
                    <a:pt x="431" y="651"/>
                    <a:pt x="393" y="651"/>
                    <a:pt x="355" y="651"/>
                  </a:cubicBezTo>
                  <a:cubicBezTo>
                    <a:pt x="285" y="651"/>
                    <a:pt x="215" y="651"/>
                    <a:pt x="145" y="651"/>
                  </a:cubicBezTo>
                  <a:cubicBezTo>
                    <a:pt x="105" y="651"/>
                    <a:pt x="84" y="630"/>
                    <a:pt x="84" y="590"/>
                  </a:cubicBezTo>
                  <a:cubicBezTo>
                    <a:pt x="84" y="576"/>
                    <a:pt x="84" y="561"/>
                    <a:pt x="84" y="545"/>
                  </a:cubicBezTo>
                  <a:cubicBezTo>
                    <a:pt x="74" y="545"/>
                    <a:pt x="65" y="546"/>
                    <a:pt x="55" y="545"/>
                  </a:cubicBezTo>
                  <a:cubicBezTo>
                    <a:pt x="23" y="545"/>
                    <a:pt x="1" y="524"/>
                    <a:pt x="0" y="491"/>
                  </a:cubicBezTo>
                  <a:cubicBezTo>
                    <a:pt x="0" y="464"/>
                    <a:pt x="0" y="438"/>
                    <a:pt x="0" y="411"/>
                  </a:cubicBezTo>
                  <a:cubicBezTo>
                    <a:pt x="1" y="378"/>
                    <a:pt x="23" y="357"/>
                    <a:pt x="56" y="357"/>
                  </a:cubicBezTo>
                  <a:cubicBezTo>
                    <a:pt x="65" y="357"/>
                    <a:pt x="74" y="357"/>
                    <a:pt x="84" y="357"/>
                  </a:cubicBezTo>
                  <a:close/>
                  <a:moveTo>
                    <a:pt x="274" y="401"/>
                  </a:moveTo>
                  <a:cubicBezTo>
                    <a:pt x="327" y="432"/>
                    <a:pt x="378" y="462"/>
                    <a:pt x="431" y="493"/>
                  </a:cubicBezTo>
                  <a:cubicBezTo>
                    <a:pt x="378" y="524"/>
                    <a:pt x="327" y="554"/>
                    <a:pt x="273" y="585"/>
                  </a:cubicBezTo>
                  <a:cubicBezTo>
                    <a:pt x="273" y="571"/>
                    <a:pt x="273" y="558"/>
                    <a:pt x="273" y="546"/>
                  </a:cubicBezTo>
                  <a:cubicBezTo>
                    <a:pt x="217" y="546"/>
                    <a:pt x="162" y="546"/>
                    <a:pt x="106" y="546"/>
                  </a:cubicBezTo>
                  <a:cubicBezTo>
                    <a:pt x="106" y="562"/>
                    <a:pt x="106" y="578"/>
                    <a:pt x="106" y="594"/>
                  </a:cubicBezTo>
                  <a:cubicBezTo>
                    <a:pt x="106" y="617"/>
                    <a:pt x="118" y="629"/>
                    <a:pt x="141" y="629"/>
                  </a:cubicBezTo>
                  <a:cubicBezTo>
                    <a:pt x="179" y="629"/>
                    <a:pt x="217" y="629"/>
                    <a:pt x="255" y="629"/>
                  </a:cubicBezTo>
                  <a:cubicBezTo>
                    <a:pt x="327" y="629"/>
                    <a:pt x="399" y="629"/>
                    <a:pt x="471" y="629"/>
                  </a:cubicBezTo>
                  <a:cubicBezTo>
                    <a:pt x="491" y="629"/>
                    <a:pt x="504" y="617"/>
                    <a:pt x="504" y="598"/>
                  </a:cubicBezTo>
                  <a:cubicBezTo>
                    <a:pt x="504" y="552"/>
                    <a:pt x="504" y="507"/>
                    <a:pt x="504" y="462"/>
                  </a:cubicBezTo>
                  <a:cubicBezTo>
                    <a:pt x="504" y="451"/>
                    <a:pt x="500" y="442"/>
                    <a:pt x="491" y="435"/>
                  </a:cubicBezTo>
                  <a:cubicBezTo>
                    <a:pt x="477" y="423"/>
                    <a:pt x="463" y="411"/>
                    <a:pt x="449" y="400"/>
                  </a:cubicBezTo>
                  <a:cubicBezTo>
                    <a:pt x="444" y="395"/>
                    <a:pt x="441" y="391"/>
                    <a:pt x="442" y="384"/>
                  </a:cubicBezTo>
                  <a:cubicBezTo>
                    <a:pt x="442" y="332"/>
                    <a:pt x="442" y="280"/>
                    <a:pt x="442" y="228"/>
                  </a:cubicBezTo>
                  <a:cubicBezTo>
                    <a:pt x="442" y="211"/>
                    <a:pt x="440" y="209"/>
                    <a:pt x="423" y="209"/>
                  </a:cubicBezTo>
                  <a:cubicBezTo>
                    <a:pt x="340" y="209"/>
                    <a:pt x="257" y="210"/>
                    <a:pt x="174" y="209"/>
                  </a:cubicBezTo>
                  <a:cubicBezTo>
                    <a:pt x="152" y="209"/>
                    <a:pt x="128" y="215"/>
                    <a:pt x="106" y="199"/>
                  </a:cubicBezTo>
                  <a:cubicBezTo>
                    <a:pt x="106" y="281"/>
                    <a:pt x="106" y="360"/>
                    <a:pt x="106" y="440"/>
                  </a:cubicBezTo>
                  <a:cubicBezTo>
                    <a:pt x="162" y="440"/>
                    <a:pt x="218" y="440"/>
                    <a:pt x="274" y="440"/>
                  </a:cubicBezTo>
                  <a:cubicBezTo>
                    <a:pt x="274" y="427"/>
                    <a:pt x="274" y="415"/>
                    <a:pt x="274" y="401"/>
                  </a:cubicBezTo>
                  <a:close/>
                  <a:moveTo>
                    <a:pt x="588" y="63"/>
                  </a:moveTo>
                  <a:cubicBezTo>
                    <a:pt x="588" y="217"/>
                    <a:pt x="588" y="370"/>
                    <a:pt x="588" y="525"/>
                  </a:cubicBezTo>
                  <a:cubicBezTo>
                    <a:pt x="567" y="525"/>
                    <a:pt x="547" y="525"/>
                    <a:pt x="527" y="525"/>
                  </a:cubicBezTo>
                  <a:cubicBezTo>
                    <a:pt x="527" y="539"/>
                    <a:pt x="527" y="553"/>
                    <a:pt x="527" y="566"/>
                  </a:cubicBezTo>
                  <a:cubicBezTo>
                    <a:pt x="561" y="566"/>
                    <a:pt x="596" y="566"/>
                    <a:pt x="630" y="566"/>
                  </a:cubicBezTo>
                  <a:cubicBezTo>
                    <a:pt x="630" y="384"/>
                    <a:pt x="630" y="203"/>
                    <a:pt x="630" y="21"/>
                  </a:cubicBezTo>
                  <a:cubicBezTo>
                    <a:pt x="497" y="21"/>
                    <a:pt x="365" y="21"/>
                    <a:pt x="233" y="21"/>
                  </a:cubicBezTo>
                  <a:cubicBezTo>
                    <a:pt x="233" y="35"/>
                    <a:pt x="233" y="49"/>
                    <a:pt x="233" y="63"/>
                  </a:cubicBezTo>
                  <a:cubicBezTo>
                    <a:pt x="351" y="63"/>
                    <a:pt x="469" y="63"/>
                    <a:pt x="588" y="63"/>
                  </a:cubicBezTo>
                  <a:close/>
                  <a:moveTo>
                    <a:pt x="567" y="503"/>
                  </a:moveTo>
                  <a:cubicBezTo>
                    <a:pt x="567" y="363"/>
                    <a:pt x="567" y="224"/>
                    <a:pt x="567" y="84"/>
                  </a:cubicBezTo>
                  <a:cubicBezTo>
                    <a:pt x="434" y="84"/>
                    <a:pt x="302" y="84"/>
                    <a:pt x="169" y="84"/>
                  </a:cubicBezTo>
                  <a:cubicBezTo>
                    <a:pt x="169" y="119"/>
                    <a:pt x="169" y="153"/>
                    <a:pt x="169" y="188"/>
                  </a:cubicBezTo>
                  <a:cubicBezTo>
                    <a:pt x="176" y="188"/>
                    <a:pt x="183" y="188"/>
                    <a:pt x="190" y="188"/>
                  </a:cubicBezTo>
                  <a:cubicBezTo>
                    <a:pt x="190" y="160"/>
                    <a:pt x="190" y="133"/>
                    <a:pt x="190" y="105"/>
                  </a:cubicBezTo>
                  <a:cubicBezTo>
                    <a:pt x="309" y="105"/>
                    <a:pt x="427" y="105"/>
                    <a:pt x="546" y="105"/>
                  </a:cubicBezTo>
                  <a:cubicBezTo>
                    <a:pt x="546" y="168"/>
                    <a:pt x="546" y="231"/>
                    <a:pt x="546" y="294"/>
                  </a:cubicBezTo>
                  <a:cubicBezTo>
                    <a:pt x="518" y="294"/>
                    <a:pt x="491" y="294"/>
                    <a:pt x="462" y="294"/>
                  </a:cubicBezTo>
                  <a:cubicBezTo>
                    <a:pt x="462" y="314"/>
                    <a:pt x="464" y="334"/>
                    <a:pt x="462" y="354"/>
                  </a:cubicBezTo>
                  <a:cubicBezTo>
                    <a:pt x="460" y="375"/>
                    <a:pt x="465" y="390"/>
                    <a:pt x="484" y="401"/>
                  </a:cubicBezTo>
                  <a:cubicBezTo>
                    <a:pt x="488" y="403"/>
                    <a:pt x="492" y="408"/>
                    <a:pt x="497" y="412"/>
                  </a:cubicBezTo>
                  <a:cubicBezTo>
                    <a:pt x="518" y="427"/>
                    <a:pt x="528" y="447"/>
                    <a:pt x="526" y="473"/>
                  </a:cubicBezTo>
                  <a:cubicBezTo>
                    <a:pt x="525" y="483"/>
                    <a:pt x="526" y="493"/>
                    <a:pt x="526" y="503"/>
                  </a:cubicBezTo>
                  <a:cubicBezTo>
                    <a:pt x="540" y="503"/>
                    <a:pt x="553" y="503"/>
                    <a:pt x="567" y="503"/>
                  </a:cubicBezTo>
                  <a:close/>
                  <a:moveTo>
                    <a:pt x="211" y="189"/>
                  </a:moveTo>
                  <a:cubicBezTo>
                    <a:pt x="237" y="189"/>
                    <a:pt x="261" y="189"/>
                    <a:pt x="286" y="189"/>
                  </a:cubicBezTo>
                  <a:cubicBezTo>
                    <a:pt x="334" y="189"/>
                    <a:pt x="381" y="189"/>
                    <a:pt x="429" y="189"/>
                  </a:cubicBezTo>
                  <a:cubicBezTo>
                    <a:pt x="451" y="189"/>
                    <a:pt x="461" y="198"/>
                    <a:pt x="462" y="221"/>
                  </a:cubicBezTo>
                  <a:cubicBezTo>
                    <a:pt x="463" y="229"/>
                    <a:pt x="462" y="237"/>
                    <a:pt x="462" y="246"/>
                  </a:cubicBezTo>
                  <a:cubicBezTo>
                    <a:pt x="462" y="255"/>
                    <a:pt x="462" y="263"/>
                    <a:pt x="462" y="272"/>
                  </a:cubicBezTo>
                  <a:cubicBezTo>
                    <a:pt x="484" y="272"/>
                    <a:pt x="505" y="272"/>
                    <a:pt x="525" y="272"/>
                  </a:cubicBezTo>
                  <a:cubicBezTo>
                    <a:pt x="525" y="223"/>
                    <a:pt x="525" y="174"/>
                    <a:pt x="525" y="126"/>
                  </a:cubicBezTo>
                  <a:cubicBezTo>
                    <a:pt x="420" y="126"/>
                    <a:pt x="315" y="126"/>
                    <a:pt x="211" y="126"/>
                  </a:cubicBezTo>
                  <a:cubicBezTo>
                    <a:pt x="211" y="147"/>
                    <a:pt x="211" y="167"/>
                    <a:pt x="211" y="189"/>
                  </a:cubicBezTo>
                  <a:close/>
                  <a:moveTo>
                    <a:pt x="389" y="493"/>
                  </a:moveTo>
                  <a:cubicBezTo>
                    <a:pt x="357" y="474"/>
                    <a:pt x="326" y="456"/>
                    <a:pt x="294" y="438"/>
                  </a:cubicBezTo>
                  <a:cubicBezTo>
                    <a:pt x="294" y="447"/>
                    <a:pt x="294" y="454"/>
                    <a:pt x="294" y="461"/>
                  </a:cubicBezTo>
                  <a:cubicBezTo>
                    <a:pt x="289" y="461"/>
                    <a:pt x="285" y="461"/>
                    <a:pt x="281" y="461"/>
                  </a:cubicBezTo>
                  <a:cubicBezTo>
                    <a:pt x="214" y="461"/>
                    <a:pt x="148" y="462"/>
                    <a:pt x="81" y="461"/>
                  </a:cubicBezTo>
                  <a:cubicBezTo>
                    <a:pt x="61" y="461"/>
                    <a:pt x="41" y="465"/>
                    <a:pt x="22" y="451"/>
                  </a:cubicBezTo>
                  <a:cubicBezTo>
                    <a:pt x="22" y="465"/>
                    <a:pt x="22" y="475"/>
                    <a:pt x="22" y="486"/>
                  </a:cubicBezTo>
                  <a:cubicBezTo>
                    <a:pt x="20" y="514"/>
                    <a:pt x="39" y="525"/>
                    <a:pt x="60" y="525"/>
                  </a:cubicBezTo>
                  <a:cubicBezTo>
                    <a:pt x="134" y="524"/>
                    <a:pt x="208" y="525"/>
                    <a:pt x="282" y="525"/>
                  </a:cubicBezTo>
                  <a:cubicBezTo>
                    <a:pt x="286" y="525"/>
                    <a:pt x="290" y="525"/>
                    <a:pt x="295" y="525"/>
                  </a:cubicBezTo>
                  <a:cubicBezTo>
                    <a:pt x="295" y="533"/>
                    <a:pt x="295" y="539"/>
                    <a:pt x="295" y="548"/>
                  </a:cubicBezTo>
                  <a:cubicBezTo>
                    <a:pt x="326" y="529"/>
                    <a:pt x="357" y="512"/>
                    <a:pt x="389" y="493"/>
                  </a:cubicBezTo>
                  <a:close/>
                  <a:moveTo>
                    <a:pt x="84" y="378"/>
                  </a:moveTo>
                  <a:cubicBezTo>
                    <a:pt x="72" y="378"/>
                    <a:pt x="61" y="377"/>
                    <a:pt x="51" y="378"/>
                  </a:cubicBezTo>
                  <a:cubicBezTo>
                    <a:pt x="36" y="379"/>
                    <a:pt x="23" y="391"/>
                    <a:pt x="22" y="406"/>
                  </a:cubicBezTo>
                  <a:cubicBezTo>
                    <a:pt x="21" y="422"/>
                    <a:pt x="30" y="437"/>
                    <a:pt x="46" y="439"/>
                  </a:cubicBezTo>
                  <a:cubicBezTo>
                    <a:pt x="58" y="441"/>
                    <a:pt x="71" y="440"/>
                    <a:pt x="84" y="440"/>
                  </a:cubicBezTo>
                  <a:cubicBezTo>
                    <a:pt x="84" y="419"/>
                    <a:pt x="84" y="399"/>
                    <a:pt x="84" y="378"/>
                  </a:cubicBezTo>
                  <a:close/>
                  <a:moveTo>
                    <a:pt x="147" y="126"/>
                  </a:moveTo>
                  <a:cubicBezTo>
                    <a:pt x="132" y="124"/>
                    <a:pt x="119" y="127"/>
                    <a:pt x="111" y="140"/>
                  </a:cubicBezTo>
                  <a:cubicBezTo>
                    <a:pt x="103" y="152"/>
                    <a:pt x="104" y="164"/>
                    <a:pt x="112" y="175"/>
                  </a:cubicBezTo>
                  <a:cubicBezTo>
                    <a:pt x="121" y="187"/>
                    <a:pt x="133" y="190"/>
                    <a:pt x="147" y="188"/>
                  </a:cubicBezTo>
                  <a:cubicBezTo>
                    <a:pt x="147" y="167"/>
                    <a:pt x="147" y="147"/>
                    <a:pt x="147" y="12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5" name="组合 4"/>
            <p:cNvGrpSpPr/>
            <p:nvPr/>
          </p:nvGrpSpPr>
          <p:grpSpPr>
            <a:xfrm>
              <a:off x="819724" y="3135185"/>
              <a:ext cx="527939" cy="474090"/>
              <a:chOff x="1601280" y="3023571"/>
              <a:chExt cx="574870" cy="516234"/>
            </a:xfrm>
            <a:grpFill/>
          </p:grpSpPr>
          <p:sp>
            <p:nvSpPr>
              <p:cNvPr id="6" name="Freeform 6"/>
              <p:cNvSpPr>
                <a:spLocks noEditPoints="1"/>
              </p:cNvSpPr>
              <p:nvPr/>
            </p:nvSpPr>
            <p:spPr bwMode="auto">
              <a:xfrm>
                <a:off x="1601280" y="3023571"/>
                <a:ext cx="402409" cy="172461"/>
              </a:xfrm>
              <a:custGeom>
                <a:avLst/>
                <a:gdLst>
                  <a:gd name="T0" fmla="*/ 148 w 294"/>
                  <a:gd name="T1" fmla="*/ 0 h 126"/>
                  <a:gd name="T2" fmla="*/ 268 w 294"/>
                  <a:gd name="T3" fmla="*/ 0 h 126"/>
                  <a:gd name="T4" fmla="*/ 294 w 294"/>
                  <a:gd name="T5" fmla="*/ 26 h 126"/>
                  <a:gd name="T6" fmla="*/ 294 w 294"/>
                  <a:gd name="T7" fmla="*/ 101 h 126"/>
                  <a:gd name="T8" fmla="*/ 270 w 294"/>
                  <a:gd name="T9" fmla="*/ 126 h 126"/>
                  <a:gd name="T10" fmla="*/ 25 w 294"/>
                  <a:gd name="T11" fmla="*/ 126 h 126"/>
                  <a:gd name="T12" fmla="*/ 0 w 294"/>
                  <a:gd name="T13" fmla="*/ 101 h 126"/>
                  <a:gd name="T14" fmla="*/ 0 w 294"/>
                  <a:gd name="T15" fmla="*/ 23 h 126"/>
                  <a:gd name="T16" fmla="*/ 24 w 294"/>
                  <a:gd name="T17" fmla="*/ 0 h 126"/>
                  <a:gd name="T18" fmla="*/ 148 w 294"/>
                  <a:gd name="T19" fmla="*/ 0 h 126"/>
                  <a:gd name="T20" fmla="*/ 22 w 294"/>
                  <a:gd name="T21" fmla="*/ 104 h 126"/>
                  <a:gd name="T22" fmla="*/ 273 w 294"/>
                  <a:gd name="T23" fmla="*/ 104 h 126"/>
                  <a:gd name="T24" fmla="*/ 273 w 294"/>
                  <a:gd name="T25" fmla="*/ 21 h 126"/>
                  <a:gd name="T26" fmla="*/ 22 w 294"/>
                  <a:gd name="T27" fmla="*/ 21 h 126"/>
                  <a:gd name="T28" fmla="*/ 22 w 294"/>
                  <a:gd name="T29" fmla="*/ 104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4" h="125">
                    <a:moveTo>
                      <a:pt x="148" y="0"/>
                    </a:moveTo>
                    <a:cubicBezTo>
                      <a:pt x="188" y="0"/>
                      <a:pt x="228" y="0"/>
                      <a:pt x="268" y="0"/>
                    </a:cubicBezTo>
                    <a:cubicBezTo>
                      <a:pt x="287" y="0"/>
                      <a:pt x="294" y="7"/>
                      <a:pt x="294" y="26"/>
                    </a:cubicBezTo>
                    <a:cubicBezTo>
                      <a:pt x="294" y="51"/>
                      <a:pt x="294" y="76"/>
                      <a:pt x="294" y="101"/>
                    </a:cubicBezTo>
                    <a:cubicBezTo>
                      <a:pt x="294" y="118"/>
                      <a:pt x="287" y="126"/>
                      <a:pt x="270" y="126"/>
                    </a:cubicBezTo>
                    <a:cubicBezTo>
                      <a:pt x="188" y="126"/>
                      <a:pt x="107" y="126"/>
                      <a:pt x="25" y="126"/>
                    </a:cubicBezTo>
                    <a:cubicBezTo>
                      <a:pt x="9" y="126"/>
                      <a:pt x="1" y="118"/>
                      <a:pt x="0" y="101"/>
                    </a:cubicBezTo>
                    <a:cubicBezTo>
                      <a:pt x="0" y="75"/>
                      <a:pt x="0" y="49"/>
                      <a:pt x="0" y="23"/>
                    </a:cubicBezTo>
                    <a:cubicBezTo>
                      <a:pt x="0" y="8"/>
                      <a:pt x="8" y="0"/>
                      <a:pt x="24" y="0"/>
                    </a:cubicBezTo>
                    <a:cubicBezTo>
                      <a:pt x="65" y="0"/>
                      <a:pt x="106" y="0"/>
                      <a:pt x="148" y="0"/>
                    </a:cubicBezTo>
                    <a:close/>
                    <a:moveTo>
                      <a:pt x="22" y="104"/>
                    </a:moveTo>
                    <a:cubicBezTo>
                      <a:pt x="106" y="104"/>
                      <a:pt x="189" y="104"/>
                      <a:pt x="273" y="104"/>
                    </a:cubicBezTo>
                    <a:cubicBezTo>
                      <a:pt x="273" y="76"/>
                      <a:pt x="273" y="48"/>
                      <a:pt x="273" y="21"/>
                    </a:cubicBezTo>
                    <a:cubicBezTo>
                      <a:pt x="189" y="21"/>
                      <a:pt x="106" y="21"/>
                      <a:pt x="22" y="21"/>
                    </a:cubicBezTo>
                    <a:cubicBezTo>
                      <a:pt x="22" y="49"/>
                      <a:pt x="22" y="76"/>
                      <a:pt x="22"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 name="Freeform 7"/>
              <p:cNvSpPr/>
              <p:nvPr/>
            </p:nvSpPr>
            <p:spPr bwMode="auto">
              <a:xfrm>
                <a:off x="1947351" y="3454724"/>
                <a:ext cx="142568" cy="27594"/>
              </a:xfrm>
              <a:custGeom>
                <a:avLst/>
                <a:gdLst>
                  <a:gd name="T0" fmla="*/ 104 w 104"/>
                  <a:gd name="T1" fmla="*/ 0 h 20"/>
                  <a:gd name="T2" fmla="*/ 104 w 104"/>
                  <a:gd name="T3" fmla="*/ 20 h 20"/>
                  <a:gd name="T4" fmla="*/ 0 w 104"/>
                  <a:gd name="T5" fmla="*/ 20 h 20"/>
                  <a:gd name="T6" fmla="*/ 0 w 104"/>
                  <a:gd name="T7" fmla="*/ 0 h 20"/>
                  <a:gd name="T8" fmla="*/ 104 w 104"/>
                  <a:gd name="T9" fmla="*/ 0 h 20"/>
                </a:gdLst>
                <a:ahLst/>
                <a:cxnLst>
                  <a:cxn ang="0">
                    <a:pos x="T0" y="T1"/>
                  </a:cxn>
                  <a:cxn ang="0">
                    <a:pos x="T2" y="T3"/>
                  </a:cxn>
                  <a:cxn ang="0">
                    <a:pos x="T4" y="T5"/>
                  </a:cxn>
                  <a:cxn ang="0">
                    <a:pos x="T6" y="T7"/>
                  </a:cxn>
                  <a:cxn ang="0">
                    <a:pos x="T8" y="T9"/>
                  </a:cxn>
                </a:cxnLst>
                <a:rect l="0" t="0" r="r" b="b"/>
                <a:pathLst>
                  <a:path w="104" h="20">
                    <a:moveTo>
                      <a:pt x="104" y="0"/>
                    </a:moveTo>
                    <a:cubicBezTo>
                      <a:pt x="104" y="7"/>
                      <a:pt x="104" y="13"/>
                      <a:pt x="104" y="20"/>
                    </a:cubicBezTo>
                    <a:cubicBezTo>
                      <a:pt x="70" y="20"/>
                      <a:pt x="35" y="20"/>
                      <a:pt x="0" y="20"/>
                    </a:cubicBezTo>
                    <a:cubicBezTo>
                      <a:pt x="0" y="14"/>
                      <a:pt x="0" y="7"/>
                      <a:pt x="0" y="0"/>
                    </a:cubicBezTo>
                    <a:cubicBezTo>
                      <a:pt x="34" y="0"/>
                      <a:pt x="69" y="0"/>
                      <a:pt x="10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Freeform 8"/>
              <p:cNvSpPr/>
              <p:nvPr/>
            </p:nvSpPr>
            <p:spPr bwMode="auto">
              <a:xfrm>
                <a:off x="1947351" y="3512211"/>
                <a:ext cx="27594" cy="27594"/>
              </a:xfrm>
              <a:custGeom>
                <a:avLst/>
                <a:gdLst>
                  <a:gd name="T0" fmla="*/ 0 w 20"/>
                  <a:gd name="T1" fmla="*/ 20 h 20"/>
                  <a:gd name="T2" fmla="*/ 0 w 20"/>
                  <a:gd name="T3" fmla="*/ 0 h 20"/>
                  <a:gd name="T4" fmla="*/ 20 w 20"/>
                  <a:gd name="T5" fmla="*/ 0 h 20"/>
                  <a:gd name="T6" fmla="*/ 20 w 20"/>
                  <a:gd name="T7" fmla="*/ 20 h 20"/>
                  <a:gd name="T8" fmla="*/ 0 w 20"/>
                  <a:gd name="T9" fmla="*/ 20 h 20"/>
                </a:gdLst>
                <a:ahLst/>
                <a:cxnLst>
                  <a:cxn ang="0">
                    <a:pos x="T0" y="T1"/>
                  </a:cxn>
                  <a:cxn ang="0">
                    <a:pos x="T2" y="T3"/>
                  </a:cxn>
                  <a:cxn ang="0">
                    <a:pos x="T4" y="T5"/>
                  </a:cxn>
                  <a:cxn ang="0">
                    <a:pos x="T6" y="T7"/>
                  </a:cxn>
                  <a:cxn ang="0">
                    <a:pos x="T8" y="T9"/>
                  </a:cxn>
                </a:cxnLst>
                <a:rect l="0" t="0" r="r" b="b"/>
                <a:pathLst>
                  <a:path w="20" h="20">
                    <a:moveTo>
                      <a:pt x="0" y="20"/>
                    </a:moveTo>
                    <a:cubicBezTo>
                      <a:pt x="0" y="13"/>
                      <a:pt x="0" y="7"/>
                      <a:pt x="0" y="0"/>
                    </a:cubicBezTo>
                    <a:cubicBezTo>
                      <a:pt x="6" y="0"/>
                      <a:pt x="13" y="0"/>
                      <a:pt x="20" y="0"/>
                    </a:cubicBezTo>
                    <a:cubicBezTo>
                      <a:pt x="20" y="6"/>
                      <a:pt x="20" y="13"/>
                      <a:pt x="20" y="20"/>
                    </a:cubicBezTo>
                    <a:cubicBezTo>
                      <a:pt x="14" y="20"/>
                      <a:pt x="7" y="20"/>
                      <a:pt x="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9"/>
              <p:cNvSpPr/>
              <p:nvPr/>
            </p:nvSpPr>
            <p:spPr bwMode="auto">
              <a:xfrm>
                <a:off x="2004838" y="3512211"/>
                <a:ext cx="27594" cy="27594"/>
              </a:xfrm>
              <a:custGeom>
                <a:avLst/>
                <a:gdLst>
                  <a:gd name="T0" fmla="*/ 20 w 20"/>
                  <a:gd name="T1" fmla="*/ 0 h 20"/>
                  <a:gd name="T2" fmla="*/ 20 w 20"/>
                  <a:gd name="T3" fmla="*/ 20 h 20"/>
                  <a:gd name="T4" fmla="*/ 0 w 20"/>
                  <a:gd name="T5" fmla="*/ 20 h 20"/>
                  <a:gd name="T6" fmla="*/ 0 w 20"/>
                  <a:gd name="T7" fmla="*/ 0 h 20"/>
                  <a:gd name="T8" fmla="*/ 20 w 20"/>
                  <a:gd name="T9" fmla="*/ 0 h 20"/>
                </a:gdLst>
                <a:ahLst/>
                <a:cxnLst>
                  <a:cxn ang="0">
                    <a:pos x="T0" y="T1"/>
                  </a:cxn>
                  <a:cxn ang="0">
                    <a:pos x="T2" y="T3"/>
                  </a:cxn>
                  <a:cxn ang="0">
                    <a:pos x="T4" y="T5"/>
                  </a:cxn>
                  <a:cxn ang="0">
                    <a:pos x="T6" y="T7"/>
                  </a:cxn>
                  <a:cxn ang="0">
                    <a:pos x="T8" y="T9"/>
                  </a:cxn>
                </a:cxnLst>
                <a:rect l="0" t="0" r="r" b="b"/>
                <a:pathLst>
                  <a:path w="20" h="20">
                    <a:moveTo>
                      <a:pt x="20" y="0"/>
                    </a:moveTo>
                    <a:cubicBezTo>
                      <a:pt x="20" y="7"/>
                      <a:pt x="20" y="13"/>
                      <a:pt x="20" y="20"/>
                    </a:cubicBezTo>
                    <a:cubicBezTo>
                      <a:pt x="13" y="20"/>
                      <a:pt x="7" y="20"/>
                      <a:pt x="0" y="20"/>
                    </a:cubicBezTo>
                    <a:cubicBezTo>
                      <a:pt x="0" y="13"/>
                      <a:pt x="0" y="7"/>
                      <a:pt x="0" y="0"/>
                    </a:cubicBezTo>
                    <a:cubicBezTo>
                      <a:pt x="7" y="0"/>
                      <a:pt x="13" y="0"/>
                      <a:pt x="2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10"/>
              <p:cNvSpPr/>
              <p:nvPr/>
            </p:nvSpPr>
            <p:spPr bwMode="auto">
              <a:xfrm>
                <a:off x="2062325" y="3512211"/>
                <a:ext cx="27594" cy="27594"/>
              </a:xfrm>
              <a:custGeom>
                <a:avLst/>
                <a:gdLst>
                  <a:gd name="T0" fmla="*/ 0 w 20"/>
                  <a:gd name="T1" fmla="*/ 0 h 20"/>
                  <a:gd name="T2" fmla="*/ 20 w 20"/>
                  <a:gd name="T3" fmla="*/ 0 h 20"/>
                  <a:gd name="T4" fmla="*/ 20 w 20"/>
                  <a:gd name="T5" fmla="*/ 20 h 20"/>
                  <a:gd name="T6" fmla="*/ 0 w 20"/>
                  <a:gd name="T7" fmla="*/ 20 h 20"/>
                  <a:gd name="T8" fmla="*/ 0 w 20"/>
                  <a:gd name="T9" fmla="*/ 0 h 20"/>
                </a:gdLst>
                <a:ahLst/>
                <a:cxnLst>
                  <a:cxn ang="0">
                    <a:pos x="T0" y="T1"/>
                  </a:cxn>
                  <a:cxn ang="0">
                    <a:pos x="T2" y="T3"/>
                  </a:cxn>
                  <a:cxn ang="0">
                    <a:pos x="T4" y="T5"/>
                  </a:cxn>
                  <a:cxn ang="0">
                    <a:pos x="T6" y="T7"/>
                  </a:cxn>
                  <a:cxn ang="0">
                    <a:pos x="T8" y="T9"/>
                  </a:cxn>
                </a:cxnLst>
                <a:rect l="0" t="0" r="r" b="b"/>
                <a:pathLst>
                  <a:path w="20" h="20">
                    <a:moveTo>
                      <a:pt x="0" y="0"/>
                    </a:moveTo>
                    <a:cubicBezTo>
                      <a:pt x="7" y="0"/>
                      <a:pt x="13" y="0"/>
                      <a:pt x="20" y="0"/>
                    </a:cubicBezTo>
                    <a:cubicBezTo>
                      <a:pt x="20" y="7"/>
                      <a:pt x="20" y="13"/>
                      <a:pt x="20" y="20"/>
                    </a:cubicBezTo>
                    <a:cubicBezTo>
                      <a:pt x="13" y="20"/>
                      <a:pt x="7" y="20"/>
                      <a:pt x="0" y="20"/>
                    </a:cubicBezTo>
                    <a:cubicBezTo>
                      <a:pt x="0" y="13"/>
                      <a:pt x="0" y="6"/>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11"/>
              <p:cNvSpPr/>
              <p:nvPr/>
            </p:nvSpPr>
            <p:spPr bwMode="auto">
              <a:xfrm>
                <a:off x="2091069" y="3138545"/>
                <a:ext cx="85081" cy="27594"/>
              </a:xfrm>
              <a:custGeom>
                <a:avLst/>
                <a:gdLst>
                  <a:gd name="T0" fmla="*/ 62 w 62"/>
                  <a:gd name="T1" fmla="*/ 0 h 20"/>
                  <a:gd name="T2" fmla="*/ 62 w 62"/>
                  <a:gd name="T3" fmla="*/ 20 h 20"/>
                  <a:gd name="T4" fmla="*/ 0 w 62"/>
                  <a:gd name="T5" fmla="*/ 20 h 20"/>
                  <a:gd name="T6" fmla="*/ 0 w 62"/>
                  <a:gd name="T7" fmla="*/ 0 h 20"/>
                  <a:gd name="T8" fmla="*/ 62 w 62"/>
                  <a:gd name="T9" fmla="*/ 0 h 20"/>
                </a:gdLst>
                <a:ahLst/>
                <a:cxnLst>
                  <a:cxn ang="0">
                    <a:pos x="T0" y="T1"/>
                  </a:cxn>
                  <a:cxn ang="0">
                    <a:pos x="T2" y="T3"/>
                  </a:cxn>
                  <a:cxn ang="0">
                    <a:pos x="T4" y="T5"/>
                  </a:cxn>
                  <a:cxn ang="0">
                    <a:pos x="T6" y="T7"/>
                  </a:cxn>
                  <a:cxn ang="0">
                    <a:pos x="T8" y="T9"/>
                  </a:cxn>
                </a:cxnLst>
                <a:rect l="0" t="0" r="r" b="b"/>
                <a:pathLst>
                  <a:path w="62" h="20">
                    <a:moveTo>
                      <a:pt x="62" y="0"/>
                    </a:moveTo>
                    <a:cubicBezTo>
                      <a:pt x="62" y="7"/>
                      <a:pt x="62" y="13"/>
                      <a:pt x="62" y="20"/>
                    </a:cubicBezTo>
                    <a:cubicBezTo>
                      <a:pt x="42" y="20"/>
                      <a:pt x="21" y="20"/>
                      <a:pt x="0" y="20"/>
                    </a:cubicBezTo>
                    <a:cubicBezTo>
                      <a:pt x="0" y="13"/>
                      <a:pt x="0" y="7"/>
                      <a:pt x="0" y="0"/>
                    </a:cubicBezTo>
                    <a:cubicBezTo>
                      <a:pt x="21" y="0"/>
                      <a:pt x="41" y="0"/>
                      <a:pt x="6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12"/>
              <p:cNvSpPr/>
              <p:nvPr/>
            </p:nvSpPr>
            <p:spPr bwMode="auto">
              <a:xfrm>
                <a:off x="2091069" y="3197757"/>
                <a:ext cx="85081" cy="25869"/>
              </a:xfrm>
              <a:custGeom>
                <a:avLst/>
                <a:gdLst>
                  <a:gd name="T0" fmla="*/ 62 w 62"/>
                  <a:gd name="T1" fmla="*/ 0 h 19"/>
                  <a:gd name="T2" fmla="*/ 62 w 62"/>
                  <a:gd name="T3" fmla="*/ 19 h 19"/>
                  <a:gd name="T4" fmla="*/ 0 w 62"/>
                  <a:gd name="T5" fmla="*/ 19 h 19"/>
                  <a:gd name="T6" fmla="*/ 0 w 62"/>
                  <a:gd name="T7" fmla="*/ 0 h 19"/>
                  <a:gd name="T8" fmla="*/ 62 w 62"/>
                  <a:gd name="T9" fmla="*/ 0 h 19"/>
                </a:gdLst>
                <a:ahLst/>
                <a:cxnLst>
                  <a:cxn ang="0">
                    <a:pos x="T0" y="T1"/>
                  </a:cxn>
                  <a:cxn ang="0">
                    <a:pos x="T2" y="T3"/>
                  </a:cxn>
                  <a:cxn ang="0">
                    <a:pos x="T4" y="T5"/>
                  </a:cxn>
                  <a:cxn ang="0">
                    <a:pos x="T6" y="T7"/>
                  </a:cxn>
                  <a:cxn ang="0">
                    <a:pos x="T8" y="T9"/>
                  </a:cxn>
                </a:cxnLst>
                <a:rect l="0" t="0" r="r" b="b"/>
                <a:pathLst>
                  <a:path w="62" h="19">
                    <a:moveTo>
                      <a:pt x="62" y="0"/>
                    </a:moveTo>
                    <a:cubicBezTo>
                      <a:pt x="62" y="6"/>
                      <a:pt x="62" y="12"/>
                      <a:pt x="62" y="19"/>
                    </a:cubicBezTo>
                    <a:cubicBezTo>
                      <a:pt x="41" y="19"/>
                      <a:pt x="21" y="19"/>
                      <a:pt x="0" y="19"/>
                    </a:cubicBezTo>
                    <a:cubicBezTo>
                      <a:pt x="0" y="13"/>
                      <a:pt x="0" y="6"/>
                      <a:pt x="0" y="0"/>
                    </a:cubicBezTo>
                    <a:cubicBezTo>
                      <a:pt x="21" y="0"/>
                      <a:pt x="41" y="0"/>
                      <a:pt x="6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标题 103"/>
          <p:cNvSpPr>
            <a:spLocks noGrp="1"/>
          </p:cNvSpPr>
          <p:nvPr>
            <p:ph type="title"/>
          </p:nvPr>
        </p:nvSpPr>
        <p:spPr>
          <a:xfrm>
            <a:off x="632137" y="245670"/>
            <a:ext cx="6695941" cy="402674"/>
          </a:xfrm>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Helvetica85-Heavy"/>
                <a:ea typeface="汉仪综艺体简" panose="02010609000101010101" pitchFamily="49" charset="-122"/>
                <a:cs typeface="+mn-cs"/>
              </a:rPr>
              <a:t>物联网产品优势</a:t>
            </a:r>
          </a:p>
        </p:txBody>
      </p:sp>
      <p:sp>
        <p:nvSpPr>
          <p:cNvPr id="107" name="文本框 106"/>
          <p:cNvSpPr txBox="1"/>
          <p:nvPr/>
        </p:nvSpPr>
        <p:spPr>
          <a:xfrm>
            <a:off x="625557" y="611269"/>
            <a:ext cx="2784993" cy="276999"/>
          </a:xfrm>
          <a:prstGeom prst="rect">
            <a:avLst/>
          </a:prstGeom>
          <a:noFill/>
        </p:spPr>
        <p:txBody>
          <a:bodyPr wrap="none" rtlCol="0">
            <a:spAutoFit/>
          </a:bodyPr>
          <a:lstStyle>
            <a:defPPr>
              <a:defRPr lang="zh-CN"/>
            </a:defPPr>
            <a:lvl1pPr>
              <a:defRPr sz="1400">
                <a:solidFill>
                  <a:schemeClr val="bg1">
                    <a:lumMod val="65000"/>
                  </a:schemeClr>
                </a:solidFill>
                <a:effectLst/>
                <a:latin typeface="微软雅黑 Light" panose="020B0502040204020203" pitchFamily="34" charset="-122"/>
                <a:ea typeface="微软雅黑 Light" panose="020B0502040204020203" pitchFamily="34" charset="-122"/>
                <a:cs typeface="阿里巴巴普惠体 M" panose="00020600040101010101" pitchFamily="18"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altLang="zh-CN" sz="1200" spc="300"/>
              <a:t>Design Project Directory</a:t>
            </a:r>
          </a:p>
        </p:txBody>
      </p:sp>
      <p:sp>
        <p:nvSpPr>
          <p:cNvPr id="3" name="图形"/>
          <p:cNvSpPr/>
          <p:nvPr>
            <p:custDataLst>
              <p:tags r:id="rId1"/>
            </p:custDataLst>
          </p:nvPr>
        </p:nvSpPr>
        <p:spPr>
          <a:xfrm>
            <a:off x="0" y="5278844"/>
            <a:ext cx="12192000" cy="1032581"/>
          </a:xfrm>
          <a:prstGeom prst="roundRect">
            <a:avLst>
              <a:gd name="adj" fmla="val 10261"/>
            </a:avLst>
          </a:prstGeom>
          <a:gradFill>
            <a:gsLst>
              <a:gs pos="23000">
                <a:schemeClr val="accent1"/>
              </a:gs>
              <a:gs pos="100000">
                <a:schemeClr val="accent1">
                  <a:lumMod val="60000"/>
                  <a:lumOff val="40000"/>
                </a:schemeClr>
              </a:gs>
            </a:gsLst>
            <a:lin ang="2700000" scaled="0"/>
          </a:gradFill>
          <a:ln>
            <a:noFill/>
          </a:ln>
          <a:effectLst>
            <a:outerShdw blurRad="101600" sx="98000" sy="98000" algn="ctr" rotWithShape="0">
              <a:schemeClr val="accent1">
                <a:alpha val="3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i="0">
                <a:solidFill>
                  <a:schemeClr val="bg1"/>
                </a:solidFill>
                <a:effectLst/>
                <a:latin typeface="Helvetica Neue" panose="02000503000000020004" pitchFamily="2" charset="0"/>
              </a:rPr>
              <a:t>实践方向被称作“智慧尘埃”，主张实现各类传感器设备的互联互通，形成智能化功能的网络</a:t>
            </a:r>
            <a:endParaRPr lang="zh-CN" altLang="en-US" b="1">
              <a:solidFill>
                <a:schemeClr val="bg1"/>
              </a:solidFill>
              <a:latin typeface="微软雅黑" panose="020B0503020204020204" pitchFamily="34" charset="-122"/>
              <a:ea typeface="微软雅黑" panose="020B0503020204020204" pitchFamily="34" charset="-122"/>
              <a:cs typeface="+mn-ea"/>
              <a:sym typeface="+mn-ea"/>
            </a:endParaRPr>
          </a:p>
        </p:txBody>
      </p:sp>
      <p:sp>
        <p:nvSpPr>
          <p:cNvPr id="4" name="图形"/>
          <p:cNvSpPr/>
          <p:nvPr>
            <p:custDataLst>
              <p:tags r:id="rId2"/>
            </p:custDataLst>
          </p:nvPr>
        </p:nvSpPr>
        <p:spPr>
          <a:xfrm>
            <a:off x="0" y="4613891"/>
            <a:ext cx="12192000" cy="675558"/>
          </a:xfrm>
          <a:prstGeom prst="trapezoid">
            <a:avLst>
              <a:gd name="adj" fmla="val 111170"/>
            </a:avLst>
          </a:prstGeom>
          <a:gradFill>
            <a:gsLst>
              <a:gs pos="0">
                <a:schemeClr val="accent1">
                  <a:lumMod val="40000"/>
                  <a:lumOff val="60000"/>
                </a:schemeClr>
              </a:gs>
              <a:gs pos="100000">
                <a:schemeClr val="accent1">
                  <a:lumMod val="40000"/>
                  <a:lumOff val="6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endParaRPr>
          </a:p>
        </p:txBody>
      </p:sp>
      <p:sp>
        <p:nvSpPr>
          <p:cNvPr id="6" name="图形"/>
          <p:cNvSpPr/>
          <p:nvPr>
            <p:custDataLst>
              <p:tags r:id="rId3"/>
            </p:custDataLst>
          </p:nvPr>
        </p:nvSpPr>
        <p:spPr>
          <a:xfrm>
            <a:off x="623161" y="1208954"/>
            <a:ext cx="6723011" cy="675558"/>
          </a:xfrm>
          <a:prstGeom prst="trapezoid">
            <a:avLst>
              <a:gd name="adj" fmla="val 111170"/>
            </a:avLst>
          </a:prstGeom>
          <a:gradFill>
            <a:gsLst>
              <a:gs pos="0">
                <a:srgbClr val="007EFF">
                  <a:alpha val="40000"/>
                </a:srgbClr>
              </a:gs>
              <a:gs pos="100000">
                <a:schemeClr val="accent1">
                  <a:lumMod val="40000"/>
                  <a:lumOff val="6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7" name="图形"/>
          <p:cNvSpPr/>
          <p:nvPr>
            <p:custDataLst>
              <p:tags r:id="rId4"/>
            </p:custDataLst>
          </p:nvPr>
        </p:nvSpPr>
        <p:spPr>
          <a:xfrm>
            <a:off x="623161" y="1804072"/>
            <a:ext cx="6723013" cy="3190461"/>
          </a:xfrm>
          <a:prstGeom prst="roundRect">
            <a:avLst>
              <a:gd name="adj" fmla="val 5746"/>
            </a:avLst>
          </a:prstGeom>
          <a:gradFill>
            <a:gsLst>
              <a:gs pos="83000">
                <a:srgbClr val="FFFFFF"/>
              </a:gs>
              <a:gs pos="0">
                <a:schemeClr val="bg1"/>
              </a:gs>
              <a:gs pos="100000">
                <a:schemeClr val="bg1">
                  <a:alpha val="20000"/>
                </a:schemeClr>
              </a:gs>
            </a:gsLst>
            <a:lin ang="5400000" scaled="0"/>
          </a:gra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cxnSp>
        <p:nvCxnSpPr>
          <p:cNvPr id="8" name="直线连接符 7"/>
          <p:cNvCxnSpPr/>
          <p:nvPr/>
        </p:nvCxnSpPr>
        <p:spPr>
          <a:xfrm>
            <a:off x="956247" y="3289975"/>
            <a:ext cx="5898240" cy="0"/>
          </a:xfrm>
          <a:prstGeom prst="line">
            <a:avLst/>
          </a:prstGeom>
          <a:ln w="12700">
            <a:solidFill>
              <a:srgbClr val="9CD7F8"/>
            </a:solidFill>
            <a:prstDash val="dash"/>
          </a:ln>
        </p:spPr>
        <p:style>
          <a:lnRef idx="1">
            <a:schemeClr val="accent1"/>
          </a:lnRef>
          <a:fillRef idx="0">
            <a:schemeClr val="accent1"/>
          </a:fillRef>
          <a:effectRef idx="0">
            <a:schemeClr val="accent1"/>
          </a:effectRef>
          <a:fontRef idx="minor">
            <a:schemeClr val="tx1"/>
          </a:fontRef>
        </p:style>
      </p:cxnSp>
      <p:cxnSp>
        <p:nvCxnSpPr>
          <p:cNvPr id="10" name="直线连接符 9"/>
          <p:cNvCxnSpPr/>
          <p:nvPr/>
        </p:nvCxnSpPr>
        <p:spPr>
          <a:xfrm flipH="1">
            <a:off x="4498321" y="2154851"/>
            <a:ext cx="0" cy="2505981"/>
          </a:xfrm>
          <a:prstGeom prst="line">
            <a:avLst/>
          </a:prstGeom>
          <a:ln w="12700">
            <a:solidFill>
              <a:srgbClr val="9CD7F8"/>
            </a:solidFill>
            <a:prstDash val="dash"/>
          </a:ln>
        </p:spPr>
        <p:style>
          <a:lnRef idx="1">
            <a:schemeClr val="accent1"/>
          </a:lnRef>
          <a:fillRef idx="0">
            <a:schemeClr val="accent1"/>
          </a:fillRef>
          <a:effectRef idx="0">
            <a:schemeClr val="accent1"/>
          </a:effectRef>
          <a:fontRef idx="minor">
            <a:schemeClr val="tx1"/>
          </a:fontRef>
        </p:style>
      </p:cxnSp>
      <p:sp>
        <p:nvSpPr>
          <p:cNvPr id="11" name="图形"/>
          <p:cNvSpPr/>
          <p:nvPr>
            <p:custDataLst>
              <p:tags r:id="rId5"/>
            </p:custDataLst>
          </p:nvPr>
        </p:nvSpPr>
        <p:spPr>
          <a:xfrm>
            <a:off x="7532110" y="1208954"/>
            <a:ext cx="4032000" cy="675558"/>
          </a:xfrm>
          <a:prstGeom prst="trapezoid">
            <a:avLst>
              <a:gd name="adj" fmla="val 111170"/>
            </a:avLst>
          </a:prstGeom>
          <a:gradFill>
            <a:gsLst>
              <a:gs pos="0">
                <a:srgbClr val="007EFF">
                  <a:alpha val="40000"/>
                </a:srgbClr>
              </a:gs>
              <a:gs pos="100000">
                <a:schemeClr val="accent1">
                  <a:lumMod val="40000"/>
                  <a:lumOff val="6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13" name="图形"/>
          <p:cNvSpPr/>
          <p:nvPr>
            <p:custDataLst>
              <p:tags r:id="rId6"/>
            </p:custDataLst>
          </p:nvPr>
        </p:nvSpPr>
        <p:spPr>
          <a:xfrm>
            <a:off x="7519262" y="1804072"/>
            <a:ext cx="4057696" cy="3190461"/>
          </a:xfrm>
          <a:prstGeom prst="roundRect">
            <a:avLst>
              <a:gd name="adj" fmla="val 5746"/>
            </a:avLst>
          </a:prstGeom>
          <a:gradFill>
            <a:gsLst>
              <a:gs pos="83000">
                <a:srgbClr val="FFFFFF"/>
              </a:gs>
              <a:gs pos="0">
                <a:schemeClr val="bg1"/>
              </a:gs>
              <a:gs pos="100000">
                <a:schemeClr val="bg1">
                  <a:alpha val="20000"/>
                </a:schemeClr>
              </a:gs>
            </a:gsLst>
            <a:lin ang="5400000" scaled="0"/>
          </a:gra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ea"/>
            </a:endParaRPr>
          </a:p>
        </p:txBody>
      </p:sp>
      <p:sp>
        <p:nvSpPr>
          <p:cNvPr id="15" name="图形"/>
          <p:cNvSpPr/>
          <p:nvPr>
            <p:custDataLst>
              <p:tags r:id="rId7"/>
            </p:custDataLst>
          </p:nvPr>
        </p:nvSpPr>
        <p:spPr>
          <a:xfrm>
            <a:off x="1459118" y="1149188"/>
            <a:ext cx="5051099" cy="6450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solidFill>
                  <a:srgbClr val="007EFF"/>
                </a:solidFill>
                <a:latin typeface="+mn-ea"/>
                <a:sym typeface="+mn-ea"/>
              </a:rPr>
              <a:t>点击此处替换文字</a:t>
            </a:r>
          </a:p>
        </p:txBody>
      </p:sp>
      <p:sp>
        <p:nvSpPr>
          <p:cNvPr id="16" name="图形"/>
          <p:cNvSpPr/>
          <p:nvPr>
            <p:custDataLst>
              <p:tags r:id="rId8"/>
            </p:custDataLst>
          </p:nvPr>
        </p:nvSpPr>
        <p:spPr>
          <a:xfrm>
            <a:off x="8162380" y="1149188"/>
            <a:ext cx="2771461" cy="6450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solidFill>
                  <a:srgbClr val="007EFF"/>
                </a:solidFill>
                <a:latin typeface="+mn-ea"/>
                <a:sym typeface="+mn-ea"/>
              </a:rPr>
              <a:t>点击此处替换文字</a:t>
            </a:r>
          </a:p>
        </p:txBody>
      </p:sp>
      <p:grpSp>
        <p:nvGrpSpPr>
          <p:cNvPr id="17" name="Group 17"/>
          <p:cNvGrpSpPr>
            <a:grpSpLocks noChangeAspect="1"/>
          </p:cNvGrpSpPr>
          <p:nvPr/>
        </p:nvGrpSpPr>
        <p:grpSpPr>
          <a:xfrm>
            <a:off x="3913174" y="2567826"/>
            <a:ext cx="435977" cy="468000"/>
            <a:chOff x="231" y="1205"/>
            <a:chExt cx="640" cy="687"/>
          </a:xfrm>
          <a:gradFill>
            <a:gsLst>
              <a:gs pos="0">
                <a:schemeClr val="accent1">
                  <a:lumMod val="20000"/>
                  <a:lumOff val="80000"/>
                </a:schemeClr>
              </a:gs>
              <a:gs pos="100000">
                <a:schemeClr val="accent1">
                  <a:lumMod val="40000"/>
                  <a:lumOff val="60000"/>
                  <a:alpha val="0"/>
                </a:schemeClr>
              </a:gs>
            </a:gsLst>
            <a:lin ang="5400000" scaled="0"/>
          </a:gradFill>
        </p:grpSpPr>
        <p:sp>
          <p:nvSpPr>
            <p:cNvPr id="18" name="图形"/>
            <p:cNvSpPr/>
            <p:nvPr>
              <p:custDataLst>
                <p:tags r:id="rId23"/>
              </p:custDataLst>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w="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ea"/>
                <a:cs typeface="+mn-ea"/>
                <a:sym typeface="+mn-lt"/>
              </a:endParaRPr>
            </a:p>
          </p:txBody>
        </p:sp>
        <p:sp>
          <p:nvSpPr>
            <p:cNvPr id="19" name="图形"/>
            <p:cNvSpPr>
              <a:spLocks noEditPoints="1"/>
            </p:cNvSpPr>
            <p:nvPr>
              <p:custDataLst>
                <p:tags r:id="rId24"/>
              </p:custDataLst>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w="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ea"/>
                <a:cs typeface="+mn-ea"/>
                <a:sym typeface="+mn-lt"/>
              </a:endParaRPr>
            </a:p>
          </p:txBody>
        </p:sp>
      </p:grpSp>
      <p:grpSp>
        <p:nvGrpSpPr>
          <p:cNvPr id="20" name="组合 19"/>
          <p:cNvGrpSpPr>
            <a:grpSpLocks noChangeAspect="1"/>
          </p:cNvGrpSpPr>
          <p:nvPr/>
        </p:nvGrpSpPr>
        <p:grpSpPr>
          <a:xfrm>
            <a:off x="6587301" y="2549766"/>
            <a:ext cx="451866" cy="468000"/>
            <a:chOff x="9450388" y="2662238"/>
            <a:chExt cx="133350" cy="138112"/>
          </a:xfrm>
          <a:gradFill>
            <a:gsLst>
              <a:gs pos="0">
                <a:schemeClr val="accent1">
                  <a:lumMod val="20000"/>
                  <a:lumOff val="80000"/>
                </a:schemeClr>
              </a:gs>
              <a:gs pos="100000">
                <a:schemeClr val="accent1">
                  <a:lumMod val="40000"/>
                  <a:lumOff val="60000"/>
                  <a:alpha val="0"/>
                </a:schemeClr>
              </a:gs>
            </a:gsLst>
            <a:lin ang="5400000" scaled="0"/>
          </a:gradFill>
        </p:grpSpPr>
        <p:sp>
          <p:nvSpPr>
            <p:cNvPr id="21" name="图形"/>
            <p:cNvSpPr>
              <a:spLocks noChangeArrowheads="1"/>
            </p:cNvSpPr>
            <p:nvPr>
              <p:custDataLst>
                <p:tags r:id="rId18"/>
              </p:custDataLst>
            </p:nvPr>
          </p:nvSpPr>
          <p:spPr bwMode="auto">
            <a:xfrm>
              <a:off x="9450388" y="2778125"/>
              <a:ext cx="26988" cy="22225"/>
            </a:xfrm>
            <a:prstGeom prst="rect">
              <a:avLst/>
            </a:prstGeom>
            <a:grp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ea"/>
                <a:cs typeface="+mn-ea"/>
                <a:sym typeface="+mn-lt"/>
              </a:endParaRPr>
            </a:p>
          </p:txBody>
        </p:sp>
        <p:sp>
          <p:nvSpPr>
            <p:cNvPr id="22" name="图形"/>
            <p:cNvSpPr>
              <a:spLocks noChangeArrowheads="1"/>
            </p:cNvSpPr>
            <p:nvPr>
              <p:custDataLst>
                <p:tags r:id="rId19"/>
              </p:custDataLst>
            </p:nvPr>
          </p:nvSpPr>
          <p:spPr bwMode="auto">
            <a:xfrm>
              <a:off x="9488488" y="2751138"/>
              <a:ext cx="22225" cy="49212"/>
            </a:xfrm>
            <a:prstGeom prst="rect">
              <a:avLst/>
            </a:prstGeom>
            <a:grp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ea"/>
                <a:cs typeface="+mn-ea"/>
                <a:sym typeface="+mn-lt"/>
              </a:endParaRPr>
            </a:p>
          </p:txBody>
        </p:sp>
        <p:sp>
          <p:nvSpPr>
            <p:cNvPr id="25" name="图形"/>
            <p:cNvSpPr>
              <a:spLocks noChangeArrowheads="1"/>
            </p:cNvSpPr>
            <p:nvPr>
              <p:custDataLst>
                <p:tags r:id="rId20"/>
              </p:custDataLst>
            </p:nvPr>
          </p:nvSpPr>
          <p:spPr bwMode="auto">
            <a:xfrm>
              <a:off x="9521825" y="2713038"/>
              <a:ext cx="23813" cy="87312"/>
            </a:xfrm>
            <a:prstGeom prst="rect">
              <a:avLst/>
            </a:prstGeom>
            <a:grp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ea"/>
                <a:cs typeface="+mn-ea"/>
                <a:sym typeface="+mn-lt"/>
              </a:endParaRPr>
            </a:p>
          </p:txBody>
        </p:sp>
        <p:sp>
          <p:nvSpPr>
            <p:cNvPr id="26" name="图形"/>
            <p:cNvSpPr>
              <a:spLocks noChangeArrowheads="1"/>
            </p:cNvSpPr>
            <p:nvPr>
              <p:custDataLst>
                <p:tags r:id="rId21"/>
              </p:custDataLst>
            </p:nvPr>
          </p:nvSpPr>
          <p:spPr bwMode="auto">
            <a:xfrm>
              <a:off x="9556750" y="2662238"/>
              <a:ext cx="26988" cy="138112"/>
            </a:xfrm>
            <a:prstGeom prst="rect">
              <a:avLst/>
            </a:prstGeom>
            <a:grp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ea"/>
                <a:cs typeface="+mn-ea"/>
                <a:sym typeface="+mn-lt"/>
              </a:endParaRPr>
            </a:p>
          </p:txBody>
        </p:sp>
        <p:sp>
          <p:nvSpPr>
            <p:cNvPr id="27" name="图形"/>
            <p:cNvSpPr/>
            <p:nvPr>
              <p:custDataLst>
                <p:tags r:id="rId22"/>
              </p:custDataLst>
            </p:nvPr>
          </p:nvSpPr>
          <p:spPr bwMode="auto">
            <a:xfrm>
              <a:off x="9556750" y="2662238"/>
              <a:ext cx="26988" cy="138112"/>
            </a:xfrm>
            <a:custGeom>
              <a:avLst/>
              <a:gdLst>
                <a:gd name="T0" fmla="*/ 17 w 17"/>
                <a:gd name="T1" fmla="*/ 87 h 87"/>
                <a:gd name="T2" fmla="*/ 0 w 17"/>
                <a:gd name="T3" fmla="*/ 87 h 87"/>
                <a:gd name="T4" fmla="*/ 0 w 17"/>
                <a:gd name="T5" fmla="*/ 0 h 87"/>
                <a:gd name="T6" fmla="*/ 17 w 17"/>
                <a:gd name="T7" fmla="*/ 0 h 87"/>
              </a:gdLst>
              <a:ahLst/>
              <a:cxnLst>
                <a:cxn ang="0">
                  <a:pos x="T0" y="T1"/>
                </a:cxn>
                <a:cxn ang="0">
                  <a:pos x="T2" y="T3"/>
                </a:cxn>
                <a:cxn ang="0">
                  <a:pos x="T4" y="T5"/>
                </a:cxn>
                <a:cxn ang="0">
                  <a:pos x="T6" y="T7"/>
                </a:cxn>
              </a:cxnLst>
              <a:rect l="0" t="0" r="r" b="b"/>
              <a:pathLst>
                <a:path w="17" h="87">
                  <a:moveTo>
                    <a:pt x="17" y="87"/>
                  </a:moveTo>
                  <a:lnTo>
                    <a:pt x="0" y="87"/>
                  </a:lnTo>
                  <a:lnTo>
                    <a:pt x="0" y="0"/>
                  </a:lnTo>
                  <a:lnTo>
                    <a:pt x="17" y="0"/>
                  </a:lnTo>
                </a:path>
              </a:pathLst>
            </a:custGeom>
            <a:grp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ea"/>
                <a:cs typeface="+mn-ea"/>
                <a:sym typeface="+mn-lt"/>
              </a:endParaRPr>
            </a:p>
          </p:txBody>
        </p:sp>
      </p:grpSp>
      <p:grpSp>
        <p:nvGrpSpPr>
          <p:cNvPr id="28" name="图形"/>
          <p:cNvGrpSpPr>
            <a:grpSpLocks noChangeAspect="1"/>
          </p:cNvGrpSpPr>
          <p:nvPr/>
        </p:nvGrpSpPr>
        <p:grpSpPr>
          <a:xfrm>
            <a:off x="3885132" y="4136844"/>
            <a:ext cx="464019" cy="468000"/>
            <a:chOff x="3459163" y="2605088"/>
            <a:chExt cx="561975" cy="566737"/>
          </a:xfrm>
          <a:gradFill>
            <a:gsLst>
              <a:gs pos="0">
                <a:schemeClr val="accent1">
                  <a:lumMod val="20000"/>
                  <a:lumOff val="80000"/>
                </a:schemeClr>
              </a:gs>
              <a:gs pos="100000">
                <a:schemeClr val="accent1">
                  <a:lumMod val="40000"/>
                  <a:lumOff val="60000"/>
                  <a:alpha val="0"/>
                </a:schemeClr>
              </a:gs>
            </a:gsLst>
            <a:lin ang="5400000" scaled="0"/>
          </a:gradFill>
        </p:grpSpPr>
        <p:sp>
          <p:nvSpPr>
            <p:cNvPr id="29" name="图形"/>
            <p:cNvSpPr>
              <a:spLocks noEditPoints="1"/>
            </p:cNvSpPr>
            <p:nvPr>
              <p:custDataLst>
                <p:tags r:id="rId16"/>
              </p:custDataLst>
            </p:nvPr>
          </p:nvSpPr>
          <p:spPr bwMode="auto">
            <a:xfrm>
              <a:off x="3459163" y="2605088"/>
              <a:ext cx="561975" cy="566737"/>
            </a:xfrm>
            <a:custGeom>
              <a:avLst/>
              <a:gdLst>
                <a:gd name="T0" fmla="*/ 0 w 354"/>
                <a:gd name="T1" fmla="*/ 0 h 357"/>
                <a:gd name="T2" fmla="*/ 0 w 354"/>
                <a:gd name="T3" fmla="*/ 357 h 357"/>
                <a:gd name="T4" fmla="*/ 354 w 354"/>
                <a:gd name="T5" fmla="*/ 357 h 357"/>
                <a:gd name="T6" fmla="*/ 354 w 354"/>
                <a:gd name="T7" fmla="*/ 0 h 357"/>
                <a:gd name="T8" fmla="*/ 0 w 354"/>
                <a:gd name="T9" fmla="*/ 0 h 357"/>
                <a:gd name="T10" fmla="*/ 133 w 354"/>
                <a:gd name="T11" fmla="*/ 45 h 357"/>
                <a:gd name="T12" fmla="*/ 155 w 354"/>
                <a:gd name="T13" fmla="*/ 45 h 357"/>
                <a:gd name="T14" fmla="*/ 155 w 354"/>
                <a:gd name="T15" fmla="*/ 67 h 357"/>
                <a:gd name="T16" fmla="*/ 133 w 354"/>
                <a:gd name="T17" fmla="*/ 67 h 357"/>
                <a:gd name="T18" fmla="*/ 133 w 354"/>
                <a:gd name="T19" fmla="*/ 45 h 357"/>
                <a:gd name="T20" fmla="*/ 88 w 354"/>
                <a:gd name="T21" fmla="*/ 45 h 357"/>
                <a:gd name="T22" fmla="*/ 111 w 354"/>
                <a:gd name="T23" fmla="*/ 45 h 357"/>
                <a:gd name="T24" fmla="*/ 111 w 354"/>
                <a:gd name="T25" fmla="*/ 67 h 357"/>
                <a:gd name="T26" fmla="*/ 88 w 354"/>
                <a:gd name="T27" fmla="*/ 67 h 357"/>
                <a:gd name="T28" fmla="*/ 88 w 354"/>
                <a:gd name="T29" fmla="*/ 45 h 357"/>
                <a:gd name="T30" fmla="*/ 44 w 354"/>
                <a:gd name="T31" fmla="*/ 45 h 357"/>
                <a:gd name="T32" fmla="*/ 66 w 354"/>
                <a:gd name="T33" fmla="*/ 45 h 357"/>
                <a:gd name="T34" fmla="*/ 66 w 354"/>
                <a:gd name="T35" fmla="*/ 67 h 357"/>
                <a:gd name="T36" fmla="*/ 44 w 354"/>
                <a:gd name="T37" fmla="*/ 67 h 357"/>
                <a:gd name="T38" fmla="*/ 44 w 354"/>
                <a:gd name="T39" fmla="*/ 45 h 357"/>
                <a:gd name="T40" fmla="*/ 310 w 354"/>
                <a:gd name="T41" fmla="*/ 312 h 357"/>
                <a:gd name="T42" fmla="*/ 44 w 354"/>
                <a:gd name="T43" fmla="*/ 312 h 357"/>
                <a:gd name="T44" fmla="*/ 44 w 354"/>
                <a:gd name="T45" fmla="*/ 89 h 357"/>
                <a:gd name="T46" fmla="*/ 310 w 354"/>
                <a:gd name="T47" fmla="*/ 89 h 357"/>
                <a:gd name="T48" fmla="*/ 310 w 354"/>
                <a:gd name="T49" fmla="*/ 312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54" h="357">
                  <a:moveTo>
                    <a:pt x="0" y="0"/>
                  </a:moveTo>
                  <a:lnTo>
                    <a:pt x="0" y="357"/>
                  </a:lnTo>
                  <a:lnTo>
                    <a:pt x="354" y="357"/>
                  </a:lnTo>
                  <a:lnTo>
                    <a:pt x="354" y="0"/>
                  </a:lnTo>
                  <a:lnTo>
                    <a:pt x="0" y="0"/>
                  </a:lnTo>
                  <a:close/>
                  <a:moveTo>
                    <a:pt x="133" y="45"/>
                  </a:moveTo>
                  <a:lnTo>
                    <a:pt x="155" y="45"/>
                  </a:lnTo>
                  <a:lnTo>
                    <a:pt x="155" y="67"/>
                  </a:lnTo>
                  <a:lnTo>
                    <a:pt x="133" y="67"/>
                  </a:lnTo>
                  <a:lnTo>
                    <a:pt x="133" y="45"/>
                  </a:lnTo>
                  <a:close/>
                  <a:moveTo>
                    <a:pt x="88" y="45"/>
                  </a:moveTo>
                  <a:lnTo>
                    <a:pt x="111" y="45"/>
                  </a:lnTo>
                  <a:lnTo>
                    <a:pt x="111" y="67"/>
                  </a:lnTo>
                  <a:lnTo>
                    <a:pt x="88" y="67"/>
                  </a:lnTo>
                  <a:lnTo>
                    <a:pt x="88" y="45"/>
                  </a:lnTo>
                  <a:close/>
                  <a:moveTo>
                    <a:pt x="44" y="45"/>
                  </a:moveTo>
                  <a:lnTo>
                    <a:pt x="66" y="45"/>
                  </a:lnTo>
                  <a:lnTo>
                    <a:pt x="66" y="67"/>
                  </a:lnTo>
                  <a:lnTo>
                    <a:pt x="44" y="67"/>
                  </a:lnTo>
                  <a:lnTo>
                    <a:pt x="44" y="45"/>
                  </a:lnTo>
                  <a:close/>
                  <a:moveTo>
                    <a:pt x="310" y="312"/>
                  </a:moveTo>
                  <a:lnTo>
                    <a:pt x="44" y="312"/>
                  </a:lnTo>
                  <a:lnTo>
                    <a:pt x="44" y="89"/>
                  </a:lnTo>
                  <a:lnTo>
                    <a:pt x="310" y="89"/>
                  </a:lnTo>
                  <a:lnTo>
                    <a:pt x="310" y="3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latin typeface="+mn-ea"/>
                <a:cs typeface="汉仪综艺体简" panose="02010609000101010101" pitchFamily="49" charset="-122"/>
              </a:endParaRPr>
            </a:p>
          </p:txBody>
        </p:sp>
        <p:sp>
          <p:nvSpPr>
            <p:cNvPr id="30" name="图形"/>
            <p:cNvSpPr/>
            <p:nvPr>
              <p:custDataLst>
                <p:tags r:id="rId17"/>
              </p:custDataLst>
            </p:nvPr>
          </p:nvSpPr>
          <p:spPr bwMode="auto">
            <a:xfrm>
              <a:off x="3598863" y="2817813"/>
              <a:ext cx="282575" cy="247650"/>
            </a:xfrm>
            <a:custGeom>
              <a:avLst/>
              <a:gdLst>
                <a:gd name="T0" fmla="*/ 45 w 178"/>
                <a:gd name="T1" fmla="*/ 156 h 156"/>
                <a:gd name="T2" fmla="*/ 133 w 178"/>
                <a:gd name="T3" fmla="*/ 156 h 156"/>
                <a:gd name="T4" fmla="*/ 133 w 178"/>
                <a:gd name="T5" fmla="*/ 89 h 156"/>
                <a:gd name="T6" fmla="*/ 178 w 178"/>
                <a:gd name="T7" fmla="*/ 89 h 156"/>
                <a:gd name="T8" fmla="*/ 89 w 178"/>
                <a:gd name="T9" fmla="*/ 0 h 156"/>
                <a:gd name="T10" fmla="*/ 0 w 178"/>
                <a:gd name="T11" fmla="*/ 89 h 156"/>
                <a:gd name="T12" fmla="*/ 45 w 178"/>
                <a:gd name="T13" fmla="*/ 89 h 156"/>
                <a:gd name="T14" fmla="*/ 45 w 178"/>
                <a:gd name="T15" fmla="*/ 156 h 1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8" h="156">
                  <a:moveTo>
                    <a:pt x="45" y="156"/>
                  </a:moveTo>
                  <a:lnTo>
                    <a:pt x="133" y="156"/>
                  </a:lnTo>
                  <a:lnTo>
                    <a:pt x="133" y="89"/>
                  </a:lnTo>
                  <a:lnTo>
                    <a:pt x="178" y="89"/>
                  </a:lnTo>
                  <a:lnTo>
                    <a:pt x="89" y="0"/>
                  </a:lnTo>
                  <a:lnTo>
                    <a:pt x="0" y="89"/>
                  </a:lnTo>
                  <a:lnTo>
                    <a:pt x="45" y="89"/>
                  </a:lnTo>
                  <a:lnTo>
                    <a:pt x="45" y="15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latin typeface="+mn-ea"/>
                <a:cs typeface="汉仪综艺体简" panose="02010609000101010101" pitchFamily="49" charset="-122"/>
              </a:endParaRPr>
            </a:p>
          </p:txBody>
        </p:sp>
      </p:grpSp>
      <p:grpSp>
        <p:nvGrpSpPr>
          <p:cNvPr id="31" name="图形"/>
          <p:cNvGrpSpPr>
            <a:grpSpLocks noChangeAspect="1"/>
          </p:cNvGrpSpPr>
          <p:nvPr/>
        </p:nvGrpSpPr>
        <p:grpSpPr>
          <a:xfrm>
            <a:off x="6537646" y="4073638"/>
            <a:ext cx="508142" cy="468000"/>
            <a:chOff x="7816850" y="1350963"/>
            <a:chExt cx="895350" cy="820737"/>
          </a:xfrm>
          <a:gradFill>
            <a:gsLst>
              <a:gs pos="0">
                <a:schemeClr val="accent1">
                  <a:lumMod val="20000"/>
                  <a:lumOff val="80000"/>
                </a:schemeClr>
              </a:gs>
              <a:gs pos="100000">
                <a:schemeClr val="accent1">
                  <a:lumMod val="40000"/>
                  <a:lumOff val="60000"/>
                  <a:alpha val="0"/>
                </a:schemeClr>
              </a:gs>
            </a:gsLst>
            <a:lin ang="5400000" scaled="0"/>
          </a:gradFill>
        </p:grpSpPr>
        <p:sp>
          <p:nvSpPr>
            <p:cNvPr id="32" name="图形"/>
            <p:cNvSpPr/>
            <p:nvPr>
              <p:custDataLst>
                <p:tags r:id="rId14"/>
              </p:custDataLst>
            </p:nvPr>
          </p:nvSpPr>
          <p:spPr bwMode="auto">
            <a:xfrm>
              <a:off x="7850188" y="1792288"/>
              <a:ext cx="828675" cy="379412"/>
            </a:xfrm>
            <a:custGeom>
              <a:avLst/>
              <a:gdLst>
                <a:gd name="T0" fmla="*/ 119 w 218"/>
                <a:gd name="T1" fmla="*/ 26 h 100"/>
                <a:gd name="T2" fmla="*/ 99 w 218"/>
                <a:gd name="T3" fmla="*/ 26 h 100"/>
                <a:gd name="T4" fmla="*/ 73 w 218"/>
                <a:gd name="T5" fmla="*/ 0 h 100"/>
                <a:gd name="T6" fmla="*/ 0 w 218"/>
                <a:gd name="T7" fmla="*/ 0 h 100"/>
                <a:gd name="T8" fmla="*/ 0 w 218"/>
                <a:gd name="T9" fmla="*/ 70 h 100"/>
                <a:gd name="T10" fmla="*/ 29 w 218"/>
                <a:gd name="T11" fmla="*/ 100 h 100"/>
                <a:gd name="T12" fmla="*/ 189 w 218"/>
                <a:gd name="T13" fmla="*/ 100 h 100"/>
                <a:gd name="T14" fmla="*/ 218 w 218"/>
                <a:gd name="T15" fmla="*/ 70 h 100"/>
                <a:gd name="T16" fmla="*/ 218 w 218"/>
                <a:gd name="T17" fmla="*/ 0 h 100"/>
                <a:gd name="T18" fmla="*/ 145 w 218"/>
                <a:gd name="T19" fmla="*/ 0 h 100"/>
                <a:gd name="T20" fmla="*/ 119 w 218"/>
                <a:gd name="T21" fmla="*/ 2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8" h="100">
                  <a:moveTo>
                    <a:pt x="119" y="26"/>
                  </a:moveTo>
                  <a:cubicBezTo>
                    <a:pt x="99" y="26"/>
                    <a:pt x="99" y="26"/>
                    <a:pt x="99" y="26"/>
                  </a:cubicBezTo>
                  <a:cubicBezTo>
                    <a:pt x="85" y="26"/>
                    <a:pt x="73" y="14"/>
                    <a:pt x="73" y="0"/>
                  </a:cubicBezTo>
                  <a:cubicBezTo>
                    <a:pt x="0" y="0"/>
                    <a:pt x="0" y="0"/>
                    <a:pt x="0" y="0"/>
                  </a:cubicBezTo>
                  <a:cubicBezTo>
                    <a:pt x="0" y="70"/>
                    <a:pt x="0" y="70"/>
                    <a:pt x="0" y="70"/>
                  </a:cubicBezTo>
                  <a:cubicBezTo>
                    <a:pt x="0" y="86"/>
                    <a:pt x="13" y="100"/>
                    <a:pt x="29" y="100"/>
                  </a:cubicBezTo>
                  <a:cubicBezTo>
                    <a:pt x="189" y="100"/>
                    <a:pt x="189" y="100"/>
                    <a:pt x="189" y="100"/>
                  </a:cubicBezTo>
                  <a:cubicBezTo>
                    <a:pt x="205" y="100"/>
                    <a:pt x="218" y="86"/>
                    <a:pt x="218" y="70"/>
                  </a:cubicBezTo>
                  <a:cubicBezTo>
                    <a:pt x="218" y="0"/>
                    <a:pt x="218" y="0"/>
                    <a:pt x="218" y="0"/>
                  </a:cubicBezTo>
                  <a:cubicBezTo>
                    <a:pt x="145" y="0"/>
                    <a:pt x="145" y="0"/>
                    <a:pt x="145" y="0"/>
                  </a:cubicBezTo>
                  <a:cubicBezTo>
                    <a:pt x="145" y="14"/>
                    <a:pt x="133" y="26"/>
                    <a:pt x="119"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latin typeface="+mn-ea"/>
                <a:cs typeface="汉仪综艺体简" panose="02010609000101010101" pitchFamily="49" charset="-122"/>
              </a:endParaRPr>
            </a:p>
          </p:txBody>
        </p:sp>
        <p:sp>
          <p:nvSpPr>
            <p:cNvPr id="33" name="图形"/>
            <p:cNvSpPr>
              <a:spLocks noEditPoints="1"/>
            </p:cNvSpPr>
            <p:nvPr>
              <p:custDataLst>
                <p:tags r:id="rId15"/>
              </p:custDataLst>
            </p:nvPr>
          </p:nvSpPr>
          <p:spPr bwMode="auto">
            <a:xfrm>
              <a:off x="7816850" y="1350963"/>
              <a:ext cx="895350" cy="498475"/>
            </a:xfrm>
            <a:custGeom>
              <a:avLst/>
              <a:gdLst>
                <a:gd name="T0" fmla="*/ 204 w 236"/>
                <a:gd name="T1" fmla="*/ 44 h 131"/>
                <a:gd name="T2" fmla="*/ 163 w 236"/>
                <a:gd name="T3" fmla="*/ 44 h 131"/>
                <a:gd name="T4" fmla="*/ 163 w 236"/>
                <a:gd name="T5" fmla="*/ 30 h 131"/>
                <a:gd name="T6" fmla="*/ 133 w 236"/>
                <a:gd name="T7" fmla="*/ 0 h 131"/>
                <a:gd name="T8" fmla="*/ 103 w 236"/>
                <a:gd name="T9" fmla="*/ 0 h 131"/>
                <a:gd name="T10" fmla="*/ 73 w 236"/>
                <a:gd name="T11" fmla="*/ 30 h 131"/>
                <a:gd name="T12" fmla="*/ 73 w 236"/>
                <a:gd name="T13" fmla="*/ 44 h 131"/>
                <a:gd name="T14" fmla="*/ 32 w 236"/>
                <a:gd name="T15" fmla="*/ 44 h 131"/>
                <a:gd name="T16" fmla="*/ 0 w 236"/>
                <a:gd name="T17" fmla="*/ 75 h 131"/>
                <a:gd name="T18" fmla="*/ 0 w 236"/>
                <a:gd name="T19" fmla="*/ 106 h 131"/>
                <a:gd name="T20" fmla="*/ 92 w 236"/>
                <a:gd name="T21" fmla="*/ 106 h 131"/>
                <a:gd name="T22" fmla="*/ 92 w 236"/>
                <a:gd name="T23" fmla="*/ 115 h 131"/>
                <a:gd name="T24" fmla="*/ 108 w 236"/>
                <a:gd name="T25" fmla="*/ 131 h 131"/>
                <a:gd name="T26" fmla="*/ 128 w 236"/>
                <a:gd name="T27" fmla="*/ 131 h 131"/>
                <a:gd name="T28" fmla="*/ 144 w 236"/>
                <a:gd name="T29" fmla="*/ 115 h 131"/>
                <a:gd name="T30" fmla="*/ 144 w 236"/>
                <a:gd name="T31" fmla="*/ 106 h 131"/>
                <a:gd name="T32" fmla="*/ 236 w 236"/>
                <a:gd name="T33" fmla="*/ 106 h 131"/>
                <a:gd name="T34" fmla="*/ 236 w 236"/>
                <a:gd name="T35" fmla="*/ 75 h 131"/>
                <a:gd name="T36" fmla="*/ 204 w 236"/>
                <a:gd name="T37" fmla="*/ 44 h 131"/>
                <a:gd name="T38" fmla="*/ 92 w 236"/>
                <a:gd name="T39" fmla="*/ 30 h 131"/>
                <a:gd name="T40" fmla="*/ 103 w 236"/>
                <a:gd name="T41" fmla="*/ 19 h 131"/>
                <a:gd name="T42" fmla="*/ 133 w 236"/>
                <a:gd name="T43" fmla="*/ 19 h 131"/>
                <a:gd name="T44" fmla="*/ 144 w 236"/>
                <a:gd name="T45" fmla="*/ 30 h 131"/>
                <a:gd name="T46" fmla="*/ 144 w 236"/>
                <a:gd name="T47" fmla="*/ 44 h 131"/>
                <a:gd name="T48" fmla="*/ 92 w 236"/>
                <a:gd name="T49" fmla="*/ 44 h 131"/>
                <a:gd name="T50" fmla="*/ 92 w 236"/>
                <a:gd name="T51" fmla="*/ 3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36" h="131">
                  <a:moveTo>
                    <a:pt x="204" y="44"/>
                  </a:moveTo>
                  <a:cubicBezTo>
                    <a:pt x="163" y="44"/>
                    <a:pt x="163" y="44"/>
                    <a:pt x="163" y="44"/>
                  </a:cubicBezTo>
                  <a:cubicBezTo>
                    <a:pt x="163" y="30"/>
                    <a:pt x="163" y="30"/>
                    <a:pt x="163" y="30"/>
                  </a:cubicBezTo>
                  <a:cubicBezTo>
                    <a:pt x="163" y="14"/>
                    <a:pt x="150" y="0"/>
                    <a:pt x="133" y="0"/>
                  </a:cubicBezTo>
                  <a:cubicBezTo>
                    <a:pt x="103" y="0"/>
                    <a:pt x="103" y="0"/>
                    <a:pt x="103" y="0"/>
                  </a:cubicBezTo>
                  <a:cubicBezTo>
                    <a:pt x="86" y="0"/>
                    <a:pt x="73" y="14"/>
                    <a:pt x="73" y="30"/>
                  </a:cubicBezTo>
                  <a:cubicBezTo>
                    <a:pt x="73" y="44"/>
                    <a:pt x="73" y="44"/>
                    <a:pt x="73" y="44"/>
                  </a:cubicBezTo>
                  <a:cubicBezTo>
                    <a:pt x="32" y="44"/>
                    <a:pt x="32" y="44"/>
                    <a:pt x="32" y="44"/>
                  </a:cubicBezTo>
                  <a:cubicBezTo>
                    <a:pt x="15" y="44"/>
                    <a:pt x="0" y="58"/>
                    <a:pt x="0" y="75"/>
                  </a:cubicBezTo>
                  <a:cubicBezTo>
                    <a:pt x="0" y="106"/>
                    <a:pt x="0" y="106"/>
                    <a:pt x="0" y="106"/>
                  </a:cubicBezTo>
                  <a:cubicBezTo>
                    <a:pt x="92" y="106"/>
                    <a:pt x="92" y="106"/>
                    <a:pt x="92" y="106"/>
                  </a:cubicBezTo>
                  <a:cubicBezTo>
                    <a:pt x="92" y="115"/>
                    <a:pt x="92" y="115"/>
                    <a:pt x="92" y="115"/>
                  </a:cubicBezTo>
                  <a:cubicBezTo>
                    <a:pt x="92" y="124"/>
                    <a:pt x="99" y="131"/>
                    <a:pt x="108" y="131"/>
                  </a:cubicBezTo>
                  <a:cubicBezTo>
                    <a:pt x="128" y="131"/>
                    <a:pt x="128" y="131"/>
                    <a:pt x="128" y="131"/>
                  </a:cubicBezTo>
                  <a:cubicBezTo>
                    <a:pt x="137" y="131"/>
                    <a:pt x="144" y="124"/>
                    <a:pt x="144" y="115"/>
                  </a:cubicBezTo>
                  <a:cubicBezTo>
                    <a:pt x="144" y="106"/>
                    <a:pt x="144" y="106"/>
                    <a:pt x="144" y="106"/>
                  </a:cubicBezTo>
                  <a:cubicBezTo>
                    <a:pt x="236" y="106"/>
                    <a:pt x="236" y="106"/>
                    <a:pt x="236" y="106"/>
                  </a:cubicBezTo>
                  <a:cubicBezTo>
                    <a:pt x="236" y="75"/>
                    <a:pt x="236" y="75"/>
                    <a:pt x="236" y="75"/>
                  </a:cubicBezTo>
                  <a:cubicBezTo>
                    <a:pt x="236" y="58"/>
                    <a:pt x="221" y="44"/>
                    <a:pt x="204" y="44"/>
                  </a:cubicBezTo>
                  <a:close/>
                  <a:moveTo>
                    <a:pt x="92" y="30"/>
                  </a:moveTo>
                  <a:cubicBezTo>
                    <a:pt x="92" y="24"/>
                    <a:pt x="97" y="19"/>
                    <a:pt x="103" y="19"/>
                  </a:cubicBezTo>
                  <a:cubicBezTo>
                    <a:pt x="133" y="19"/>
                    <a:pt x="133" y="19"/>
                    <a:pt x="133" y="19"/>
                  </a:cubicBezTo>
                  <a:cubicBezTo>
                    <a:pt x="139" y="19"/>
                    <a:pt x="144" y="24"/>
                    <a:pt x="144" y="30"/>
                  </a:cubicBezTo>
                  <a:cubicBezTo>
                    <a:pt x="144" y="44"/>
                    <a:pt x="144" y="44"/>
                    <a:pt x="144" y="44"/>
                  </a:cubicBezTo>
                  <a:cubicBezTo>
                    <a:pt x="92" y="44"/>
                    <a:pt x="92" y="44"/>
                    <a:pt x="92" y="44"/>
                  </a:cubicBezTo>
                  <a:lnTo>
                    <a:pt x="92"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latin typeface="+mn-ea"/>
                <a:cs typeface="汉仪综艺体简" panose="02010609000101010101" pitchFamily="49" charset="-122"/>
              </a:endParaRPr>
            </a:p>
          </p:txBody>
        </p:sp>
      </p:grpSp>
      <p:grpSp>
        <p:nvGrpSpPr>
          <p:cNvPr id="42" name="组合 41"/>
          <p:cNvGrpSpPr>
            <a:grpSpLocks noChangeAspect="1"/>
          </p:cNvGrpSpPr>
          <p:nvPr/>
        </p:nvGrpSpPr>
        <p:grpSpPr>
          <a:xfrm>
            <a:off x="10752509" y="4073638"/>
            <a:ext cx="611990" cy="468000"/>
            <a:chOff x="6392859" y="2806700"/>
            <a:chExt cx="701675" cy="536576"/>
          </a:xfrm>
          <a:gradFill>
            <a:gsLst>
              <a:gs pos="0">
                <a:schemeClr val="accent1">
                  <a:lumMod val="20000"/>
                  <a:lumOff val="80000"/>
                </a:schemeClr>
              </a:gs>
              <a:gs pos="100000">
                <a:schemeClr val="accent1">
                  <a:lumMod val="40000"/>
                  <a:lumOff val="60000"/>
                  <a:alpha val="0"/>
                </a:schemeClr>
              </a:gs>
            </a:gsLst>
            <a:lin ang="5400000" scaled="0"/>
          </a:gradFill>
        </p:grpSpPr>
        <p:sp>
          <p:nvSpPr>
            <p:cNvPr id="43" name="图形"/>
            <p:cNvSpPr/>
            <p:nvPr>
              <p:custDataLst>
                <p:tags r:id="rId9"/>
              </p:custDataLst>
            </p:nvPr>
          </p:nvSpPr>
          <p:spPr bwMode="auto">
            <a:xfrm>
              <a:off x="6392859" y="2806700"/>
              <a:ext cx="701675" cy="438150"/>
            </a:xfrm>
            <a:custGeom>
              <a:avLst/>
              <a:gdLst>
                <a:gd name="T0" fmla="*/ 335 w 442"/>
                <a:gd name="T1" fmla="*/ 0 h 276"/>
                <a:gd name="T2" fmla="*/ 335 w 442"/>
                <a:gd name="T3" fmla="*/ 33 h 276"/>
                <a:gd name="T4" fmla="*/ 383 w 442"/>
                <a:gd name="T5" fmla="*/ 33 h 276"/>
                <a:gd name="T6" fmla="*/ 244 w 442"/>
                <a:gd name="T7" fmla="*/ 171 h 276"/>
                <a:gd name="T8" fmla="*/ 163 w 442"/>
                <a:gd name="T9" fmla="*/ 90 h 276"/>
                <a:gd name="T10" fmla="*/ 151 w 442"/>
                <a:gd name="T11" fmla="*/ 102 h 276"/>
                <a:gd name="T12" fmla="*/ 0 w 442"/>
                <a:gd name="T13" fmla="*/ 250 h 276"/>
                <a:gd name="T14" fmla="*/ 24 w 442"/>
                <a:gd name="T15" fmla="*/ 276 h 276"/>
                <a:gd name="T16" fmla="*/ 163 w 442"/>
                <a:gd name="T17" fmla="*/ 138 h 276"/>
                <a:gd name="T18" fmla="*/ 244 w 442"/>
                <a:gd name="T19" fmla="*/ 219 h 276"/>
                <a:gd name="T20" fmla="*/ 407 w 442"/>
                <a:gd name="T21" fmla="*/ 57 h 276"/>
                <a:gd name="T22" fmla="*/ 407 w 442"/>
                <a:gd name="T23" fmla="*/ 105 h 276"/>
                <a:gd name="T24" fmla="*/ 442 w 442"/>
                <a:gd name="T25" fmla="*/ 105 h 276"/>
                <a:gd name="T26" fmla="*/ 442 w 442"/>
                <a:gd name="T27" fmla="*/ 0 h 276"/>
                <a:gd name="T28" fmla="*/ 335 w 442"/>
                <a:gd name="T29" fmla="*/ 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42" h="276">
                  <a:moveTo>
                    <a:pt x="335" y="0"/>
                  </a:moveTo>
                  <a:lnTo>
                    <a:pt x="335" y="33"/>
                  </a:lnTo>
                  <a:lnTo>
                    <a:pt x="383" y="33"/>
                  </a:lnTo>
                  <a:lnTo>
                    <a:pt x="244" y="171"/>
                  </a:lnTo>
                  <a:lnTo>
                    <a:pt x="163" y="90"/>
                  </a:lnTo>
                  <a:lnTo>
                    <a:pt x="151" y="102"/>
                  </a:lnTo>
                  <a:lnTo>
                    <a:pt x="0" y="250"/>
                  </a:lnTo>
                  <a:lnTo>
                    <a:pt x="24" y="276"/>
                  </a:lnTo>
                  <a:lnTo>
                    <a:pt x="163" y="138"/>
                  </a:lnTo>
                  <a:lnTo>
                    <a:pt x="244" y="219"/>
                  </a:lnTo>
                  <a:lnTo>
                    <a:pt x="407" y="57"/>
                  </a:lnTo>
                  <a:lnTo>
                    <a:pt x="407" y="105"/>
                  </a:lnTo>
                  <a:lnTo>
                    <a:pt x="442" y="105"/>
                  </a:lnTo>
                  <a:lnTo>
                    <a:pt x="442" y="0"/>
                  </a:lnTo>
                  <a:lnTo>
                    <a:pt x="335" y="0"/>
                  </a:lnTo>
                  <a:close/>
                </a:path>
              </a:pathLst>
            </a:custGeom>
            <a:grp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ea"/>
                <a:cs typeface="+mn-ea"/>
                <a:sym typeface="+mn-lt"/>
              </a:endParaRPr>
            </a:p>
          </p:txBody>
        </p:sp>
        <p:sp>
          <p:nvSpPr>
            <p:cNvPr id="44" name="图形"/>
            <p:cNvSpPr/>
            <p:nvPr>
              <p:custDataLst>
                <p:tags r:id="rId10"/>
              </p:custDataLst>
            </p:nvPr>
          </p:nvSpPr>
          <p:spPr bwMode="auto">
            <a:xfrm>
              <a:off x="6450010" y="3159125"/>
              <a:ext cx="114299" cy="184151"/>
            </a:xfrm>
            <a:custGeom>
              <a:avLst/>
              <a:gdLst>
                <a:gd name="T0" fmla="*/ 0 w 72"/>
                <a:gd name="T1" fmla="*/ 116 h 116"/>
                <a:gd name="T2" fmla="*/ 72 w 72"/>
                <a:gd name="T3" fmla="*/ 116 h 116"/>
                <a:gd name="T4" fmla="*/ 72 w 72"/>
                <a:gd name="T5" fmla="*/ 0 h 116"/>
                <a:gd name="T6" fmla="*/ 0 w 72"/>
                <a:gd name="T7" fmla="*/ 71 h 116"/>
                <a:gd name="T8" fmla="*/ 0 w 72"/>
                <a:gd name="T9" fmla="*/ 116 h 116"/>
              </a:gdLst>
              <a:ahLst/>
              <a:cxnLst>
                <a:cxn ang="0">
                  <a:pos x="T0" y="T1"/>
                </a:cxn>
                <a:cxn ang="0">
                  <a:pos x="T2" y="T3"/>
                </a:cxn>
                <a:cxn ang="0">
                  <a:pos x="T4" y="T5"/>
                </a:cxn>
                <a:cxn ang="0">
                  <a:pos x="T6" y="T7"/>
                </a:cxn>
                <a:cxn ang="0">
                  <a:pos x="T8" y="T9"/>
                </a:cxn>
              </a:cxnLst>
              <a:rect l="0" t="0" r="r" b="b"/>
              <a:pathLst>
                <a:path w="72" h="115">
                  <a:moveTo>
                    <a:pt x="0" y="116"/>
                  </a:moveTo>
                  <a:lnTo>
                    <a:pt x="72" y="116"/>
                  </a:lnTo>
                  <a:lnTo>
                    <a:pt x="72" y="0"/>
                  </a:lnTo>
                  <a:lnTo>
                    <a:pt x="0" y="71"/>
                  </a:lnTo>
                  <a:lnTo>
                    <a:pt x="0" y="116"/>
                  </a:lnTo>
                  <a:close/>
                </a:path>
              </a:pathLst>
            </a:custGeom>
            <a:grp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ea"/>
                <a:cs typeface="+mn-ea"/>
                <a:sym typeface="+mn-lt"/>
              </a:endParaRPr>
            </a:p>
          </p:txBody>
        </p:sp>
        <p:sp>
          <p:nvSpPr>
            <p:cNvPr id="45" name="图形"/>
            <p:cNvSpPr/>
            <p:nvPr>
              <p:custDataLst>
                <p:tags r:id="rId11"/>
              </p:custDataLst>
            </p:nvPr>
          </p:nvSpPr>
          <p:spPr bwMode="auto">
            <a:xfrm>
              <a:off x="6597652" y="3071812"/>
              <a:ext cx="114299" cy="271464"/>
            </a:xfrm>
            <a:custGeom>
              <a:avLst/>
              <a:gdLst>
                <a:gd name="T0" fmla="*/ 0 w 72"/>
                <a:gd name="T1" fmla="*/ 33 h 171"/>
                <a:gd name="T2" fmla="*/ 0 w 72"/>
                <a:gd name="T3" fmla="*/ 171 h 171"/>
                <a:gd name="T4" fmla="*/ 72 w 72"/>
                <a:gd name="T5" fmla="*/ 171 h 171"/>
                <a:gd name="T6" fmla="*/ 72 w 72"/>
                <a:gd name="T7" fmla="*/ 38 h 171"/>
                <a:gd name="T8" fmla="*/ 34 w 72"/>
                <a:gd name="T9" fmla="*/ 0 h 171"/>
                <a:gd name="T10" fmla="*/ 0 w 72"/>
                <a:gd name="T11" fmla="*/ 33 h 171"/>
              </a:gdLst>
              <a:ahLst/>
              <a:cxnLst>
                <a:cxn ang="0">
                  <a:pos x="T0" y="T1"/>
                </a:cxn>
                <a:cxn ang="0">
                  <a:pos x="T2" y="T3"/>
                </a:cxn>
                <a:cxn ang="0">
                  <a:pos x="T4" y="T5"/>
                </a:cxn>
                <a:cxn ang="0">
                  <a:pos x="T6" y="T7"/>
                </a:cxn>
                <a:cxn ang="0">
                  <a:pos x="T8" y="T9"/>
                </a:cxn>
                <a:cxn ang="0">
                  <a:pos x="T10" y="T11"/>
                </a:cxn>
              </a:cxnLst>
              <a:rect l="0" t="0" r="r" b="b"/>
              <a:pathLst>
                <a:path w="72" h="171">
                  <a:moveTo>
                    <a:pt x="0" y="33"/>
                  </a:moveTo>
                  <a:lnTo>
                    <a:pt x="0" y="171"/>
                  </a:lnTo>
                  <a:lnTo>
                    <a:pt x="72" y="171"/>
                  </a:lnTo>
                  <a:lnTo>
                    <a:pt x="72" y="38"/>
                  </a:lnTo>
                  <a:lnTo>
                    <a:pt x="34" y="0"/>
                  </a:lnTo>
                  <a:lnTo>
                    <a:pt x="0" y="33"/>
                  </a:lnTo>
                  <a:close/>
                </a:path>
              </a:pathLst>
            </a:custGeom>
            <a:grp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ea"/>
                <a:cs typeface="+mn-ea"/>
                <a:sym typeface="+mn-lt"/>
              </a:endParaRPr>
            </a:p>
          </p:txBody>
        </p:sp>
        <p:sp>
          <p:nvSpPr>
            <p:cNvPr id="46" name="图形"/>
            <p:cNvSpPr/>
            <p:nvPr>
              <p:custDataLst>
                <p:tags r:id="rId12"/>
              </p:custDataLst>
            </p:nvPr>
          </p:nvSpPr>
          <p:spPr bwMode="auto">
            <a:xfrm>
              <a:off x="6738930" y="3132138"/>
              <a:ext cx="112712" cy="211138"/>
            </a:xfrm>
            <a:custGeom>
              <a:avLst/>
              <a:gdLst>
                <a:gd name="T0" fmla="*/ 0 w 71"/>
                <a:gd name="T1" fmla="*/ 19 h 133"/>
                <a:gd name="T2" fmla="*/ 0 w 71"/>
                <a:gd name="T3" fmla="*/ 133 h 133"/>
                <a:gd name="T4" fmla="*/ 71 w 71"/>
                <a:gd name="T5" fmla="*/ 133 h 133"/>
                <a:gd name="T6" fmla="*/ 71 w 71"/>
                <a:gd name="T7" fmla="*/ 0 h 133"/>
                <a:gd name="T8" fmla="*/ 26 w 71"/>
                <a:gd name="T9" fmla="*/ 45 h 133"/>
                <a:gd name="T10" fmla="*/ 0 w 71"/>
                <a:gd name="T11" fmla="*/ 19 h 133"/>
              </a:gdLst>
              <a:ahLst/>
              <a:cxnLst>
                <a:cxn ang="0">
                  <a:pos x="T0" y="T1"/>
                </a:cxn>
                <a:cxn ang="0">
                  <a:pos x="T2" y="T3"/>
                </a:cxn>
                <a:cxn ang="0">
                  <a:pos x="T4" y="T5"/>
                </a:cxn>
                <a:cxn ang="0">
                  <a:pos x="T6" y="T7"/>
                </a:cxn>
                <a:cxn ang="0">
                  <a:pos x="T8" y="T9"/>
                </a:cxn>
                <a:cxn ang="0">
                  <a:pos x="T10" y="T11"/>
                </a:cxn>
              </a:cxnLst>
              <a:rect l="0" t="0" r="r" b="b"/>
              <a:pathLst>
                <a:path w="71" h="133">
                  <a:moveTo>
                    <a:pt x="0" y="19"/>
                  </a:moveTo>
                  <a:lnTo>
                    <a:pt x="0" y="133"/>
                  </a:lnTo>
                  <a:lnTo>
                    <a:pt x="71" y="133"/>
                  </a:lnTo>
                  <a:lnTo>
                    <a:pt x="71" y="0"/>
                  </a:lnTo>
                  <a:lnTo>
                    <a:pt x="26" y="45"/>
                  </a:lnTo>
                  <a:lnTo>
                    <a:pt x="0" y="19"/>
                  </a:lnTo>
                  <a:close/>
                </a:path>
              </a:pathLst>
            </a:custGeom>
            <a:grp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ea"/>
                <a:cs typeface="+mn-ea"/>
                <a:sym typeface="+mn-lt"/>
              </a:endParaRPr>
            </a:p>
          </p:txBody>
        </p:sp>
        <p:sp>
          <p:nvSpPr>
            <p:cNvPr id="47" name="图形"/>
            <p:cNvSpPr/>
            <p:nvPr>
              <p:custDataLst>
                <p:tags r:id="rId13"/>
              </p:custDataLst>
            </p:nvPr>
          </p:nvSpPr>
          <p:spPr bwMode="auto">
            <a:xfrm>
              <a:off x="6897688" y="2973388"/>
              <a:ext cx="114299" cy="369888"/>
            </a:xfrm>
            <a:custGeom>
              <a:avLst/>
              <a:gdLst>
                <a:gd name="T0" fmla="*/ 0 w 72"/>
                <a:gd name="T1" fmla="*/ 233 h 233"/>
                <a:gd name="T2" fmla="*/ 72 w 72"/>
                <a:gd name="T3" fmla="*/ 233 h 233"/>
                <a:gd name="T4" fmla="*/ 72 w 72"/>
                <a:gd name="T5" fmla="*/ 0 h 233"/>
                <a:gd name="T6" fmla="*/ 0 w 72"/>
                <a:gd name="T7" fmla="*/ 71 h 233"/>
                <a:gd name="T8" fmla="*/ 0 w 72"/>
                <a:gd name="T9" fmla="*/ 233 h 233"/>
              </a:gdLst>
              <a:ahLst/>
              <a:cxnLst>
                <a:cxn ang="0">
                  <a:pos x="T0" y="T1"/>
                </a:cxn>
                <a:cxn ang="0">
                  <a:pos x="T2" y="T3"/>
                </a:cxn>
                <a:cxn ang="0">
                  <a:pos x="T4" y="T5"/>
                </a:cxn>
                <a:cxn ang="0">
                  <a:pos x="T6" y="T7"/>
                </a:cxn>
                <a:cxn ang="0">
                  <a:pos x="T8" y="T9"/>
                </a:cxn>
              </a:cxnLst>
              <a:rect l="0" t="0" r="r" b="b"/>
              <a:pathLst>
                <a:path w="72" h="233">
                  <a:moveTo>
                    <a:pt x="0" y="233"/>
                  </a:moveTo>
                  <a:lnTo>
                    <a:pt x="72" y="233"/>
                  </a:lnTo>
                  <a:lnTo>
                    <a:pt x="72" y="0"/>
                  </a:lnTo>
                  <a:lnTo>
                    <a:pt x="0" y="71"/>
                  </a:lnTo>
                  <a:lnTo>
                    <a:pt x="0" y="233"/>
                  </a:lnTo>
                  <a:close/>
                </a:path>
              </a:pathLst>
            </a:custGeom>
            <a:grp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mn-ea"/>
                <a:cs typeface="+mn-ea"/>
                <a:sym typeface="+mn-lt"/>
              </a:endParaRPr>
            </a:p>
          </p:txBody>
        </p:sp>
      </p:grpSp>
      <p:sp>
        <p:nvSpPr>
          <p:cNvPr id="23" name="矩形: 圆角 12"/>
          <p:cNvSpPr/>
          <p:nvPr/>
        </p:nvSpPr>
        <p:spPr>
          <a:xfrm>
            <a:off x="874226" y="2001485"/>
            <a:ext cx="2647400" cy="374571"/>
          </a:xfrm>
          <a:prstGeom prst="roundRect">
            <a:avLst/>
          </a:prstGeom>
          <a:noFill/>
          <a:ln>
            <a:noFill/>
          </a:ln>
        </p:spPr>
        <p:txBody>
          <a:bodyPr wrap="square">
            <a:spAutoFit/>
          </a:bodyPr>
          <a:lstStyle/>
          <a:p>
            <a:r>
              <a:rPr lang="zh-CN" altLang="en-US" sz="1600" b="1">
                <a:gradFill>
                  <a:gsLst>
                    <a:gs pos="23000">
                      <a:srgbClr val="2946ED"/>
                    </a:gs>
                    <a:gs pos="100000">
                      <a:srgbClr val="4294FF"/>
                    </a:gs>
                  </a:gsLst>
                  <a:path path="circle">
                    <a:fillToRect r="100000" b="100000"/>
                  </a:path>
                </a:gradFill>
                <a:latin typeface="+mn-ea"/>
              </a:rPr>
              <a:t>射频识别技术</a:t>
            </a:r>
          </a:p>
        </p:txBody>
      </p:sp>
      <p:sp>
        <p:nvSpPr>
          <p:cNvPr id="24" name="文本框 23"/>
          <p:cNvSpPr txBox="1"/>
          <p:nvPr/>
        </p:nvSpPr>
        <p:spPr>
          <a:xfrm>
            <a:off x="884845" y="2346933"/>
            <a:ext cx="3051052" cy="89011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GB" altLang="zh-CN" sz="1200" b="0" i="0">
                <a:solidFill>
                  <a:srgbClr val="333333"/>
                </a:solidFill>
                <a:effectLst/>
                <a:latin typeface="+mn-ea"/>
              </a:rPr>
              <a:t>RFID</a:t>
            </a:r>
            <a:r>
              <a:rPr lang="zh-CN" altLang="en-US" sz="1200" b="0" i="0">
                <a:solidFill>
                  <a:srgbClr val="333333"/>
                </a:solidFill>
                <a:effectLst/>
                <a:latin typeface="+mn-ea"/>
              </a:rPr>
              <a:t>是一种简单的无线系统，由一个询问器（或阅读器）和很多应答器（或标签）组成</a:t>
            </a:r>
            <a:endParaRPr lang="en-US" altLang="zh-CN" sz="1200" b="0" i="0">
              <a:solidFill>
                <a:srgbClr val="333333"/>
              </a:solidFill>
              <a:effectLst/>
              <a:latin typeface="+mn-ea"/>
            </a:endParaRPr>
          </a:p>
        </p:txBody>
      </p:sp>
      <p:sp>
        <p:nvSpPr>
          <p:cNvPr id="48" name="矩形: 圆角 12"/>
          <p:cNvSpPr/>
          <p:nvPr/>
        </p:nvSpPr>
        <p:spPr>
          <a:xfrm>
            <a:off x="874226" y="3426930"/>
            <a:ext cx="1766753" cy="374571"/>
          </a:xfrm>
          <a:prstGeom prst="roundRect">
            <a:avLst/>
          </a:prstGeom>
          <a:noFill/>
          <a:ln>
            <a:noFill/>
          </a:ln>
        </p:spPr>
        <p:txBody>
          <a:bodyPr wrap="square">
            <a:spAutoFit/>
          </a:bodyPr>
          <a:lstStyle/>
          <a:p>
            <a:r>
              <a:rPr lang="zh-CN" altLang="en-US" sz="1600" b="1">
                <a:gradFill>
                  <a:gsLst>
                    <a:gs pos="23000">
                      <a:srgbClr val="2946ED"/>
                    </a:gs>
                    <a:gs pos="100000">
                      <a:srgbClr val="4294FF"/>
                    </a:gs>
                  </a:gsLst>
                  <a:path path="circle">
                    <a:fillToRect r="100000" b="100000"/>
                  </a:path>
                </a:gradFill>
                <a:latin typeface="+mn-ea"/>
              </a:rPr>
              <a:t>云计算核心理念</a:t>
            </a:r>
            <a:endParaRPr lang="zh-CN" altLang="en-US" sz="1600" b="1">
              <a:gradFill>
                <a:gsLst>
                  <a:gs pos="23000">
                    <a:srgbClr val="2946ED"/>
                  </a:gs>
                  <a:gs pos="100000">
                    <a:srgbClr val="4294FF"/>
                  </a:gs>
                </a:gsLst>
                <a:path path="circle">
                  <a:fillToRect r="100000" b="100000"/>
                </a:path>
              </a:gradFill>
              <a:latin typeface="+mn-ea"/>
              <a:sym typeface="+mn-ea"/>
            </a:endParaRPr>
          </a:p>
        </p:txBody>
      </p:sp>
      <p:sp>
        <p:nvSpPr>
          <p:cNvPr id="49" name="文本框 48"/>
          <p:cNvSpPr txBox="1"/>
          <p:nvPr/>
        </p:nvSpPr>
        <p:spPr>
          <a:xfrm>
            <a:off x="884844" y="3828274"/>
            <a:ext cx="2931782" cy="89069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200" b="0" i="0">
                <a:solidFill>
                  <a:srgbClr val="333333"/>
                </a:solidFill>
                <a:effectLst/>
                <a:latin typeface="+mn-ea"/>
              </a:rPr>
              <a:t>基于云计算平台和智能网络</a:t>
            </a:r>
            <a:endParaRPr lang="en-US" altLang="zh-CN" sz="1200" b="0" i="0">
              <a:solidFill>
                <a:srgbClr val="333333"/>
              </a:solidFill>
              <a:effectLst/>
              <a:latin typeface="+mn-ea"/>
            </a:endParaRPr>
          </a:p>
          <a:p>
            <a:pPr marL="285750" indent="-285750">
              <a:lnSpc>
                <a:spcPct val="150000"/>
              </a:lnSpc>
              <a:buFont typeface="Arial" panose="020B0604020202020204" pitchFamily="34" charset="0"/>
              <a:buChar char="•"/>
            </a:pPr>
            <a:r>
              <a:rPr lang="zh-CN" altLang="en-US" sz="1200" b="0" i="0">
                <a:solidFill>
                  <a:srgbClr val="333333"/>
                </a:solidFill>
                <a:effectLst/>
                <a:latin typeface="+mn-ea"/>
              </a:rPr>
              <a:t>可以依据传感器网络获取的数据进行决策</a:t>
            </a:r>
            <a:endParaRPr lang="zh-CN" altLang="en-US" sz="1200">
              <a:latin typeface="+mn-ea"/>
            </a:endParaRPr>
          </a:p>
        </p:txBody>
      </p:sp>
      <p:sp>
        <p:nvSpPr>
          <p:cNvPr id="50" name="文本框 49"/>
          <p:cNvSpPr txBox="1"/>
          <p:nvPr/>
        </p:nvSpPr>
        <p:spPr>
          <a:xfrm>
            <a:off x="4918058" y="2337719"/>
            <a:ext cx="1172116" cy="890693"/>
          </a:xfrm>
          <a:prstGeom prst="rect">
            <a:avLst/>
          </a:prstGeom>
          <a:noFill/>
        </p:spPr>
        <p:txBody>
          <a:bodyPr wrap="none">
            <a:spAutoFit/>
          </a:bodyPr>
          <a:lstStyle/>
          <a:p>
            <a:pPr marL="285750" indent="-285750">
              <a:lnSpc>
                <a:spcPct val="150000"/>
              </a:lnSpc>
              <a:buFont typeface="Arial" panose="020B0604020202020204" pitchFamily="34" charset="0"/>
              <a:buChar char="•"/>
            </a:pPr>
            <a:r>
              <a:rPr lang="zh-CN" altLang="en-US" sz="1200" b="0" i="0">
                <a:solidFill>
                  <a:srgbClr val="333333"/>
                </a:solidFill>
                <a:effectLst/>
                <a:latin typeface="+mn-ea"/>
              </a:rPr>
              <a:t>机器</a:t>
            </a:r>
            <a:endParaRPr lang="en-US" altLang="zh-CN" sz="1200" b="0" i="0">
              <a:solidFill>
                <a:srgbClr val="333333"/>
              </a:solidFill>
              <a:effectLst/>
              <a:latin typeface="+mn-ea"/>
            </a:endParaRPr>
          </a:p>
          <a:p>
            <a:pPr marL="285750" indent="-285750">
              <a:lnSpc>
                <a:spcPct val="150000"/>
              </a:lnSpc>
              <a:buFont typeface="Arial" panose="020B0604020202020204" pitchFamily="34" charset="0"/>
              <a:buChar char="•"/>
            </a:pPr>
            <a:r>
              <a:rPr lang="en-GB" altLang="zh-CN" sz="1200" b="0" i="0">
                <a:solidFill>
                  <a:srgbClr val="333333"/>
                </a:solidFill>
                <a:effectLst/>
                <a:latin typeface="+mn-ea"/>
              </a:rPr>
              <a:t>M2M</a:t>
            </a:r>
            <a:r>
              <a:rPr lang="zh-CN" altLang="en-US" sz="1200" b="0" i="0">
                <a:solidFill>
                  <a:srgbClr val="333333"/>
                </a:solidFill>
                <a:effectLst/>
                <a:latin typeface="+mn-ea"/>
              </a:rPr>
              <a:t>硬件</a:t>
            </a:r>
            <a:endParaRPr lang="en-US" altLang="zh-CN" sz="1200" b="0" i="0">
              <a:solidFill>
                <a:srgbClr val="333333"/>
              </a:solidFill>
              <a:effectLst/>
              <a:latin typeface="+mn-ea"/>
            </a:endParaRPr>
          </a:p>
          <a:p>
            <a:pPr marL="285750" indent="-285750">
              <a:lnSpc>
                <a:spcPct val="150000"/>
              </a:lnSpc>
              <a:buFont typeface="Arial" panose="020B0604020202020204" pitchFamily="34" charset="0"/>
              <a:buChar char="•"/>
            </a:pPr>
            <a:r>
              <a:rPr lang="zh-CN" altLang="en-US" sz="1200" b="0" i="0">
                <a:solidFill>
                  <a:srgbClr val="333333"/>
                </a:solidFill>
                <a:effectLst/>
                <a:latin typeface="+mn-ea"/>
              </a:rPr>
              <a:t>通信网络</a:t>
            </a:r>
            <a:endParaRPr lang="zh-CN" altLang="zh-CN" sz="1200">
              <a:latin typeface="+mn-ea"/>
            </a:endParaRPr>
          </a:p>
        </p:txBody>
      </p:sp>
      <p:sp>
        <p:nvSpPr>
          <p:cNvPr id="51" name="文本框 50"/>
          <p:cNvSpPr txBox="1"/>
          <p:nvPr/>
        </p:nvSpPr>
        <p:spPr>
          <a:xfrm>
            <a:off x="4918058" y="3828274"/>
            <a:ext cx="934871" cy="613694"/>
          </a:xfrm>
          <a:prstGeom prst="rect">
            <a:avLst/>
          </a:prstGeom>
          <a:noFill/>
        </p:spPr>
        <p:txBody>
          <a:bodyPr wrap="none">
            <a:spAutoFit/>
          </a:bodyPr>
          <a:lstStyle/>
          <a:p>
            <a:pPr marL="285750" indent="-285750">
              <a:lnSpc>
                <a:spcPct val="150000"/>
              </a:lnSpc>
              <a:buFont typeface="Arial" panose="020B0604020202020204" pitchFamily="34" charset="0"/>
              <a:buChar char="•"/>
            </a:pPr>
            <a:r>
              <a:rPr lang="zh-CN" altLang="en-US" sz="1200" b="0" i="0">
                <a:solidFill>
                  <a:srgbClr val="333333"/>
                </a:solidFill>
                <a:effectLst/>
                <a:latin typeface="+mn-ea"/>
              </a:rPr>
              <a:t>中间件</a:t>
            </a:r>
            <a:endParaRPr lang="en-US" altLang="zh-CN" sz="1200">
              <a:solidFill>
                <a:srgbClr val="333333"/>
              </a:solidFill>
              <a:latin typeface="+mn-ea"/>
            </a:endParaRPr>
          </a:p>
          <a:p>
            <a:pPr marL="285750" indent="-285750">
              <a:lnSpc>
                <a:spcPct val="150000"/>
              </a:lnSpc>
              <a:buFont typeface="Arial" panose="020B0604020202020204" pitchFamily="34" charset="0"/>
              <a:buChar char="•"/>
            </a:pPr>
            <a:r>
              <a:rPr lang="zh-CN" altLang="en-US" sz="1200" b="0" i="0">
                <a:solidFill>
                  <a:srgbClr val="333333"/>
                </a:solidFill>
                <a:effectLst/>
                <a:latin typeface="+mn-ea"/>
              </a:rPr>
              <a:t>应用</a:t>
            </a:r>
            <a:endParaRPr lang="zh-CN" altLang="zh-CN" sz="1200">
              <a:latin typeface="+mn-ea"/>
            </a:endParaRPr>
          </a:p>
        </p:txBody>
      </p:sp>
      <p:sp>
        <p:nvSpPr>
          <p:cNvPr id="52" name="矩形: 圆角 12"/>
          <p:cNvSpPr/>
          <p:nvPr/>
        </p:nvSpPr>
        <p:spPr>
          <a:xfrm>
            <a:off x="4655840" y="2001485"/>
            <a:ext cx="2647400" cy="374571"/>
          </a:xfrm>
          <a:prstGeom prst="roundRect">
            <a:avLst/>
          </a:prstGeom>
          <a:noFill/>
          <a:ln>
            <a:noFill/>
          </a:ln>
        </p:spPr>
        <p:txBody>
          <a:bodyPr wrap="square">
            <a:spAutoFit/>
          </a:bodyPr>
          <a:lstStyle/>
          <a:p>
            <a:r>
              <a:rPr lang="zh-CN" altLang="en-US" sz="1600" b="1">
                <a:gradFill>
                  <a:gsLst>
                    <a:gs pos="23000">
                      <a:srgbClr val="2946ED"/>
                    </a:gs>
                    <a:gs pos="100000">
                      <a:srgbClr val="4294FF"/>
                    </a:gs>
                  </a:gsLst>
                  <a:path path="circle">
                    <a:fillToRect r="100000" b="100000"/>
                  </a:path>
                </a:gradFill>
                <a:latin typeface="+mn-ea"/>
              </a:rPr>
              <a:t>物联网世界</a:t>
            </a:r>
          </a:p>
        </p:txBody>
      </p:sp>
      <p:sp>
        <p:nvSpPr>
          <p:cNvPr id="53" name="矩形: 圆角 12"/>
          <p:cNvSpPr/>
          <p:nvPr/>
        </p:nvSpPr>
        <p:spPr>
          <a:xfrm>
            <a:off x="4655840" y="3426930"/>
            <a:ext cx="1766753" cy="374571"/>
          </a:xfrm>
          <a:prstGeom prst="roundRect">
            <a:avLst/>
          </a:prstGeom>
          <a:noFill/>
          <a:ln>
            <a:noFill/>
          </a:ln>
        </p:spPr>
        <p:txBody>
          <a:bodyPr wrap="square">
            <a:spAutoFit/>
          </a:bodyPr>
          <a:lstStyle/>
          <a:p>
            <a:r>
              <a:rPr lang="zh-CN" altLang="en-US" sz="1600" b="1">
                <a:gradFill>
                  <a:gsLst>
                    <a:gs pos="23000">
                      <a:srgbClr val="2946ED"/>
                    </a:gs>
                    <a:gs pos="100000">
                      <a:srgbClr val="4294FF"/>
                    </a:gs>
                  </a:gsLst>
                  <a:path path="circle">
                    <a:fillToRect r="100000" b="100000"/>
                  </a:path>
                </a:gradFill>
                <a:latin typeface="+mn-ea"/>
              </a:rPr>
              <a:t>强大计算力</a:t>
            </a:r>
          </a:p>
        </p:txBody>
      </p:sp>
      <p:sp>
        <p:nvSpPr>
          <p:cNvPr id="54" name="矩形: 圆角 12"/>
          <p:cNvSpPr/>
          <p:nvPr/>
        </p:nvSpPr>
        <p:spPr>
          <a:xfrm>
            <a:off x="7876519" y="2133647"/>
            <a:ext cx="3774499" cy="374571"/>
          </a:xfrm>
          <a:prstGeom prst="roundRect">
            <a:avLst/>
          </a:prstGeom>
          <a:noFill/>
          <a:ln>
            <a:noFill/>
          </a:ln>
        </p:spPr>
        <p:txBody>
          <a:bodyPr wrap="square">
            <a:spAutoFit/>
          </a:bodyPr>
          <a:lstStyle/>
          <a:p>
            <a:r>
              <a:rPr lang="zh-CN" altLang="en-US" sz="1600" b="1">
                <a:gradFill>
                  <a:gsLst>
                    <a:gs pos="23000">
                      <a:srgbClr val="2946ED"/>
                    </a:gs>
                    <a:gs pos="100000">
                      <a:srgbClr val="4294FF"/>
                    </a:gs>
                  </a:gsLst>
                  <a:path path="circle">
                    <a:fillToRect r="100000" b="100000"/>
                  </a:path>
                </a:gradFill>
                <a:latin typeface="+mn-ea"/>
              </a:rPr>
              <a:t>物联网世界中被“物”化的结果</a:t>
            </a:r>
          </a:p>
        </p:txBody>
      </p:sp>
      <p:sp>
        <p:nvSpPr>
          <p:cNvPr id="55" name="文本框 54"/>
          <p:cNvSpPr txBox="1"/>
          <p:nvPr/>
        </p:nvSpPr>
        <p:spPr>
          <a:xfrm>
            <a:off x="7876519" y="2555818"/>
            <a:ext cx="3405997" cy="1721112"/>
          </a:xfrm>
          <a:prstGeom prst="rect">
            <a:avLst/>
          </a:prstGeom>
          <a:noFill/>
        </p:spPr>
        <p:txBody>
          <a:bodyPr wrap="square">
            <a:spAutoFit/>
          </a:bodyPr>
          <a:lstStyle>
            <a:defPPr>
              <a:defRPr lang="zh-CN"/>
            </a:defPPr>
            <a:lvl1pPr marL="285750" indent="-285750">
              <a:lnSpc>
                <a:spcPct val="150000"/>
              </a:lnSpc>
              <a:buFont typeface="Arial" panose="020B0604020202020204" pitchFamily="34" charset="0"/>
              <a:buChar char="•"/>
              <a:defRPr sz="1200" b="0" i="0">
                <a:solidFill>
                  <a:srgbClr val="333333"/>
                </a:solidFill>
                <a:effectLst/>
                <a:latin typeface="Helvetica Neue" panose="02000503000000020004" pitchFamily="2" charset="0"/>
              </a:defRPr>
            </a:lvl1pPr>
          </a:lstStyle>
          <a:p>
            <a:r>
              <a:rPr lang="zh-CN" altLang="en-US">
                <a:latin typeface="+mn-ea"/>
              </a:rPr>
              <a:t>它是由微传感器、微执行器、信号处理和控制电路、通讯接口和电源等部件组成的一体化的微型器件系统。</a:t>
            </a:r>
            <a:endParaRPr lang="en-US" altLang="zh-CN">
              <a:latin typeface="+mn-ea"/>
            </a:endParaRPr>
          </a:p>
          <a:p>
            <a:r>
              <a:rPr lang="zh-CN" altLang="en-US">
                <a:latin typeface="+mn-ea"/>
              </a:rPr>
              <a:t>其目标是把信息的获取</a:t>
            </a:r>
            <a:endParaRPr lang="en-US" altLang="zh-CN">
              <a:latin typeface="+mn-ea"/>
            </a:endParaRPr>
          </a:p>
          <a:p>
            <a:r>
              <a:rPr lang="en-GB" altLang="zh-CN" sz="1200" b="0" i="0">
                <a:solidFill>
                  <a:srgbClr val="333333"/>
                </a:solidFill>
                <a:effectLst/>
                <a:latin typeface="Helvetica Neue" panose="02000503000000020004" pitchFamily="2" charset="0"/>
              </a:rPr>
              <a:t>RFID</a:t>
            </a:r>
            <a:r>
              <a:rPr lang="zh-CN" altLang="en-US" sz="1200" b="0" i="0">
                <a:solidFill>
                  <a:srgbClr val="333333"/>
                </a:solidFill>
                <a:effectLst/>
                <a:latin typeface="Helvetica Neue" panose="02000503000000020004" pitchFamily="2" charset="0"/>
              </a:rPr>
              <a:t>是一种简单的无线系统，由一个询问器（或阅读器）和很多应答器（或标签）组成</a:t>
            </a:r>
            <a:endParaRPr lang="en-US" altLang="zh-CN" sz="1200" b="0" i="0">
              <a:solidFill>
                <a:srgbClr val="333333"/>
              </a:solidFill>
              <a:effectLst/>
              <a:latin typeface="Helvetica Neue" panose="02000503000000020004" pitchFamily="2"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标题 103"/>
          <p:cNvSpPr>
            <a:spLocks noGrp="1"/>
          </p:cNvSpPr>
          <p:nvPr>
            <p:ph type="title"/>
          </p:nvPr>
        </p:nvSpPr>
        <p:spPr>
          <a:xfrm>
            <a:off x="632137" y="245670"/>
            <a:ext cx="6695941" cy="402674"/>
          </a:xfrm>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Helvetica85-Heavy"/>
                <a:ea typeface="汉仪综艺体简" panose="02010609000101010101" pitchFamily="49" charset="-122"/>
                <a:cs typeface="+mn-cs"/>
              </a:rPr>
              <a:t>物联网产品优势</a:t>
            </a:r>
          </a:p>
        </p:txBody>
      </p:sp>
      <p:sp>
        <p:nvSpPr>
          <p:cNvPr id="107" name="文本框 106"/>
          <p:cNvSpPr txBox="1"/>
          <p:nvPr/>
        </p:nvSpPr>
        <p:spPr>
          <a:xfrm>
            <a:off x="625557" y="611269"/>
            <a:ext cx="2784993" cy="276999"/>
          </a:xfrm>
          <a:prstGeom prst="rect">
            <a:avLst/>
          </a:prstGeom>
          <a:noFill/>
        </p:spPr>
        <p:txBody>
          <a:bodyPr wrap="none" rtlCol="0">
            <a:spAutoFit/>
          </a:bodyPr>
          <a:lstStyle>
            <a:defPPr>
              <a:defRPr lang="zh-CN"/>
            </a:defPPr>
            <a:lvl1pPr>
              <a:defRPr sz="1400">
                <a:solidFill>
                  <a:schemeClr val="bg1">
                    <a:lumMod val="65000"/>
                  </a:schemeClr>
                </a:solidFill>
                <a:effectLst/>
                <a:latin typeface="微软雅黑 Light" panose="020B0502040204020203" pitchFamily="34" charset="-122"/>
                <a:ea typeface="微软雅黑 Light" panose="020B0502040204020203" pitchFamily="34" charset="-122"/>
                <a:cs typeface="阿里巴巴普惠体 M" panose="00020600040101010101" pitchFamily="18"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altLang="zh-CN" sz="1200" spc="300"/>
              <a:t>Design Project Directory</a:t>
            </a:r>
          </a:p>
        </p:txBody>
      </p:sp>
      <p:sp>
        <p:nvSpPr>
          <p:cNvPr id="117" name="矩形: 圆角 15"/>
          <p:cNvSpPr/>
          <p:nvPr/>
        </p:nvSpPr>
        <p:spPr>
          <a:xfrm>
            <a:off x="1214088" y="2687064"/>
            <a:ext cx="273294" cy="174604"/>
          </a:xfrm>
          <a:prstGeom prst="roundRect">
            <a:avLst/>
          </a:prstGeom>
          <a:gradFill>
            <a:gsLst>
              <a:gs pos="0">
                <a:srgbClr val="055CF9"/>
              </a:gs>
              <a:gs pos="100000">
                <a:schemeClr val="bg1"/>
              </a:gs>
            </a:gsLst>
            <a:lin ang="5400000" scaled="0"/>
          </a:gradFill>
          <a:ln w="6350" cap="flat">
            <a:noFill/>
            <a:prstDash val="solid"/>
            <a:miter/>
          </a:ln>
        </p:spPr>
        <p:txBody>
          <a:bodyPr rtlCol="0" anchor="ctr"/>
          <a:lstStyle/>
          <a:p>
            <a:endParaRPr lang="en-US"/>
          </a:p>
        </p:txBody>
      </p:sp>
      <p:sp>
        <p:nvSpPr>
          <p:cNvPr id="118" name="矩形: 圆角 16"/>
          <p:cNvSpPr/>
          <p:nvPr/>
        </p:nvSpPr>
        <p:spPr>
          <a:xfrm>
            <a:off x="1639220" y="2542830"/>
            <a:ext cx="273294" cy="318843"/>
          </a:xfrm>
          <a:prstGeom prst="roundRect">
            <a:avLst/>
          </a:prstGeom>
          <a:gradFill>
            <a:gsLst>
              <a:gs pos="0">
                <a:srgbClr val="D0E0FE"/>
              </a:gs>
              <a:gs pos="100000">
                <a:schemeClr val="bg1"/>
              </a:gs>
            </a:gsLst>
            <a:lin ang="5400000" scaled="0"/>
          </a:gradFill>
          <a:ln w="6350" cap="flat">
            <a:noFill/>
            <a:prstDash val="solid"/>
            <a:miter/>
          </a:ln>
        </p:spPr>
        <p:txBody>
          <a:bodyPr rtlCol="0" anchor="ctr"/>
          <a:lstStyle/>
          <a:p>
            <a:endParaRPr lang="en-US"/>
          </a:p>
        </p:txBody>
      </p:sp>
      <p:sp>
        <p:nvSpPr>
          <p:cNvPr id="119" name="矩形: 圆角 17"/>
          <p:cNvSpPr/>
          <p:nvPr/>
        </p:nvSpPr>
        <p:spPr>
          <a:xfrm>
            <a:off x="2064340" y="2322675"/>
            <a:ext cx="273294" cy="538996"/>
          </a:xfrm>
          <a:prstGeom prst="roundRect">
            <a:avLst/>
          </a:prstGeom>
          <a:gradFill>
            <a:gsLst>
              <a:gs pos="0">
                <a:srgbClr val="055CF9"/>
              </a:gs>
              <a:gs pos="100000">
                <a:schemeClr val="bg1"/>
              </a:gs>
            </a:gsLst>
            <a:lin ang="5400000" scaled="0"/>
          </a:gradFill>
          <a:ln w="6350" cap="flat">
            <a:noFill/>
            <a:prstDash val="solid"/>
            <a:miter/>
          </a:ln>
        </p:spPr>
        <p:txBody>
          <a:bodyPr rtlCol="0" anchor="ctr"/>
          <a:lstStyle/>
          <a:p>
            <a:endParaRPr lang="en-US"/>
          </a:p>
        </p:txBody>
      </p:sp>
      <p:sp>
        <p:nvSpPr>
          <p:cNvPr id="120" name="矩形: 圆角 18"/>
          <p:cNvSpPr/>
          <p:nvPr/>
        </p:nvSpPr>
        <p:spPr>
          <a:xfrm>
            <a:off x="2489466" y="2094926"/>
            <a:ext cx="273294" cy="766743"/>
          </a:xfrm>
          <a:prstGeom prst="roundRect">
            <a:avLst/>
          </a:prstGeom>
          <a:gradFill>
            <a:gsLst>
              <a:gs pos="0">
                <a:srgbClr val="D0E0FE"/>
              </a:gs>
              <a:gs pos="100000">
                <a:schemeClr val="bg1"/>
              </a:gs>
            </a:gsLst>
            <a:lin ang="5400000" scaled="0"/>
          </a:gradFill>
          <a:ln w="6350" cap="flat">
            <a:noFill/>
            <a:prstDash val="solid"/>
            <a:miter/>
          </a:ln>
        </p:spPr>
        <p:txBody>
          <a:bodyPr rtlCol="0" anchor="ctr"/>
          <a:lstStyle/>
          <a:p>
            <a:endParaRPr lang="en-US"/>
          </a:p>
        </p:txBody>
      </p:sp>
      <p:sp>
        <p:nvSpPr>
          <p:cNvPr id="121" name="矩形: 圆角 19"/>
          <p:cNvSpPr/>
          <p:nvPr/>
        </p:nvSpPr>
        <p:spPr>
          <a:xfrm>
            <a:off x="2914586" y="1783675"/>
            <a:ext cx="273294" cy="1077995"/>
          </a:xfrm>
          <a:prstGeom prst="roundRect">
            <a:avLst/>
          </a:prstGeom>
          <a:gradFill>
            <a:gsLst>
              <a:gs pos="0">
                <a:srgbClr val="055CF9"/>
              </a:gs>
              <a:gs pos="100000">
                <a:schemeClr val="bg1"/>
              </a:gs>
            </a:gsLst>
            <a:lin ang="5400000" scaled="0"/>
          </a:gradFill>
          <a:ln w="6350" cap="flat">
            <a:noFill/>
            <a:prstDash val="solid"/>
            <a:miter/>
          </a:ln>
        </p:spPr>
        <p:txBody>
          <a:bodyPr rtlCol="0" anchor="ctr"/>
          <a:lstStyle/>
          <a:p>
            <a:endParaRPr lang="en-US"/>
          </a:p>
        </p:txBody>
      </p:sp>
      <p:grpSp>
        <p:nvGrpSpPr>
          <p:cNvPr id="122" name="图形 2"/>
          <p:cNvGrpSpPr/>
          <p:nvPr/>
        </p:nvGrpSpPr>
        <p:grpSpPr>
          <a:xfrm>
            <a:off x="4655019" y="1498864"/>
            <a:ext cx="3301060" cy="3301060"/>
            <a:chOff x="4655019" y="1911819"/>
            <a:chExt cx="3301060" cy="3301060"/>
          </a:xfrm>
          <a:effectLst>
            <a:outerShdw blurRad="736600" sx="102000" sy="102000" algn="ctr" rotWithShape="0">
              <a:srgbClr val="055CF9">
                <a:alpha val="40000"/>
              </a:srgbClr>
            </a:outerShdw>
          </a:effectLst>
        </p:grpSpPr>
        <p:sp>
          <p:nvSpPr>
            <p:cNvPr id="123" name="任意多边形: 形状 21"/>
            <p:cNvSpPr/>
            <p:nvPr/>
          </p:nvSpPr>
          <p:spPr>
            <a:xfrm>
              <a:off x="4655019" y="1911819"/>
              <a:ext cx="3301060" cy="3301060"/>
            </a:xfrm>
            <a:custGeom>
              <a:avLst/>
              <a:gdLst>
                <a:gd name="connsiteX0" fmla="*/ 3301060 w 3301060"/>
                <a:gd name="connsiteY0" fmla="*/ 1650530 h 3301060"/>
                <a:gd name="connsiteX1" fmla="*/ 1650530 w 3301060"/>
                <a:gd name="connsiteY1" fmla="*/ 3301060 h 3301060"/>
                <a:gd name="connsiteX2" fmla="*/ 0 w 3301060"/>
                <a:gd name="connsiteY2" fmla="*/ 1650530 h 3301060"/>
                <a:gd name="connsiteX3" fmla="*/ 1650530 w 3301060"/>
                <a:gd name="connsiteY3" fmla="*/ 0 h 3301060"/>
                <a:gd name="connsiteX4" fmla="*/ 3301060 w 3301060"/>
                <a:gd name="connsiteY4" fmla="*/ 1650530 h 3301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1060" h="3301060">
                  <a:moveTo>
                    <a:pt x="3301060" y="1650530"/>
                  </a:moveTo>
                  <a:cubicBezTo>
                    <a:pt x="3301060" y="2562093"/>
                    <a:pt x="2562093" y="3301060"/>
                    <a:pt x="1650530" y="3301060"/>
                  </a:cubicBezTo>
                  <a:cubicBezTo>
                    <a:pt x="738968" y="3301060"/>
                    <a:pt x="0" y="2562093"/>
                    <a:pt x="0" y="1650530"/>
                  </a:cubicBezTo>
                  <a:cubicBezTo>
                    <a:pt x="0" y="738968"/>
                    <a:pt x="738968" y="0"/>
                    <a:pt x="1650530" y="0"/>
                  </a:cubicBezTo>
                  <a:cubicBezTo>
                    <a:pt x="2562093" y="0"/>
                    <a:pt x="3301060" y="738968"/>
                    <a:pt x="3301060" y="1650530"/>
                  </a:cubicBezTo>
                  <a:close/>
                </a:path>
              </a:pathLst>
            </a:custGeom>
            <a:solidFill>
              <a:srgbClr val="4794FF"/>
            </a:solidFill>
            <a:ln w="6350" cap="flat">
              <a:noFill/>
              <a:prstDash val="solid"/>
              <a:miter/>
            </a:ln>
          </p:spPr>
          <p:txBody>
            <a:bodyPr rtlCol="0" anchor="ctr"/>
            <a:lstStyle/>
            <a:p>
              <a:endParaRPr lang="en-US"/>
            </a:p>
          </p:txBody>
        </p:sp>
        <p:sp>
          <p:nvSpPr>
            <p:cNvPr id="124" name="任意多边形: 形状 22"/>
            <p:cNvSpPr/>
            <p:nvPr/>
          </p:nvSpPr>
          <p:spPr>
            <a:xfrm>
              <a:off x="4655019" y="1911819"/>
              <a:ext cx="3301060" cy="3301060"/>
            </a:xfrm>
            <a:custGeom>
              <a:avLst/>
              <a:gdLst>
                <a:gd name="connsiteX0" fmla="*/ 3301060 w 3301060"/>
                <a:gd name="connsiteY0" fmla="*/ 1650530 h 3301060"/>
                <a:gd name="connsiteX1" fmla="*/ 1650530 w 3301060"/>
                <a:gd name="connsiteY1" fmla="*/ 3301060 h 3301060"/>
                <a:gd name="connsiteX2" fmla="*/ 0 w 3301060"/>
                <a:gd name="connsiteY2" fmla="*/ 1650530 h 3301060"/>
                <a:gd name="connsiteX3" fmla="*/ 1650530 w 3301060"/>
                <a:gd name="connsiteY3" fmla="*/ 0 h 3301060"/>
                <a:gd name="connsiteX4" fmla="*/ 3301060 w 3301060"/>
                <a:gd name="connsiteY4" fmla="*/ 1650530 h 3301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1060" h="3301060">
                  <a:moveTo>
                    <a:pt x="3301060" y="1650530"/>
                  </a:moveTo>
                  <a:cubicBezTo>
                    <a:pt x="3301060" y="2562093"/>
                    <a:pt x="2562093" y="3301060"/>
                    <a:pt x="1650530" y="3301060"/>
                  </a:cubicBezTo>
                  <a:cubicBezTo>
                    <a:pt x="738968" y="3301060"/>
                    <a:pt x="0" y="2562093"/>
                    <a:pt x="0" y="1650530"/>
                  </a:cubicBezTo>
                  <a:cubicBezTo>
                    <a:pt x="0" y="738968"/>
                    <a:pt x="738968" y="0"/>
                    <a:pt x="1650530" y="0"/>
                  </a:cubicBezTo>
                  <a:cubicBezTo>
                    <a:pt x="2562093" y="0"/>
                    <a:pt x="3301060" y="738968"/>
                    <a:pt x="3301060" y="1650530"/>
                  </a:cubicBezTo>
                  <a:close/>
                </a:path>
              </a:pathLst>
            </a:custGeom>
            <a:noFill/>
            <a:ln w="62916" cap="flat">
              <a:solidFill>
                <a:srgbClr val="FFFFFF"/>
              </a:solidFill>
              <a:prstDash val="solid"/>
              <a:miter/>
            </a:ln>
          </p:spPr>
          <p:txBody>
            <a:bodyPr rtlCol="0" anchor="ctr"/>
            <a:lstStyle/>
            <a:p>
              <a:endParaRPr lang="en-US"/>
            </a:p>
          </p:txBody>
        </p:sp>
      </p:grpSp>
      <p:sp>
        <p:nvSpPr>
          <p:cNvPr id="125" name="任意多边形: 形状 23"/>
          <p:cNvSpPr/>
          <p:nvPr/>
        </p:nvSpPr>
        <p:spPr>
          <a:xfrm>
            <a:off x="4508496" y="2208603"/>
            <a:ext cx="1778683" cy="2327556"/>
          </a:xfrm>
          <a:custGeom>
            <a:avLst/>
            <a:gdLst>
              <a:gd name="connsiteX0" fmla="*/ 307172 w 1778683"/>
              <a:gd name="connsiteY0" fmla="*/ 5830 h 2327556"/>
              <a:gd name="connsiteX1" fmla="*/ 254988 w 1778683"/>
              <a:gd name="connsiteY1" fmla="*/ 18067 h 2327556"/>
              <a:gd name="connsiteX2" fmla="*/ 25117 w 1778683"/>
              <a:gd name="connsiteY2" fmla="*/ 1240169 h 2327556"/>
              <a:gd name="connsiteX3" fmla="*/ 643728 w 1778683"/>
              <a:gd name="connsiteY3" fmla="*/ 2318920 h 2327556"/>
              <a:gd name="connsiteX4" fmla="*/ 697030 w 1778683"/>
              <a:gd name="connsiteY4" fmla="*/ 2313331 h 2327556"/>
              <a:gd name="connsiteX5" fmla="*/ 1770307 w 1778683"/>
              <a:gd name="connsiteY5" fmla="*/ 974161 h 2327556"/>
              <a:gd name="connsiteX6" fmla="*/ 1760833 w 1778683"/>
              <a:gd name="connsiteY6" fmla="*/ 918058 h 2327556"/>
              <a:gd name="connsiteX7" fmla="*/ 307172 w 1778683"/>
              <a:gd name="connsiteY7" fmla="*/ 5830 h 232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78682" h="2327556">
                <a:moveTo>
                  <a:pt x="307172" y="5830"/>
                </a:moveTo>
                <a:cubicBezTo>
                  <a:pt x="289347" y="-5359"/>
                  <a:pt x="265795" y="7"/>
                  <a:pt x="254988" y="18067"/>
                </a:cubicBezTo>
                <a:cubicBezTo>
                  <a:pt x="35582" y="384722"/>
                  <a:pt x="-46206" y="818027"/>
                  <a:pt x="25117" y="1240169"/>
                </a:cubicBezTo>
                <a:cubicBezTo>
                  <a:pt x="96441" y="1662310"/>
                  <a:pt x="316036" y="2044688"/>
                  <a:pt x="643728" y="2318920"/>
                </a:cubicBezTo>
                <a:cubicBezTo>
                  <a:pt x="659863" y="2332419"/>
                  <a:pt x="683873" y="2329746"/>
                  <a:pt x="697030" y="2313331"/>
                </a:cubicBezTo>
                <a:lnTo>
                  <a:pt x="1770307" y="974161"/>
                </a:lnTo>
                <a:cubicBezTo>
                  <a:pt x="1784556" y="956387"/>
                  <a:pt x="1780124" y="930168"/>
                  <a:pt x="1760833" y="918058"/>
                </a:cubicBezTo>
                <a:lnTo>
                  <a:pt x="307172" y="5830"/>
                </a:lnTo>
                <a:close/>
              </a:path>
            </a:pathLst>
          </a:custGeom>
          <a:solidFill>
            <a:srgbClr val="FFFFFF"/>
          </a:solidFill>
          <a:ln w="6350" cap="flat">
            <a:noFill/>
            <a:prstDash val="solid"/>
            <a:miter/>
          </a:ln>
        </p:spPr>
        <p:txBody>
          <a:bodyPr rtlCol="0" anchor="ctr"/>
          <a:lstStyle/>
          <a:p>
            <a:endParaRPr lang="en-US"/>
          </a:p>
        </p:txBody>
      </p:sp>
      <p:sp>
        <p:nvSpPr>
          <p:cNvPr id="126" name="矩形: 圆角 30"/>
          <p:cNvSpPr/>
          <p:nvPr/>
        </p:nvSpPr>
        <p:spPr>
          <a:xfrm>
            <a:off x="1246797" y="4007032"/>
            <a:ext cx="273294" cy="1040034"/>
          </a:xfrm>
          <a:prstGeom prst="roundRect">
            <a:avLst/>
          </a:prstGeom>
          <a:gradFill>
            <a:gsLst>
              <a:gs pos="0">
                <a:srgbClr val="055CF9"/>
              </a:gs>
              <a:gs pos="100000">
                <a:schemeClr val="bg1"/>
              </a:gs>
            </a:gsLst>
            <a:lin ang="5400000" scaled="0"/>
          </a:gradFill>
          <a:ln w="6350" cap="flat">
            <a:noFill/>
            <a:prstDash val="solid"/>
            <a:miter/>
          </a:ln>
        </p:spPr>
        <p:txBody>
          <a:bodyPr rtlCol="0" anchor="ctr"/>
          <a:lstStyle/>
          <a:p>
            <a:endParaRPr lang="en-US"/>
          </a:p>
        </p:txBody>
      </p:sp>
      <p:sp>
        <p:nvSpPr>
          <p:cNvPr id="127" name="矩形: 圆角 31"/>
          <p:cNvSpPr/>
          <p:nvPr/>
        </p:nvSpPr>
        <p:spPr>
          <a:xfrm>
            <a:off x="1671923" y="4181638"/>
            <a:ext cx="273294" cy="865428"/>
          </a:xfrm>
          <a:prstGeom prst="roundRect">
            <a:avLst/>
          </a:prstGeom>
          <a:gradFill>
            <a:gsLst>
              <a:gs pos="0">
                <a:srgbClr val="D0E0FE"/>
              </a:gs>
              <a:gs pos="100000">
                <a:schemeClr val="bg1"/>
              </a:gs>
            </a:gsLst>
            <a:lin ang="5400000" scaled="0"/>
          </a:gradFill>
          <a:ln w="6350" cap="flat">
            <a:noFill/>
            <a:prstDash val="solid"/>
            <a:miter/>
          </a:ln>
        </p:spPr>
        <p:txBody>
          <a:bodyPr rtlCol="0" anchor="ctr"/>
          <a:lstStyle/>
          <a:p>
            <a:endParaRPr lang="en-US"/>
          </a:p>
        </p:txBody>
      </p:sp>
      <p:sp>
        <p:nvSpPr>
          <p:cNvPr id="128" name="矩形: 圆角 32"/>
          <p:cNvSpPr/>
          <p:nvPr/>
        </p:nvSpPr>
        <p:spPr>
          <a:xfrm>
            <a:off x="2097049" y="4325872"/>
            <a:ext cx="273294" cy="721194"/>
          </a:xfrm>
          <a:prstGeom prst="roundRect">
            <a:avLst/>
          </a:prstGeom>
          <a:gradFill>
            <a:gsLst>
              <a:gs pos="0">
                <a:srgbClr val="055CF9"/>
              </a:gs>
              <a:gs pos="100000">
                <a:schemeClr val="bg1"/>
              </a:gs>
            </a:gsLst>
            <a:lin ang="5400000" scaled="0"/>
          </a:gradFill>
          <a:ln w="6350" cap="flat">
            <a:noFill/>
            <a:prstDash val="solid"/>
            <a:miter/>
          </a:ln>
        </p:spPr>
        <p:txBody>
          <a:bodyPr rtlCol="0" anchor="ctr"/>
          <a:lstStyle/>
          <a:p>
            <a:endParaRPr lang="en-US"/>
          </a:p>
        </p:txBody>
      </p:sp>
      <p:sp>
        <p:nvSpPr>
          <p:cNvPr id="129" name="矩形: 圆角 33"/>
          <p:cNvSpPr/>
          <p:nvPr/>
        </p:nvSpPr>
        <p:spPr>
          <a:xfrm>
            <a:off x="2522169" y="4439746"/>
            <a:ext cx="273294" cy="607320"/>
          </a:xfrm>
          <a:prstGeom prst="roundRect">
            <a:avLst/>
          </a:prstGeom>
          <a:gradFill>
            <a:gsLst>
              <a:gs pos="0">
                <a:srgbClr val="D0E0FE"/>
              </a:gs>
              <a:gs pos="100000">
                <a:schemeClr val="bg1"/>
              </a:gs>
            </a:gsLst>
            <a:lin ang="5400000" scaled="0"/>
          </a:gradFill>
          <a:ln w="6350" cap="flat">
            <a:noFill/>
            <a:prstDash val="solid"/>
            <a:miter/>
          </a:ln>
        </p:spPr>
        <p:txBody>
          <a:bodyPr rtlCol="0" anchor="ctr"/>
          <a:lstStyle/>
          <a:p>
            <a:endParaRPr lang="en-US"/>
          </a:p>
        </p:txBody>
      </p:sp>
      <p:sp>
        <p:nvSpPr>
          <p:cNvPr id="130" name="矩形: 圆角 34"/>
          <p:cNvSpPr/>
          <p:nvPr/>
        </p:nvSpPr>
        <p:spPr>
          <a:xfrm>
            <a:off x="2947295" y="4561209"/>
            <a:ext cx="273294" cy="485856"/>
          </a:xfrm>
          <a:prstGeom prst="roundRect">
            <a:avLst/>
          </a:prstGeom>
          <a:gradFill>
            <a:gsLst>
              <a:gs pos="0">
                <a:srgbClr val="055CF9"/>
              </a:gs>
              <a:gs pos="100000">
                <a:schemeClr val="bg1"/>
              </a:gs>
            </a:gsLst>
            <a:lin ang="5400000" scaled="0"/>
          </a:gradFill>
          <a:ln w="6350" cap="flat">
            <a:noFill/>
            <a:prstDash val="solid"/>
            <a:miter/>
          </a:ln>
        </p:spPr>
        <p:txBody>
          <a:bodyPr rtlCol="0" anchor="ctr"/>
          <a:lstStyle/>
          <a:p>
            <a:endParaRPr lang="en-US"/>
          </a:p>
        </p:txBody>
      </p:sp>
      <p:sp>
        <p:nvSpPr>
          <p:cNvPr id="131" name="任意多边形: 形状 42"/>
          <p:cNvSpPr/>
          <p:nvPr/>
        </p:nvSpPr>
        <p:spPr>
          <a:xfrm>
            <a:off x="8572500" y="1288845"/>
            <a:ext cx="2495550" cy="1054100"/>
          </a:xfrm>
          <a:custGeom>
            <a:avLst/>
            <a:gdLst>
              <a:gd name="connsiteX0" fmla="*/ 2470150 w 2495550"/>
              <a:gd name="connsiteY0" fmla="*/ 0 h 1054100"/>
              <a:gd name="connsiteX1" fmla="*/ 2495550 w 2495550"/>
              <a:gd name="connsiteY1" fmla="*/ 0 h 1054100"/>
              <a:gd name="connsiteX2" fmla="*/ 2495550 w 2495550"/>
              <a:gd name="connsiteY2" fmla="*/ 1054100 h 1054100"/>
              <a:gd name="connsiteX3" fmla="*/ 2470150 w 2495550"/>
              <a:gd name="connsiteY3" fmla="*/ 1054100 h 1054100"/>
              <a:gd name="connsiteX4" fmla="*/ 25400 w 2495550"/>
              <a:gd name="connsiteY4" fmla="*/ 1054100 h 1054100"/>
              <a:gd name="connsiteX5" fmla="*/ 0 w 2495550"/>
              <a:gd name="connsiteY5" fmla="*/ 1054100 h 1054100"/>
              <a:gd name="connsiteX6" fmla="*/ 0 w 2495550"/>
              <a:gd name="connsiteY6" fmla="*/ 0 h 1054100"/>
              <a:gd name="connsiteX7" fmla="*/ 25400 w 2495550"/>
              <a:gd name="connsiteY7" fmla="*/ 0 h 1054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95550" h="1054100">
                <a:moveTo>
                  <a:pt x="2470150" y="0"/>
                </a:moveTo>
                <a:cubicBezTo>
                  <a:pt x="2484178" y="0"/>
                  <a:pt x="2495550" y="0"/>
                  <a:pt x="2495550" y="0"/>
                </a:cubicBezTo>
                <a:lnTo>
                  <a:pt x="2495550" y="1054100"/>
                </a:lnTo>
                <a:cubicBezTo>
                  <a:pt x="2495550" y="1054100"/>
                  <a:pt x="2484178" y="1054100"/>
                  <a:pt x="2470150" y="1054100"/>
                </a:cubicBezTo>
                <a:lnTo>
                  <a:pt x="25400" y="1054100"/>
                </a:lnTo>
                <a:cubicBezTo>
                  <a:pt x="11372" y="1054100"/>
                  <a:pt x="0" y="1054100"/>
                  <a:pt x="0" y="1054100"/>
                </a:cubicBezTo>
                <a:lnTo>
                  <a:pt x="0" y="0"/>
                </a:lnTo>
                <a:cubicBezTo>
                  <a:pt x="0" y="0"/>
                  <a:pt x="11372" y="0"/>
                  <a:pt x="25400" y="0"/>
                </a:cubicBezTo>
                <a:close/>
              </a:path>
            </a:pathLst>
          </a:custGeom>
          <a:solidFill>
            <a:srgbClr val="FFFFFF"/>
          </a:solidFill>
          <a:ln w="6350" cap="flat">
            <a:noFill/>
            <a:prstDash val="solid"/>
            <a:miter/>
          </a:ln>
          <a:effectLst>
            <a:outerShdw blurRad="381000" dist="317500" dir="2700000" sx="90000" sy="90000" algn="tl" rotWithShape="0">
              <a:schemeClr val="accent1">
                <a:lumMod val="50000"/>
                <a:alpha val="18000"/>
              </a:schemeClr>
            </a:outerShdw>
          </a:effectLst>
        </p:spPr>
        <p:txBody>
          <a:bodyPr rtlCol="0" anchor="ctr"/>
          <a:lstStyle/>
          <a:p>
            <a:endParaRPr lang="en-US"/>
          </a:p>
        </p:txBody>
      </p:sp>
      <p:sp>
        <p:nvSpPr>
          <p:cNvPr id="132" name="任意多边形: 形状 46"/>
          <p:cNvSpPr/>
          <p:nvPr/>
        </p:nvSpPr>
        <p:spPr>
          <a:xfrm>
            <a:off x="10280626" y="1498393"/>
            <a:ext cx="222297" cy="422886"/>
          </a:xfrm>
          <a:custGeom>
            <a:avLst/>
            <a:gdLst>
              <a:gd name="connsiteX0" fmla="*/ 127976 w 222297"/>
              <a:gd name="connsiteY0" fmla="*/ 10130 h 422886"/>
              <a:gd name="connsiteX1" fmla="*/ 94321 w 222297"/>
              <a:gd name="connsiteY1" fmla="*/ 10130 h 422886"/>
              <a:gd name="connsiteX2" fmla="*/ 2246 w 222297"/>
              <a:gd name="connsiteY2" fmla="*/ 183771 h 422886"/>
              <a:gd name="connsiteX3" fmla="*/ 19074 w 222297"/>
              <a:gd name="connsiteY3" fmla="*/ 211749 h 422886"/>
              <a:gd name="connsiteX4" fmla="*/ 63651 w 222297"/>
              <a:gd name="connsiteY4" fmla="*/ 211749 h 422886"/>
              <a:gd name="connsiteX5" fmla="*/ 63651 w 222297"/>
              <a:gd name="connsiteY5" fmla="*/ 422886 h 422886"/>
              <a:gd name="connsiteX6" fmla="*/ 152551 w 222297"/>
              <a:gd name="connsiteY6" fmla="*/ 422886 h 422886"/>
              <a:gd name="connsiteX7" fmla="*/ 152551 w 222297"/>
              <a:gd name="connsiteY7" fmla="*/ 211749 h 422886"/>
              <a:gd name="connsiteX8" fmla="*/ 203224 w 222297"/>
              <a:gd name="connsiteY8" fmla="*/ 211749 h 422886"/>
              <a:gd name="connsiteX9" fmla="*/ 220051 w 222297"/>
              <a:gd name="connsiteY9" fmla="*/ 183771 h 422886"/>
              <a:gd name="connsiteX10" fmla="*/ 127976 w 222297"/>
              <a:gd name="connsiteY10" fmla="*/ 10130 h 422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2292" h="422886">
                <a:moveTo>
                  <a:pt x="127976" y="10130"/>
                </a:moveTo>
                <a:cubicBezTo>
                  <a:pt x="120865" y="-3377"/>
                  <a:pt x="101497" y="-3377"/>
                  <a:pt x="94321" y="10130"/>
                </a:cubicBezTo>
                <a:lnTo>
                  <a:pt x="2246" y="183771"/>
                </a:lnTo>
                <a:cubicBezTo>
                  <a:pt x="-4484" y="196458"/>
                  <a:pt x="4723" y="211749"/>
                  <a:pt x="19074" y="211749"/>
                </a:cubicBezTo>
                <a:lnTo>
                  <a:pt x="63651" y="211749"/>
                </a:lnTo>
                <a:lnTo>
                  <a:pt x="63651" y="422886"/>
                </a:lnTo>
                <a:lnTo>
                  <a:pt x="152551" y="422886"/>
                </a:lnTo>
                <a:lnTo>
                  <a:pt x="152551" y="211749"/>
                </a:lnTo>
                <a:lnTo>
                  <a:pt x="203224" y="211749"/>
                </a:lnTo>
                <a:cubicBezTo>
                  <a:pt x="217575" y="211749"/>
                  <a:pt x="226782" y="196458"/>
                  <a:pt x="220051" y="183771"/>
                </a:cubicBezTo>
                <a:lnTo>
                  <a:pt x="127976" y="10130"/>
                </a:lnTo>
                <a:close/>
              </a:path>
            </a:pathLst>
          </a:custGeom>
          <a:gradFill>
            <a:gsLst>
              <a:gs pos="0">
                <a:srgbClr val="EA747A"/>
              </a:gs>
              <a:gs pos="100000">
                <a:schemeClr val="bg1"/>
              </a:gs>
            </a:gsLst>
            <a:lin ang="5400000" scaled="0"/>
          </a:gradFill>
          <a:ln w="6350" cap="flat">
            <a:noFill/>
            <a:prstDash val="solid"/>
            <a:miter/>
          </a:ln>
        </p:spPr>
        <p:txBody>
          <a:bodyPr rtlCol="0" anchor="ctr"/>
          <a:lstStyle/>
          <a:p>
            <a:endParaRPr lang="en-US"/>
          </a:p>
        </p:txBody>
      </p:sp>
      <p:sp>
        <p:nvSpPr>
          <p:cNvPr id="133" name="任意多边形: 形状 47"/>
          <p:cNvSpPr/>
          <p:nvPr/>
        </p:nvSpPr>
        <p:spPr>
          <a:xfrm>
            <a:off x="8572500" y="2590595"/>
            <a:ext cx="2495550" cy="1054100"/>
          </a:xfrm>
          <a:custGeom>
            <a:avLst/>
            <a:gdLst>
              <a:gd name="connsiteX0" fmla="*/ 2470150 w 2495550"/>
              <a:gd name="connsiteY0" fmla="*/ 0 h 1054100"/>
              <a:gd name="connsiteX1" fmla="*/ 2495550 w 2495550"/>
              <a:gd name="connsiteY1" fmla="*/ 0 h 1054100"/>
              <a:gd name="connsiteX2" fmla="*/ 2495550 w 2495550"/>
              <a:gd name="connsiteY2" fmla="*/ 1054100 h 1054100"/>
              <a:gd name="connsiteX3" fmla="*/ 2470150 w 2495550"/>
              <a:gd name="connsiteY3" fmla="*/ 1054100 h 1054100"/>
              <a:gd name="connsiteX4" fmla="*/ 25400 w 2495550"/>
              <a:gd name="connsiteY4" fmla="*/ 1054100 h 1054100"/>
              <a:gd name="connsiteX5" fmla="*/ 0 w 2495550"/>
              <a:gd name="connsiteY5" fmla="*/ 1054100 h 1054100"/>
              <a:gd name="connsiteX6" fmla="*/ 0 w 2495550"/>
              <a:gd name="connsiteY6" fmla="*/ 0 h 1054100"/>
              <a:gd name="connsiteX7" fmla="*/ 25400 w 2495550"/>
              <a:gd name="connsiteY7" fmla="*/ 0 h 1054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95550" h="1054100">
                <a:moveTo>
                  <a:pt x="2470150" y="0"/>
                </a:moveTo>
                <a:cubicBezTo>
                  <a:pt x="2484178" y="0"/>
                  <a:pt x="2495550" y="0"/>
                  <a:pt x="2495550" y="0"/>
                </a:cubicBezTo>
                <a:lnTo>
                  <a:pt x="2495550" y="1054100"/>
                </a:lnTo>
                <a:cubicBezTo>
                  <a:pt x="2495550" y="1054100"/>
                  <a:pt x="2484178" y="1054100"/>
                  <a:pt x="2470150" y="1054100"/>
                </a:cubicBezTo>
                <a:lnTo>
                  <a:pt x="25400" y="1054100"/>
                </a:lnTo>
                <a:cubicBezTo>
                  <a:pt x="11372" y="1054100"/>
                  <a:pt x="0" y="1054100"/>
                  <a:pt x="0" y="1054100"/>
                </a:cubicBezTo>
                <a:lnTo>
                  <a:pt x="0" y="0"/>
                </a:lnTo>
                <a:cubicBezTo>
                  <a:pt x="0" y="0"/>
                  <a:pt x="11372" y="0"/>
                  <a:pt x="25400" y="0"/>
                </a:cubicBezTo>
                <a:close/>
              </a:path>
            </a:pathLst>
          </a:custGeom>
          <a:solidFill>
            <a:srgbClr val="FFFFFF"/>
          </a:solidFill>
          <a:ln w="6350" cap="flat">
            <a:noFill/>
            <a:prstDash val="solid"/>
            <a:miter/>
          </a:ln>
          <a:effectLst>
            <a:outerShdw blurRad="381000" dist="317500" dir="2700000" sx="90000" sy="90000" algn="tl" rotWithShape="0">
              <a:schemeClr val="accent1">
                <a:lumMod val="50000"/>
                <a:alpha val="18000"/>
              </a:schemeClr>
            </a:outerShdw>
          </a:effectLst>
        </p:spPr>
        <p:txBody>
          <a:bodyPr rtlCol="0" anchor="ctr"/>
          <a:lstStyle/>
          <a:p>
            <a:endParaRPr lang="en-US"/>
          </a:p>
        </p:txBody>
      </p:sp>
      <p:sp>
        <p:nvSpPr>
          <p:cNvPr id="134" name="任意多边形: 形状 51"/>
          <p:cNvSpPr/>
          <p:nvPr/>
        </p:nvSpPr>
        <p:spPr>
          <a:xfrm>
            <a:off x="10280626" y="2793793"/>
            <a:ext cx="222297" cy="422886"/>
          </a:xfrm>
          <a:custGeom>
            <a:avLst/>
            <a:gdLst>
              <a:gd name="connsiteX0" fmla="*/ 127976 w 222297"/>
              <a:gd name="connsiteY0" fmla="*/ 10130 h 422886"/>
              <a:gd name="connsiteX1" fmla="*/ 94321 w 222297"/>
              <a:gd name="connsiteY1" fmla="*/ 10130 h 422886"/>
              <a:gd name="connsiteX2" fmla="*/ 2246 w 222297"/>
              <a:gd name="connsiteY2" fmla="*/ 183771 h 422886"/>
              <a:gd name="connsiteX3" fmla="*/ 19074 w 222297"/>
              <a:gd name="connsiteY3" fmla="*/ 211749 h 422886"/>
              <a:gd name="connsiteX4" fmla="*/ 63651 w 222297"/>
              <a:gd name="connsiteY4" fmla="*/ 211749 h 422886"/>
              <a:gd name="connsiteX5" fmla="*/ 63651 w 222297"/>
              <a:gd name="connsiteY5" fmla="*/ 422886 h 422886"/>
              <a:gd name="connsiteX6" fmla="*/ 152551 w 222297"/>
              <a:gd name="connsiteY6" fmla="*/ 422886 h 422886"/>
              <a:gd name="connsiteX7" fmla="*/ 152551 w 222297"/>
              <a:gd name="connsiteY7" fmla="*/ 211749 h 422886"/>
              <a:gd name="connsiteX8" fmla="*/ 203224 w 222297"/>
              <a:gd name="connsiteY8" fmla="*/ 211749 h 422886"/>
              <a:gd name="connsiteX9" fmla="*/ 220051 w 222297"/>
              <a:gd name="connsiteY9" fmla="*/ 183771 h 422886"/>
              <a:gd name="connsiteX10" fmla="*/ 127976 w 222297"/>
              <a:gd name="connsiteY10" fmla="*/ 10130 h 422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2292" h="422886">
                <a:moveTo>
                  <a:pt x="127976" y="10130"/>
                </a:moveTo>
                <a:cubicBezTo>
                  <a:pt x="120865" y="-3377"/>
                  <a:pt x="101497" y="-3377"/>
                  <a:pt x="94321" y="10130"/>
                </a:cubicBezTo>
                <a:lnTo>
                  <a:pt x="2246" y="183771"/>
                </a:lnTo>
                <a:cubicBezTo>
                  <a:pt x="-4484" y="196458"/>
                  <a:pt x="4723" y="211749"/>
                  <a:pt x="19074" y="211749"/>
                </a:cubicBezTo>
                <a:lnTo>
                  <a:pt x="63651" y="211749"/>
                </a:lnTo>
                <a:lnTo>
                  <a:pt x="63651" y="422886"/>
                </a:lnTo>
                <a:lnTo>
                  <a:pt x="152551" y="422886"/>
                </a:lnTo>
                <a:lnTo>
                  <a:pt x="152551" y="211749"/>
                </a:lnTo>
                <a:lnTo>
                  <a:pt x="203224" y="211749"/>
                </a:lnTo>
                <a:cubicBezTo>
                  <a:pt x="217575" y="211749"/>
                  <a:pt x="226782" y="196458"/>
                  <a:pt x="220051" y="183771"/>
                </a:cubicBezTo>
                <a:lnTo>
                  <a:pt x="127976" y="10130"/>
                </a:lnTo>
                <a:close/>
              </a:path>
            </a:pathLst>
          </a:custGeom>
          <a:gradFill>
            <a:gsLst>
              <a:gs pos="0">
                <a:srgbClr val="EA747A"/>
              </a:gs>
              <a:gs pos="100000">
                <a:schemeClr val="bg1"/>
              </a:gs>
            </a:gsLst>
            <a:lin ang="5400000" scaled="0"/>
          </a:gradFill>
          <a:ln w="6350" cap="flat">
            <a:noFill/>
            <a:prstDash val="solid"/>
            <a:miter/>
          </a:ln>
        </p:spPr>
        <p:txBody>
          <a:bodyPr rtlCol="0" anchor="ctr"/>
          <a:lstStyle/>
          <a:p>
            <a:endParaRPr lang="en-US"/>
          </a:p>
        </p:txBody>
      </p:sp>
      <p:sp>
        <p:nvSpPr>
          <p:cNvPr id="135" name="任意多边形: 形状 52"/>
          <p:cNvSpPr/>
          <p:nvPr/>
        </p:nvSpPr>
        <p:spPr>
          <a:xfrm>
            <a:off x="8572500" y="3892345"/>
            <a:ext cx="2495550" cy="1054100"/>
          </a:xfrm>
          <a:custGeom>
            <a:avLst/>
            <a:gdLst>
              <a:gd name="connsiteX0" fmla="*/ 2470150 w 2495550"/>
              <a:gd name="connsiteY0" fmla="*/ 0 h 1054100"/>
              <a:gd name="connsiteX1" fmla="*/ 2495550 w 2495550"/>
              <a:gd name="connsiteY1" fmla="*/ 0 h 1054100"/>
              <a:gd name="connsiteX2" fmla="*/ 2495550 w 2495550"/>
              <a:gd name="connsiteY2" fmla="*/ 1054100 h 1054100"/>
              <a:gd name="connsiteX3" fmla="*/ 2470150 w 2495550"/>
              <a:gd name="connsiteY3" fmla="*/ 1054100 h 1054100"/>
              <a:gd name="connsiteX4" fmla="*/ 25400 w 2495550"/>
              <a:gd name="connsiteY4" fmla="*/ 1054100 h 1054100"/>
              <a:gd name="connsiteX5" fmla="*/ 0 w 2495550"/>
              <a:gd name="connsiteY5" fmla="*/ 1054100 h 1054100"/>
              <a:gd name="connsiteX6" fmla="*/ 0 w 2495550"/>
              <a:gd name="connsiteY6" fmla="*/ 0 h 1054100"/>
              <a:gd name="connsiteX7" fmla="*/ 25400 w 2495550"/>
              <a:gd name="connsiteY7" fmla="*/ 0 h 1054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95550" h="1054100">
                <a:moveTo>
                  <a:pt x="2470150" y="0"/>
                </a:moveTo>
                <a:cubicBezTo>
                  <a:pt x="2484178" y="0"/>
                  <a:pt x="2495550" y="0"/>
                  <a:pt x="2495550" y="0"/>
                </a:cubicBezTo>
                <a:lnTo>
                  <a:pt x="2495550" y="1054100"/>
                </a:lnTo>
                <a:cubicBezTo>
                  <a:pt x="2495550" y="1054100"/>
                  <a:pt x="2484178" y="1054100"/>
                  <a:pt x="2470150" y="1054100"/>
                </a:cubicBezTo>
                <a:lnTo>
                  <a:pt x="25400" y="1054100"/>
                </a:lnTo>
                <a:cubicBezTo>
                  <a:pt x="11372" y="1054100"/>
                  <a:pt x="0" y="1054100"/>
                  <a:pt x="0" y="1054100"/>
                </a:cubicBezTo>
                <a:lnTo>
                  <a:pt x="0" y="0"/>
                </a:lnTo>
                <a:cubicBezTo>
                  <a:pt x="0" y="0"/>
                  <a:pt x="11372" y="0"/>
                  <a:pt x="25400" y="0"/>
                </a:cubicBezTo>
                <a:close/>
              </a:path>
            </a:pathLst>
          </a:custGeom>
          <a:solidFill>
            <a:srgbClr val="FFFFFF"/>
          </a:solidFill>
          <a:ln w="6350" cap="flat">
            <a:noFill/>
            <a:prstDash val="solid"/>
            <a:miter/>
          </a:ln>
          <a:effectLst>
            <a:outerShdw blurRad="381000" dist="317500" dir="2700000" sx="90000" sy="90000" algn="tl" rotWithShape="0">
              <a:schemeClr val="accent1">
                <a:lumMod val="50000"/>
                <a:alpha val="18000"/>
              </a:schemeClr>
            </a:outerShdw>
          </a:effectLst>
        </p:spPr>
        <p:txBody>
          <a:bodyPr rtlCol="0" anchor="ctr"/>
          <a:lstStyle/>
          <a:p>
            <a:endParaRPr lang="en-US"/>
          </a:p>
        </p:txBody>
      </p:sp>
      <p:sp>
        <p:nvSpPr>
          <p:cNvPr id="136" name="任意多边形: 形状 55"/>
          <p:cNvSpPr/>
          <p:nvPr/>
        </p:nvSpPr>
        <p:spPr>
          <a:xfrm>
            <a:off x="10591776" y="4101893"/>
            <a:ext cx="222297" cy="422886"/>
          </a:xfrm>
          <a:custGeom>
            <a:avLst/>
            <a:gdLst>
              <a:gd name="connsiteX0" fmla="*/ 127976 w 222297"/>
              <a:gd name="connsiteY0" fmla="*/ 10130 h 422886"/>
              <a:gd name="connsiteX1" fmla="*/ 94321 w 222297"/>
              <a:gd name="connsiteY1" fmla="*/ 10130 h 422886"/>
              <a:gd name="connsiteX2" fmla="*/ 2246 w 222297"/>
              <a:gd name="connsiteY2" fmla="*/ 183771 h 422886"/>
              <a:gd name="connsiteX3" fmla="*/ 19074 w 222297"/>
              <a:gd name="connsiteY3" fmla="*/ 211749 h 422886"/>
              <a:gd name="connsiteX4" fmla="*/ 63651 w 222297"/>
              <a:gd name="connsiteY4" fmla="*/ 211749 h 422886"/>
              <a:gd name="connsiteX5" fmla="*/ 63651 w 222297"/>
              <a:gd name="connsiteY5" fmla="*/ 422886 h 422886"/>
              <a:gd name="connsiteX6" fmla="*/ 152551 w 222297"/>
              <a:gd name="connsiteY6" fmla="*/ 422886 h 422886"/>
              <a:gd name="connsiteX7" fmla="*/ 152551 w 222297"/>
              <a:gd name="connsiteY7" fmla="*/ 211749 h 422886"/>
              <a:gd name="connsiteX8" fmla="*/ 203224 w 222297"/>
              <a:gd name="connsiteY8" fmla="*/ 211749 h 422886"/>
              <a:gd name="connsiteX9" fmla="*/ 220051 w 222297"/>
              <a:gd name="connsiteY9" fmla="*/ 183771 h 422886"/>
              <a:gd name="connsiteX10" fmla="*/ 127976 w 222297"/>
              <a:gd name="connsiteY10" fmla="*/ 10130 h 422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2292" h="422886">
                <a:moveTo>
                  <a:pt x="127976" y="10130"/>
                </a:moveTo>
                <a:cubicBezTo>
                  <a:pt x="120865" y="-3377"/>
                  <a:pt x="101497" y="-3377"/>
                  <a:pt x="94321" y="10130"/>
                </a:cubicBezTo>
                <a:lnTo>
                  <a:pt x="2246" y="183771"/>
                </a:lnTo>
                <a:cubicBezTo>
                  <a:pt x="-4484" y="196458"/>
                  <a:pt x="4723" y="211749"/>
                  <a:pt x="19074" y="211749"/>
                </a:cubicBezTo>
                <a:lnTo>
                  <a:pt x="63651" y="211749"/>
                </a:lnTo>
                <a:lnTo>
                  <a:pt x="63651" y="422886"/>
                </a:lnTo>
                <a:lnTo>
                  <a:pt x="152551" y="422886"/>
                </a:lnTo>
                <a:lnTo>
                  <a:pt x="152551" y="211749"/>
                </a:lnTo>
                <a:lnTo>
                  <a:pt x="203224" y="211749"/>
                </a:lnTo>
                <a:cubicBezTo>
                  <a:pt x="217575" y="211749"/>
                  <a:pt x="226782" y="196458"/>
                  <a:pt x="220051" y="183771"/>
                </a:cubicBezTo>
                <a:lnTo>
                  <a:pt x="127976" y="10130"/>
                </a:lnTo>
                <a:close/>
              </a:path>
            </a:pathLst>
          </a:custGeom>
          <a:gradFill>
            <a:gsLst>
              <a:gs pos="0">
                <a:srgbClr val="EA747A"/>
              </a:gs>
              <a:gs pos="100000">
                <a:schemeClr val="bg1"/>
              </a:gs>
            </a:gsLst>
            <a:lin ang="5400000" scaled="0"/>
          </a:gradFill>
          <a:ln w="6350" cap="flat">
            <a:noFill/>
            <a:prstDash val="solid"/>
            <a:miter/>
          </a:ln>
        </p:spPr>
        <p:txBody>
          <a:bodyPr rtlCol="0" anchor="ctr"/>
          <a:lstStyle/>
          <a:p>
            <a:endParaRPr lang="en-US"/>
          </a:p>
        </p:txBody>
      </p:sp>
      <p:sp>
        <p:nvSpPr>
          <p:cNvPr id="137" name="文本框 136"/>
          <p:cNvSpPr txBox="1"/>
          <p:nvPr/>
        </p:nvSpPr>
        <p:spPr>
          <a:xfrm>
            <a:off x="1280823" y="1304326"/>
            <a:ext cx="1826141" cy="338554"/>
          </a:xfrm>
          <a:prstGeom prst="rect">
            <a:avLst/>
          </a:prstGeom>
          <a:noFill/>
        </p:spPr>
        <p:txBody>
          <a:bodyPr wrap="none" rtlCol="0">
            <a:spAutoFit/>
          </a:bodyPr>
          <a:lstStyle/>
          <a:p>
            <a:pPr algn="ctr"/>
            <a:r>
              <a:rPr lang="zh-CN" altLang="en-US" sz="1600">
                <a:solidFill>
                  <a:srgbClr val="141A34"/>
                </a:solidFill>
                <a:latin typeface="OPPOSans M" panose="00020600040101010101" pitchFamily="18" charset="-122"/>
                <a:ea typeface="OPPOSans M" panose="00020600040101010101" pitchFamily="18" charset="-122"/>
                <a:cs typeface="OPPOSans M" panose="00020600040101010101" pitchFamily="18" charset="-122"/>
              </a:rPr>
              <a:t>中国生活垃圾清理</a:t>
            </a:r>
            <a:endParaRPr lang="en-US" sz="1600">
              <a:solidFill>
                <a:srgbClr val="141A34"/>
              </a:solidFill>
              <a:latin typeface="OPPOSans M" panose="00020600040101010101" pitchFamily="18" charset="-122"/>
              <a:ea typeface="OPPOSans M" panose="00020600040101010101" pitchFamily="18" charset="-122"/>
              <a:cs typeface="OPPOSans M" panose="00020600040101010101" pitchFamily="18" charset="-122"/>
            </a:endParaRPr>
          </a:p>
        </p:txBody>
      </p:sp>
      <p:sp>
        <p:nvSpPr>
          <p:cNvPr id="138" name="文本框 137"/>
          <p:cNvSpPr txBox="1"/>
          <p:nvPr/>
        </p:nvSpPr>
        <p:spPr>
          <a:xfrm>
            <a:off x="1379407" y="1568993"/>
            <a:ext cx="1628972" cy="200055"/>
          </a:xfrm>
          <a:prstGeom prst="rect">
            <a:avLst/>
          </a:prstGeom>
          <a:noFill/>
        </p:spPr>
        <p:txBody>
          <a:bodyPr wrap="none" rtlCol="0">
            <a:spAutoFit/>
          </a:bodyPr>
          <a:lstStyle/>
          <a:p>
            <a:pPr algn="ctr"/>
            <a:r>
              <a:rPr lang="en-US" altLang="zh-CN" sz="7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rPr>
              <a:t>Domestic waste disposal in China</a:t>
            </a:r>
            <a:endParaRPr lang="en-US" sz="7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139" name="文本框 138"/>
          <p:cNvSpPr txBox="1"/>
          <p:nvPr/>
        </p:nvSpPr>
        <p:spPr>
          <a:xfrm>
            <a:off x="895301" y="3387703"/>
            <a:ext cx="2597186" cy="338554"/>
          </a:xfrm>
          <a:prstGeom prst="rect">
            <a:avLst/>
          </a:prstGeom>
          <a:noFill/>
        </p:spPr>
        <p:txBody>
          <a:bodyPr wrap="none" rtlCol="0">
            <a:spAutoFit/>
          </a:bodyPr>
          <a:lstStyle/>
          <a:p>
            <a:pPr algn="ctr"/>
            <a:r>
              <a:rPr lang="zh-CN" altLang="en-US" sz="1600">
                <a:solidFill>
                  <a:srgbClr val="141A34"/>
                </a:solidFill>
                <a:latin typeface="OPPOSans M" panose="00020600040101010101" pitchFamily="18" charset="-122"/>
                <a:ea typeface="OPPOSans M" panose="00020600040101010101" pitchFamily="18" charset="-122"/>
                <a:cs typeface="OPPOSans M" panose="00020600040101010101" pitchFamily="18" charset="-122"/>
              </a:rPr>
              <a:t>生活垃圾清运费</a:t>
            </a:r>
            <a:r>
              <a:rPr lang="en-US" altLang="zh-CN" sz="1600">
                <a:solidFill>
                  <a:srgbClr val="141A34"/>
                </a:solidFill>
                <a:latin typeface="OPPOSans M" panose="00020600040101010101" pitchFamily="18" charset="-122"/>
                <a:ea typeface="OPPOSans M" panose="00020600040101010101" pitchFamily="18" charset="-122"/>
                <a:cs typeface="OPPOSans M" panose="00020600040101010101" pitchFamily="18" charset="-122"/>
              </a:rPr>
              <a:t>top10</a:t>
            </a:r>
            <a:r>
              <a:rPr lang="zh-CN" altLang="en-US" sz="1600">
                <a:solidFill>
                  <a:srgbClr val="141A34"/>
                </a:solidFill>
                <a:latin typeface="OPPOSans M" panose="00020600040101010101" pitchFamily="18" charset="-122"/>
                <a:ea typeface="OPPOSans M" panose="00020600040101010101" pitchFamily="18" charset="-122"/>
                <a:cs typeface="OPPOSans M" panose="00020600040101010101" pitchFamily="18" charset="-122"/>
              </a:rPr>
              <a:t>城市</a:t>
            </a:r>
            <a:endParaRPr lang="en-US" sz="1600">
              <a:solidFill>
                <a:srgbClr val="141A34"/>
              </a:solidFill>
              <a:latin typeface="OPPOSans M" panose="00020600040101010101" pitchFamily="18" charset="-122"/>
              <a:ea typeface="OPPOSans M" panose="00020600040101010101" pitchFamily="18" charset="-122"/>
              <a:cs typeface="OPPOSans M" panose="00020600040101010101" pitchFamily="18" charset="-122"/>
            </a:endParaRPr>
          </a:p>
        </p:txBody>
      </p:sp>
      <p:sp>
        <p:nvSpPr>
          <p:cNvPr id="140" name="文本框 139"/>
          <p:cNvSpPr txBox="1"/>
          <p:nvPr/>
        </p:nvSpPr>
        <p:spPr>
          <a:xfrm>
            <a:off x="700535" y="3652370"/>
            <a:ext cx="2986716" cy="200055"/>
          </a:xfrm>
          <a:prstGeom prst="rect">
            <a:avLst/>
          </a:prstGeom>
          <a:noFill/>
        </p:spPr>
        <p:txBody>
          <a:bodyPr wrap="none" rtlCol="0">
            <a:spAutoFit/>
          </a:bodyPr>
          <a:lstStyle/>
          <a:p>
            <a:pPr algn="ctr"/>
            <a:r>
              <a:rPr lang="en-US" altLang="zh-CN" sz="7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rPr>
              <a:t>Top 10 cities for domestic waste removal and transportation fees</a:t>
            </a:r>
            <a:endParaRPr lang="en-US" sz="7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141" name="文本框 140"/>
          <p:cNvSpPr txBox="1"/>
          <p:nvPr/>
        </p:nvSpPr>
        <p:spPr>
          <a:xfrm>
            <a:off x="1108506" y="2849338"/>
            <a:ext cx="484428" cy="253916"/>
          </a:xfrm>
          <a:prstGeom prst="rect">
            <a:avLst/>
          </a:prstGeom>
          <a:noFill/>
        </p:spPr>
        <p:txBody>
          <a:bodyPr wrap="none" rtlCol="0">
            <a:spAutoFit/>
          </a:bodyPr>
          <a:lstStyle/>
          <a:p>
            <a:pPr algn="ctr"/>
            <a:r>
              <a:rPr lang="en-US" altLang="zh-CN" sz="10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rPr>
              <a:t>1000</a:t>
            </a:r>
            <a:endParaRPr lang="en-US" sz="10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142" name="文本框 141"/>
          <p:cNvSpPr txBox="1"/>
          <p:nvPr/>
        </p:nvSpPr>
        <p:spPr>
          <a:xfrm>
            <a:off x="2830434" y="2849338"/>
            <a:ext cx="498856" cy="246221"/>
          </a:xfrm>
          <a:prstGeom prst="rect">
            <a:avLst/>
          </a:prstGeom>
          <a:noFill/>
        </p:spPr>
        <p:txBody>
          <a:bodyPr wrap="none" rtlCol="0">
            <a:spAutoFit/>
          </a:bodyPr>
          <a:lstStyle/>
          <a:p>
            <a:pPr algn="ctr"/>
            <a:r>
              <a:rPr lang="en-US" altLang="zh-CN" sz="10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rPr>
              <a:t>5000</a:t>
            </a:r>
            <a:endParaRPr lang="en-US" sz="10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143" name="文本框 142"/>
          <p:cNvSpPr txBox="1"/>
          <p:nvPr/>
        </p:nvSpPr>
        <p:spPr>
          <a:xfrm>
            <a:off x="2396345" y="2849338"/>
            <a:ext cx="498856" cy="246221"/>
          </a:xfrm>
          <a:prstGeom prst="rect">
            <a:avLst/>
          </a:prstGeom>
          <a:noFill/>
        </p:spPr>
        <p:txBody>
          <a:bodyPr wrap="none" rtlCol="0">
            <a:spAutoFit/>
          </a:bodyPr>
          <a:lstStyle/>
          <a:p>
            <a:pPr algn="ctr"/>
            <a:r>
              <a:rPr lang="en-US" altLang="zh-CN" sz="10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rPr>
              <a:t>4000</a:t>
            </a:r>
            <a:endParaRPr lang="en-US" sz="10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144" name="文本框 143"/>
          <p:cNvSpPr txBox="1"/>
          <p:nvPr/>
        </p:nvSpPr>
        <p:spPr>
          <a:xfrm>
            <a:off x="1962256" y="2849338"/>
            <a:ext cx="498856" cy="246221"/>
          </a:xfrm>
          <a:prstGeom prst="rect">
            <a:avLst/>
          </a:prstGeom>
          <a:noFill/>
        </p:spPr>
        <p:txBody>
          <a:bodyPr wrap="none" rtlCol="0">
            <a:spAutoFit/>
          </a:bodyPr>
          <a:lstStyle/>
          <a:p>
            <a:pPr algn="ctr"/>
            <a:r>
              <a:rPr lang="en-US" altLang="zh-CN" sz="10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rPr>
              <a:t>3000</a:t>
            </a:r>
            <a:endParaRPr lang="en-US" sz="10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145" name="文本框 144"/>
          <p:cNvSpPr txBox="1"/>
          <p:nvPr/>
        </p:nvSpPr>
        <p:spPr>
          <a:xfrm>
            <a:off x="1528167" y="2849338"/>
            <a:ext cx="498856" cy="246221"/>
          </a:xfrm>
          <a:prstGeom prst="rect">
            <a:avLst/>
          </a:prstGeom>
          <a:noFill/>
        </p:spPr>
        <p:txBody>
          <a:bodyPr wrap="none" rtlCol="0">
            <a:spAutoFit/>
          </a:bodyPr>
          <a:lstStyle/>
          <a:p>
            <a:pPr algn="ctr"/>
            <a:r>
              <a:rPr lang="en-US" altLang="zh-CN" sz="10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rPr>
              <a:t>2000</a:t>
            </a:r>
            <a:endParaRPr lang="en-US" sz="10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146" name="文本框 145"/>
          <p:cNvSpPr txBox="1"/>
          <p:nvPr/>
        </p:nvSpPr>
        <p:spPr>
          <a:xfrm>
            <a:off x="1130147" y="4944910"/>
            <a:ext cx="441147" cy="246221"/>
          </a:xfrm>
          <a:prstGeom prst="rect">
            <a:avLst/>
          </a:prstGeom>
          <a:noFill/>
        </p:spPr>
        <p:txBody>
          <a:bodyPr wrap="none" rtlCol="0">
            <a:spAutoFit/>
          </a:bodyPr>
          <a:lstStyle/>
          <a:p>
            <a:pPr algn="ctr"/>
            <a:r>
              <a:rPr lang="zh-CN" altLang="en-US" sz="10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rPr>
              <a:t>上海</a:t>
            </a:r>
            <a:endParaRPr lang="en-US" sz="10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147" name="文本框 146"/>
          <p:cNvSpPr txBox="1"/>
          <p:nvPr/>
        </p:nvSpPr>
        <p:spPr>
          <a:xfrm>
            <a:off x="2876235" y="4944910"/>
            <a:ext cx="441147" cy="246221"/>
          </a:xfrm>
          <a:prstGeom prst="rect">
            <a:avLst/>
          </a:prstGeom>
          <a:noFill/>
        </p:spPr>
        <p:txBody>
          <a:bodyPr wrap="none" rtlCol="0">
            <a:spAutoFit/>
          </a:bodyPr>
          <a:lstStyle/>
          <a:p>
            <a:pPr algn="ctr"/>
            <a:r>
              <a:rPr lang="zh-CN" altLang="en-US" sz="10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rPr>
              <a:t>杭州</a:t>
            </a:r>
            <a:endParaRPr lang="en-US" sz="10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148" name="文本框 147"/>
          <p:cNvSpPr txBox="1"/>
          <p:nvPr/>
        </p:nvSpPr>
        <p:spPr>
          <a:xfrm>
            <a:off x="2439713" y="4944910"/>
            <a:ext cx="441147" cy="246221"/>
          </a:xfrm>
          <a:prstGeom prst="rect">
            <a:avLst/>
          </a:prstGeom>
          <a:noFill/>
        </p:spPr>
        <p:txBody>
          <a:bodyPr wrap="none" rtlCol="0">
            <a:spAutoFit/>
          </a:bodyPr>
          <a:lstStyle/>
          <a:p>
            <a:pPr algn="ctr"/>
            <a:r>
              <a:rPr lang="zh-CN" altLang="en-US" sz="10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rPr>
              <a:t>广州</a:t>
            </a:r>
            <a:endParaRPr lang="en-US" sz="10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149" name="文本框 148"/>
          <p:cNvSpPr txBox="1"/>
          <p:nvPr/>
        </p:nvSpPr>
        <p:spPr>
          <a:xfrm>
            <a:off x="2003191" y="4944910"/>
            <a:ext cx="441147" cy="246221"/>
          </a:xfrm>
          <a:prstGeom prst="rect">
            <a:avLst/>
          </a:prstGeom>
          <a:noFill/>
        </p:spPr>
        <p:txBody>
          <a:bodyPr wrap="none" rtlCol="0">
            <a:spAutoFit/>
          </a:bodyPr>
          <a:lstStyle/>
          <a:p>
            <a:pPr algn="ctr"/>
            <a:r>
              <a:rPr lang="zh-CN" altLang="en-US" sz="10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rPr>
              <a:t>深圳</a:t>
            </a:r>
            <a:endParaRPr lang="en-US" sz="10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150" name="文本框 149"/>
          <p:cNvSpPr txBox="1"/>
          <p:nvPr/>
        </p:nvSpPr>
        <p:spPr>
          <a:xfrm>
            <a:off x="1566669" y="4944910"/>
            <a:ext cx="441147" cy="246221"/>
          </a:xfrm>
          <a:prstGeom prst="rect">
            <a:avLst/>
          </a:prstGeom>
          <a:noFill/>
        </p:spPr>
        <p:txBody>
          <a:bodyPr wrap="none" rtlCol="0">
            <a:spAutoFit/>
          </a:bodyPr>
          <a:lstStyle/>
          <a:p>
            <a:pPr algn="ctr"/>
            <a:r>
              <a:rPr lang="zh-CN" altLang="en-US" sz="10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rPr>
              <a:t>北京</a:t>
            </a:r>
            <a:endParaRPr lang="en-US" sz="1000">
              <a:solidFill>
                <a:schemeClr val="bg1">
                  <a:lumMod val="65000"/>
                </a:schemeClr>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151" name="文本框 150"/>
          <p:cNvSpPr txBox="1"/>
          <p:nvPr/>
        </p:nvSpPr>
        <p:spPr>
          <a:xfrm>
            <a:off x="446762" y="5629037"/>
            <a:ext cx="11484683" cy="700576"/>
          </a:xfrm>
          <a:prstGeom prst="rect">
            <a:avLst/>
          </a:prstGeom>
          <a:noFill/>
        </p:spPr>
        <p:txBody>
          <a:bodyPr wrap="square" rtlCol="0">
            <a:spAutoFit/>
          </a:bodyPr>
          <a:lstStyle>
            <a:defPPr>
              <a:defRPr lang="zh-CN"/>
            </a:defPPr>
            <a:lvl1pPr>
              <a:lnSpc>
                <a:spcPct val="150000"/>
              </a:lnSpc>
              <a:defRPr sz="1600" spc="100">
                <a:latin typeface="+mn-ea"/>
                <a:cs typeface="OPPOSans R" panose="00020600040101010101" pitchFamily="18" charset="-122"/>
              </a:defRPr>
            </a:lvl1pPr>
          </a:lstStyle>
          <a:p>
            <a:pPr algn="ctr"/>
            <a:r>
              <a:rPr lang="zh-CN" altLang="en-US" sz="1400" dirty="0"/>
              <a:t>近期出台的一系列文件，表明败有已经营识到垃圾分类的巡边性和必要性。此次垃题分类主视程度之高，推广力度之人播出预期，市场普询认为这时于垃圾分类前读制法。中调收话，后通外管导国资产业健部格产生机投响，各项数据都呈现利好，市场前景广日</a:t>
            </a:r>
            <a:endParaRPr lang="en-US" sz="1400" dirty="0"/>
          </a:p>
        </p:txBody>
      </p:sp>
      <p:sp>
        <p:nvSpPr>
          <p:cNvPr id="152" name="文本框 151"/>
          <p:cNvSpPr txBox="1"/>
          <p:nvPr/>
        </p:nvSpPr>
        <p:spPr>
          <a:xfrm>
            <a:off x="4608234" y="3198835"/>
            <a:ext cx="1361271" cy="523220"/>
          </a:xfrm>
          <a:prstGeom prst="rect">
            <a:avLst/>
          </a:prstGeom>
          <a:noFill/>
        </p:spPr>
        <p:txBody>
          <a:bodyPr wrap="none" rtlCol="0">
            <a:spAutoFit/>
          </a:bodyPr>
          <a:lstStyle/>
          <a:p>
            <a:pPr algn="ctr"/>
            <a:r>
              <a:rPr lang="en-US" altLang="zh-CN" sz="2800">
                <a:solidFill>
                  <a:srgbClr val="055CF9"/>
                </a:solidFill>
                <a:latin typeface="OPPOSans H" panose="00020600040101010101" pitchFamily="18" charset="-122"/>
                <a:ea typeface="OPPOSans H" panose="00020600040101010101" pitchFamily="18" charset="-122"/>
                <a:cs typeface="OPPOSans H" panose="00020600040101010101" pitchFamily="18" charset="-122"/>
              </a:rPr>
              <a:t>25.3%</a:t>
            </a:r>
            <a:endParaRPr lang="en-US" sz="2800">
              <a:solidFill>
                <a:srgbClr val="055CF9"/>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153" name="文本框 152"/>
          <p:cNvSpPr txBox="1"/>
          <p:nvPr/>
        </p:nvSpPr>
        <p:spPr>
          <a:xfrm>
            <a:off x="5139182" y="2947033"/>
            <a:ext cx="800220" cy="276999"/>
          </a:xfrm>
          <a:prstGeom prst="rect">
            <a:avLst/>
          </a:prstGeom>
          <a:noFill/>
        </p:spPr>
        <p:txBody>
          <a:bodyPr wrap="none" rtlCol="0">
            <a:spAutoFit/>
          </a:bodyPr>
          <a:lstStyle/>
          <a:p>
            <a:pPr algn="r"/>
            <a:r>
              <a:rPr lang="zh-CN" altLang="en-US" sz="1200">
                <a:solidFill>
                  <a:srgbClr val="055CF9"/>
                </a:solidFill>
                <a:latin typeface="OPPOSans R" panose="00020600040101010101" pitchFamily="18" charset="-122"/>
                <a:ea typeface="OPPOSans R" panose="00020600040101010101" pitchFamily="18" charset="-122"/>
                <a:cs typeface="OPPOSans R" panose="00020600040101010101" pitchFamily="18" charset="-122"/>
              </a:rPr>
              <a:t>整合分析</a:t>
            </a:r>
            <a:endParaRPr lang="en-US" sz="1200">
              <a:solidFill>
                <a:srgbClr val="055CF9"/>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154" name="文本框 153"/>
          <p:cNvSpPr txBox="1"/>
          <p:nvPr/>
        </p:nvSpPr>
        <p:spPr>
          <a:xfrm>
            <a:off x="6340624" y="2994144"/>
            <a:ext cx="1361270" cy="523220"/>
          </a:xfrm>
          <a:prstGeom prst="rect">
            <a:avLst/>
          </a:prstGeom>
          <a:noFill/>
        </p:spPr>
        <p:txBody>
          <a:bodyPr wrap="none" rtlCol="0">
            <a:spAutoFit/>
          </a:bodyPr>
          <a:lstStyle/>
          <a:p>
            <a:r>
              <a:rPr lang="en-US" altLang="zh-CN" sz="2800">
                <a:solidFill>
                  <a:schemeClr val="bg1"/>
                </a:solidFill>
                <a:latin typeface="OPPOSans H" panose="00020600040101010101" pitchFamily="18" charset="-122"/>
                <a:ea typeface="OPPOSans H" panose="00020600040101010101" pitchFamily="18" charset="-122"/>
                <a:cs typeface="OPPOSans H" panose="00020600040101010101" pitchFamily="18" charset="-122"/>
              </a:rPr>
              <a:t>74.7%</a:t>
            </a:r>
            <a:endParaRPr lang="en-US" sz="2800">
              <a:solidFill>
                <a:schemeClr val="bg1"/>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155" name="文本框 154"/>
          <p:cNvSpPr txBox="1"/>
          <p:nvPr/>
        </p:nvSpPr>
        <p:spPr>
          <a:xfrm>
            <a:off x="6340624" y="2742342"/>
            <a:ext cx="800219" cy="276999"/>
          </a:xfrm>
          <a:prstGeom prst="rect">
            <a:avLst/>
          </a:prstGeom>
          <a:noFill/>
        </p:spPr>
        <p:txBody>
          <a:bodyPr wrap="none" rtlCol="0">
            <a:spAutoFit/>
          </a:bodyPr>
          <a:lstStyle/>
          <a:p>
            <a:r>
              <a:rPr lang="zh-CN" altLang="en-US" sz="1200">
                <a:solidFill>
                  <a:schemeClr val="bg1"/>
                </a:solidFill>
                <a:latin typeface="OPPOSans R" panose="00020600040101010101" pitchFamily="18" charset="-122"/>
                <a:ea typeface="OPPOSans R" panose="00020600040101010101" pitchFamily="18" charset="-122"/>
                <a:cs typeface="OPPOSans R" panose="00020600040101010101" pitchFamily="18" charset="-122"/>
              </a:rPr>
              <a:t>用户调研</a:t>
            </a:r>
            <a:endParaRPr lang="en-US" sz="1200">
              <a:solidFill>
                <a:schemeClr val="bg1"/>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156" name="文本框 155"/>
          <p:cNvSpPr txBox="1"/>
          <p:nvPr/>
        </p:nvSpPr>
        <p:spPr>
          <a:xfrm>
            <a:off x="8666509" y="1401482"/>
            <a:ext cx="1221809" cy="677108"/>
          </a:xfrm>
          <a:prstGeom prst="rect">
            <a:avLst/>
          </a:prstGeom>
          <a:noFill/>
        </p:spPr>
        <p:txBody>
          <a:bodyPr wrap="none" rtlCol="0">
            <a:spAutoFit/>
          </a:bodyPr>
          <a:lstStyle/>
          <a:p>
            <a:r>
              <a:rPr lang="en-US" altLang="zh-CN" sz="3800">
                <a:latin typeface="OPPOSans H" panose="00020600040101010101" pitchFamily="18" charset="-122"/>
                <a:ea typeface="OPPOSans H" panose="00020600040101010101" pitchFamily="18" charset="-122"/>
                <a:cs typeface="OPPOSans H" panose="00020600040101010101" pitchFamily="18" charset="-122"/>
              </a:rPr>
              <a:t>46C</a:t>
            </a:r>
            <a:endParaRPr lang="en-US" sz="3800">
              <a:latin typeface="OPPOSans H" panose="00020600040101010101" pitchFamily="18" charset="-122"/>
              <a:ea typeface="OPPOSans H" panose="00020600040101010101" pitchFamily="18" charset="-122"/>
              <a:cs typeface="OPPOSans H" panose="00020600040101010101" pitchFamily="18" charset="-122"/>
            </a:endParaRPr>
          </a:p>
        </p:txBody>
      </p:sp>
      <p:sp>
        <p:nvSpPr>
          <p:cNvPr id="157" name="文本框 156"/>
          <p:cNvSpPr txBox="1"/>
          <p:nvPr/>
        </p:nvSpPr>
        <p:spPr>
          <a:xfrm>
            <a:off x="9747731" y="1740036"/>
            <a:ext cx="304892" cy="246221"/>
          </a:xfrm>
          <a:prstGeom prst="rect">
            <a:avLst/>
          </a:prstGeom>
          <a:noFill/>
        </p:spPr>
        <p:txBody>
          <a:bodyPr wrap="none" rtlCol="0">
            <a:spAutoFit/>
          </a:bodyPr>
          <a:lstStyle/>
          <a:p>
            <a:pPr algn="ctr"/>
            <a:r>
              <a:rPr lang="en-US" sz="1000">
                <a:solidFill>
                  <a:schemeClr val="bg1">
                    <a:lumMod val="65000"/>
                  </a:schemeClr>
                </a:solidFill>
                <a:latin typeface="OPPOSans H" panose="00020600040101010101" pitchFamily="18" charset="-122"/>
                <a:ea typeface="OPPOSans H" panose="00020600040101010101" pitchFamily="18" charset="-122"/>
                <a:cs typeface="OPPOSans H" panose="00020600040101010101" pitchFamily="18" charset="-122"/>
              </a:rPr>
              <a:t>%</a:t>
            </a:r>
          </a:p>
        </p:txBody>
      </p:sp>
      <p:sp>
        <p:nvSpPr>
          <p:cNvPr id="158" name="文本框 157"/>
          <p:cNvSpPr txBox="1"/>
          <p:nvPr/>
        </p:nvSpPr>
        <p:spPr>
          <a:xfrm>
            <a:off x="8666509" y="2013457"/>
            <a:ext cx="2044149" cy="307777"/>
          </a:xfrm>
          <a:prstGeom prst="rect">
            <a:avLst/>
          </a:prstGeom>
          <a:noFill/>
        </p:spPr>
        <p:txBody>
          <a:bodyPr wrap="none" rtlCol="0">
            <a:spAutoFit/>
          </a:bodyPr>
          <a:lstStyle/>
          <a:p>
            <a:r>
              <a:rPr lang="en-US" altLang="zh-CN" sz="1400">
                <a:solidFill>
                  <a:srgbClr val="81838F"/>
                </a:solidFill>
                <a:latin typeface="OPPOSans H" panose="00020600040101010101" pitchFamily="18" charset="-122"/>
                <a:ea typeface="OPPOSans H" panose="00020600040101010101" pitchFamily="18" charset="-122"/>
                <a:cs typeface="OPPOSans H" panose="00020600040101010101" pitchFamily="18" charset="-122"/>
              </a:rPr>
              <a:t>43</a:t>
            </a:r>
            <a:r>
              <a:rPr lang="zh-CN" altLang="en-US" sz="1400">
                <a:solidFill>
                  <a:srgbClr val="81838F"/>
                </a:solidFill>
                <a:latin typeface="OPPOSans H" panose="00020600040101010101" pitchFamily="18" charset="-122"/>
                <a:ea typeface="OPPOSans H" panose="00020600040101010101" pitchFamily="18" charset="-122"/>
                <a:cs typeface="OPPOSans H" panose="00020600040101010101" pitchFamily="18" charset="-122"/>
              </a:rPr>
              <a:t>个城市实现垃圾分类</a:t>
            </a:r>
            <a:endParaRPr lang="en-US" sz="1400">
              <a:solidFill>
                <a:srgbClr val="81838F"/>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159" name="文本框 158"/>
          <p:cNvSpPr txBox="1"/>
          <p:nvPr/>
        </p:nvSpPr>
        <p:spPr>
          <a:xfrm>
            <a:off x="8666509" y="2692601"/>
            <a:ext cx="1322798" cy="677108"/>
          </a:xfrm>
          <a:prstGeom prst="rect">
            <a:avLst/>
          </a:prstGeom>
          <a:noFill/>
        </p:spPr>
        <p:txBody>
          <a:bodyPr wrap="none" rtlCol="0">
            <a:spAutoFit/>
          </a:bodyPr>
          <a:lstStyle/>
          <a:p>
            <a:r>
              <a:rPr lang="en-US" altLang="zh-CN" sz="3800">
                <a:latin typeface="OPPOSans H" panose="00020600040101010101" pitchFamily="18" charset="-122"/>
                <a:ea typeface="OPPOSans H" panose="00020600040101010101" pitchFamily="18" charset="-122"/>
                <a:cs typeface="OPPOSans H" panose="00020600040101010101" pitchFamily="18" charset="-122"/>
              </a:rPr>
              <a:t>23.8</a:t>
            </a:r>
            <a:endParaRPr lang="en-US" sz="3800">
              <a:latin typeface="OPPOSans H" panose="00020600040101010101" pitchFamily="18" charset="-122"/>
              <a:ea typeface="OPPOSans H" panose="00020600040101010101" pitchFamily="18" charset="-122"/>
              <a:cs typeface="OPPOSans H" panose="00020600040101010101" pitchFamily="18" charset="-122"/>
            </a:endParaRPr>
          </a:p>
        </p:txBody>
      </p:sp>
      <p:sp>
        <p:nvSpPr>
          <p:cNvPr id="160" name="文本框 159"/>
          <p:cNvSpPr txBox="1"/>
          <p:nvPr/>
        </p:nvSpPr>
        <p:spPr>
          <a:xfrm>
            <a:off x="9836861" y="3031155"/>
            <a:ext cx="304892" cy="246221"/>
          </a:xfrm>
          <a:prstGeom prst="rect">
            <a:avLst/>
          </a:prstGeom>
          <a:noFill/>
        </p:spPr>
        <p:txBody>
          <a:bodyPr wrap="none" rtlCol="0">
            <a:spAutoFit/>
          </a:bodyPr>
          <a:lstStyle/>
          <a:p>
            <a:pPr algn="ctr"/>
            <a:r>
              <a:rPr lang="en-US" sz="1000">
                <a:solidFill>
                  <a:schemeClr val="bg1">
                    <a:lumMod val="65000"/>
                  </a:schemeClr>
                </a:solidFill>
                <a:latin typeface="OPPOSans H" panose="00020600040101010101" pitchFamily="18" charset="-122"/>
                <a:ea typeface="OPPOSans H" panose="00020600040101010101" pitchFamily="18" charset="-122"/>
                <a:cs typeface="OPPOSans H" panose="00020600040101010101" pitchFamily="18" charset="-122"/>
              </a:rPr>
              <a:t>%</a:t>
            </a:r>
          </a:p>
        </p:txBody>
      </p:sp>
      <p:sp>
        <p:nvSpPr>
          <p:cNvPr id="161" name="文本框 160"/>
          <p:cNvSpPr txBox="1"/>
          <p:nvPr/>
        </p:nvSpPr>
        <p:spPr>
          <a:xfrm>
            <a:off x="8666509" y="3304576"/>
            <a:ext cx="2044149" cy="307777"/>
          </a:xfrm>
          <a:prstGeom prst="rect">
            <a:avLst/>
          </a:prstGeom>
          <a:noFill/>
        </p:spPr>
        <p:txBody>
          <a:bodyPr wrap="none" rtlCol="0">
            <a:spAutoFit/>
          </a:bodyPr>
          <a:lstStyle/>
          <a:p>
            <a:r>
              <a:rPr lang="zh-CN" altLang="en-US" sz="1400">
                <a:solidFill>
                  <a:srgbClr val="81838F"/>
                </a:solidFill>
                <a:latin typeface="OPPOSans H" panose="00020600040101010101" pitchFamily="18" charset="-122"/>
                <a:ea typeface="OPPOSans H" panose="00020600040101010101" pitchFamily="18" charset="-122"/>
                <a:cs typeface="OPPOSans H" panose="00020600040101010101" pitchFamily="18" charset="-122"/>
              </a:rPr>
              <a:t>生活垃圾清理量增长率</a:t>
            </a:r>
            <a:endParaRPr lang="en-US" sz="1400">
              <a:solidFill>
                <a:srgbClr val="81838F"/>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162" name="文本框 161"/>
          <p:cNvSpPr txBox="1"/>
          <p:nvPr/>
        </p:nvSpPr>
        <p:spPr>
          <a:xfrm>
            <a:off x="8667948" y="3940680"/>
            <a:ext cx="1829347" cy="677108"/>
          </a:xfrm>
          <a:prstGeom prst="rect">
            <a:avLst/>
          </a:prstGeom>
          <a:noFill/>
        </p:spPr>
        <p:txBody>
          <a:bodyPr wrap="none" rtlCol="0">
            <a:spAutoFit/>
          </a:bodyPr>
          <a:lstStyle/>
          <a:p>
            <a:r>
              <a:rPr lang="en-US" altLang="zh-CN" sz="3800">
                <a:latin typeface="OPPOSans H" panose="00020600040101010101" pitchFamily="18" charset="-122"/>
                <a:ea typeface="OPPOSans H" panose="00020600040101010101" pitchFamily="18" charset="-122"/>
                <a:cs typeface="OPPOSans H" panose="00020600040101010101" pitchFamily="18" charset="-122"/>
              </a:rPr>
              <a:t>2000e</a:t>
            </a:r>
            <a:endParaRPr lang="en-US" sz="3800">
              <a:latin typeface="OPPOSans H" panose="00020600040101010101" pitchFamily="18" charset="-122"/>
              <a:ea typeface="OPPOSans H" panose="00020600040101010101" pitchFamily="18" charset="-122"/>
              <a:cs typeface="OPPOSans H" panose="00020600040101010101" pitchFamily="18" charset="-122"/>
            </a:endParaRPr>
          </a:p>
        </p:txBody>
      </p:sp>
      <p:sp>
        <p:nvSpPr>
          <p:cNvPr id="163" name="文本框 162"/>
          <p:cNvSpPr txBox="1"/>
          <p:nvPr/>
        </p:nvSpPr>
        <p:spPr>
          <a:xfrm>
            <a:off x="8667948" y="4552655"/>
            <a:ext cx="2159566" cy="307777"/>
          </a:xfrm>
          <a:prstGeom prst="rect">
            <a:avLst/>
          </a:prstGeom>
          <a:noFill/>
        </p:spPr>
        <p:txBody>
          <a:bodyPr wrap="none" rtlCol="0">
            <a:spAutoFit/>
          </a:bodyPr>
          <a:lstStyle/>
          <a:p>
            <a:r>
              <a:rPr lang="zh-CN" altLang="en-US" sz="1400">
                <a:solidFill>
                  <a:srgbClr val="81838F"/>
                </a:solidFill>
                <a:latin typeface="OPPOSans H" panose="00020600040101010101" pitchFamily="18" charset="-122"/>
                <a:ea typeface="OPPOSans H" panose="00020600040101010101" pitchFamily="18" charset="-122"/>
                <a:cs typeface="OPPOSans H" panose="00020600040101010101" pitchFamily="18" charset="-122"/>
              </a:rPr>
              <a:t>垃圾分类市场总量（亿）</a:t>
            </a:r>
            <a:endParaRPr lang="en-US" sz="1400">
              <a:solidFill>
                <a:srgbClr val="81838F"/>
              </a:solidFill>
              <a:latin typeface="OPPOSans H" panose="00020600040101010101" pitchFamily="18" charset="-122"/>
              <a:ea typeface="OPPOSans H" panose="00020600040101010101" pitchFamily="18" charset="-122"/>
              <a:cs typeface="OPPOSans H" panose="00020600040101010101" pitchFamily="18"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标题 103"/>
          <p:cNvSpPr>
            <a:spLocks noGrp="1"/>
          </p:cNvSpPr>
          <p:nvPr>
            <p:ph type="title"/>
          </p:nvPr>
        </p:nvSpPr>
        <p:spPr>
          <a:xfrm>
            <a:off x="632137" y="245670"/>
            <a:ext cx="6695941" cy="402674"/>
          </a:xfrm>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Helvetica85-Heavy"/>
                <a:ea typeface="汉仪综艺体简" panose="02010609000101010101" pitchFamily="49" charset="-122"/>
                <a:cs typeface="+mn-cs"/>
              </a:rPr>
              <a:t>物联网产品优势</a:t>
            </a:r>
          </a:p>
        </p:txBody>
      </p:sp>
      <p:sp>
        <p:nvSpPr>
          <p:cNvPr id="107" name="文本框 106"/>
          <p:cNvSpPr txBox="1"/>
          <p:nvPr/>
        </p:nvSpPr>
        <p:spPr>
          <a:xfrm>
            <a:off x="625557" y="611269"/>
            <a:ext cx="2784993" cy="276999"/>
          </a:xfrm>
          <a:prstGeom prst="rect">
            <a:avLst/>
          </a:prstGeom>
          <a:noFill/>
        </p:spPr>
        <p:txBody>
          <a:bodyPr wrap="none" rtlCol="0">
            <a:spAutoFit/>
          </a:bodyPr>
          <a:lstStyle>
            <a:defPPr>
              <a:defRPr lang="zh-CN"/>
            </a:defPPr>
            <a:lvl1pPr>
              <a:defRPr sz="1400">
                <a:solidFill>
                  <a:schemeClr val="bg1">
                    <a:lumMod val="65000"/>
                  </a:schemeClr>
                </a:solidFill>
                <a:effectLst/>
                <a:latin typeface="微软雅黑 Light" panose="020B0502040204020203" pitchFamily="34" charset="-122"/>
                <a:ea typeface="微软雅黑 Light" panose="020B0502040204020203" pitchFamily="34" charset="-122"/>
                <a:cs typeface="阿里巴巴普惠体 M" panose="00020600040101010101" pitchFamily="18"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altLang="zh-CN" sz="1200" spc="300"/>
              <a:t>Design Project Directory</a:t>
            </a:r>
          </a:p>
        </p:txBody>
      </p:sp>
      <p:sp>
        <p:nvSpPr>
          <p:cNvPr id="2" name="矩形"/>
          <p:cNvSpPr/>
          <p:nvPr/>
        </p:nvSpPr>
        <p:spPr>
          <a:xfrm>
            <a:off x="1389969" y="3912645"/>
            <a:ext cx="5372066" cy="1348370"/>
          </a:xfrm>
          <a:prstGeom prst="rect">
            <a:avLst/>
          </a:prstGeom>
          <a:gradFill>
            <a:gsLst>
              <a:gs pos="0">
                <a:schemeClr val="accent1">
                  <a:alpha val="30000"/>
                </a:schemeClr>
              </a:gs>
              <a:gs pos="72330">
                <a:schemeClr val="accent1">
                  <a:lumMod val="50000"/>
                  <a:lumOff val="50000"/>
                  <a:alpha val="10000"/>
                </a:schemeClr>
              </a:gs>
              <a:gs pos="100000">
                <a:srgbClr val="FFFFFF">
                  <a:alpha val="0"/>
                </a:srgbClr>
              </a:gs>
            </a:gsLst>
          </a:gradFill>
          <a:ln w="3175">
            <a:miter lim="400000"/>
          </a:ln>
        </p:spPr>
        <p:txBody>
          <a:bodyPr lIns="25400" tIns="25400" rIns="25400" bIns="25400" anchor="ctr"/>
          <a:lstStyle/>
          <a:p>
            <a:pPr marL="0" marR="0" lvl="0" indent="0" algn="ctr" defTabSz="412750" rtl="0" eaLnBrk="1" fontAlgn="auto" latinLnBrk="0" hangingPunct="0">
              <a:lnSpc>
                <a:spcPct val="100000"/>
              </a:lnSpc>
              <a:spcBef>
                <a:spcPct val="0"/>
              </a:spcBef>
              <a:spcAft>
                <a:spcPct val="0"/>
              </a:spcAft>
              <a:buClrTx/>
              <a:buSzTx/>
              <a:buFontTx/>
              <a:buNone/>
              <a:defRPr sz="1600">
                <a:solidFill>
                  <a:srgbClr val="3C5DEB"/>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3C5DEB"/>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Helvetica Neue Medium"/>
            </a:endParaRPr>
          </a:p>
        </p:txBody>
      </p:sp>
      <p:sp>
        <p:nvSpPr>
          <p:cNvPr id="3" name="矩形"/>
          <p:cNvSpPr/>
          <p:nvPr/>
        </p:nvSpPr>
        <p:spPr>
          <a:xfrm>
            <a:off x="1389969" y="1822947"/>
            <a:ext cx="5372066" cy="1348370"/>
          </a:xfrm>
          <a:prstGeom prst="rect">
            <a:avLst/>
          </a:prstGeom>
          <a:gradFill>
            <a:gsLst>
              <a:gs pos="0">
                <a:schemeClr val="accent1">
                  <a:alpha val="30000"/>
                </a:schemeClr>
              </a:gs>
              <a:gs pos="72330">
                <a:schemeClr val="accent1">
                  <a:lumMod val="50000"/>
                  <a:lumOff val="50000"/>
                  <a:alpha val="10000"/>
                </a:schemeClr>
              </a:gs>
              <a:gs pos="100000">
                <a:srgbClr val="FFFFFF">
                  <a:alpha val="0"/>
                </a:srgbClr>
              </a:gs>
            </a:gsLst>
          </a:gradFill>
          <a:ln w="3175">
            <a:miter lim="400000"/>
          </a:ln>
        </p:spPr>
        <p:txBody>
          <a:bodyPr lIns="25400" tIns="25400" rIns="25400" bIns="25400" anchor="ctr"/>
          <a:lstStyle/>
          <a:p>
            <a:pPr marL="0" marR="0" lvl="0" indent="0" algn="ctr" defTabSz="412750" rtl="0" eaLnBrk="1" fontAlgn="auto" latinLnBrk="0" hangingPunct="0">
              <a:lnSpc>
                <a:spcPct val="100000"/>
              </a:lnSpc>
              <a:spcBef>
                <a:spcPct val="0"/>
              </a:spcBef>
              <a:spcAft>
                <a:spcPct val="0"/>
              </a:spcAft>
              <a:buClrTx/>
              <a:buSzTx/>
              <a:buFontTx/>
              <a:buNone/>
              <a:defRPr sz="1600">
                <a:solidFill>
                  <a:srgbClr val="3C5DEB"/>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3C5DEB"/>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Helvetica Neue Medium"/>
            </a:endParaRPr>
          </a:p>
        </p:txBody>
      </p:sp>
      <p:sp>
        <p:nvSpPr>
          <p:cNvPr id="4" name="矩形"/>
          <p:cNvSpPr/>
          <p:nvPr/>
        </p:nvSpPr>
        <p:spPr>
          <a:xfrm flipV="1">
            <a:off x="3076756" y="3827028"/>
            <a:ext cx="1808479" cy="456016"/>
          </a:xfrm>
          <a:prstGeom prst="rect">
            <a:avLst/>
          </a:prstGeom>
          <a:gradFill>
            <a:gsLst>
              <a:gs pos="0">
                <a:srgbClr val="3C5DEB">
                  <a:alpha val="15616"/>
                </a:srgbClr>
              </a:gs>
              <a:gs pos="72330">
                <a:srgbClr val="9DAEF5">
                  <a:alpha val="7808"/>
                </a:srgbClr>
              </a:gs>
              <a:gs pos="100000">
                <a:srgbClr val="FFFFFF">
                  <a:alpha val="0"/>
                </a:srgbClr>
              </a:gs>
            </a:gsLst>
          </a:gradFill>
          <a:ln w="3175">
            <a:miter lim="400000"/>
          </a:ln>
        </p:spPr>
        <p:txBody>
          <a:bodyPr lIns="25400" tIns="25400" rIns="25400" bIns="25400" anchor="ctr">
            <a:noAutofit/>
          </a:bodyPr>
          <a:lstStyle/>
          <a:p>
            <a:pPr marL="0" marR="0" lvl="0" indent="0" algn="ctr" defTabSz="412750" rtl="0" eaLnBrk="1" fontAlgn="auto" latinLnBrk="0" hangingPunct="0">
              <a:lnSpc>
                <a:spcPct val="100000"/>
              </a:lnSpc>
              <a:spcBef>
                <a:spcPct val="0"/>
              </a:spcBef>
              <a:spcAft>
                <a:spcPct val="0"/>
              </a:spcAft>
              <a:buClrTx/>
              <a:buSzTx/>
              <a:buFontTx/>
              <a:buNone/>
              <a:defRPr sz="1600">
                <a:solidFill>
                  <a:srgbClr val="3C5DEB"/>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3C5DEB"/>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Helvetica Neue Medium"/>
            </a:endParaRPr>
          </a:p>
        </p:txBody>
      </p:sp>
      <p:sp>
        <p:nvSpPr>
          <p:cNvPr id="5" name="椭圆 4"/>
          <p:cNvSpPr/>
          <p:nvPr/>
        </p:nvSpPr>
        <p:spPr>
          <a:xfrm>
            <a:off x="683354" y="1812014"/>
            <a:ext cx="1353856" cy="1353856"/>
          </a:xfrm>
          <a:prstGeom prst="ellipse">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sz="2000" b="1">
              <a:solidFill>
                <a:schemeClr val="lt1"/>
              </a:solidFill>
              <a:latin typeface="微软雅黑" panose="020B0503020204020204" pitchFamily="34" charset="-122"/>
              <a:ea typeface="微软雅黑" panose="020B0503020204020204" pitchFamily="34" charset="-122"/>
              <a:sym typeface="等线" panose="02010600030101010101" charset="-122"/>
            </a:endParaRPr>
          </a:p>
        </p:txBody>
      </p:sp>
      <p:sp>
        <p:nvSpPr>
          <p:cNvPr id="6" name="椭圆 5"/>
          <p:cNvSpPr/>
          <p:nvPr/>
        </p:nvSpPr>
        <p:spPr>
          <a:xfrm>
            <a:off x="683354" y="3869414"/>
            <a:ext cx="1353856" cy="1353856"/>
          </a:xfrm>
          <a:prstGeom prst="ellipse">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sz="2000" b="1">
              <a:solidFill>
                <a:schemeClr val="lt1"/>
              </a:solidFill>
              <a:latin typeface="微软雅黑" panose="020B0503020204020204" pitchFamily="34" charset="-122"/>
              <a:ea typeface="微软雅黑" panose="020B0503020204020204" pitchFamily="34" charset="-122"/>
              <a:sym typeface="等线" panose="02010600030101010101" charset="-122"/>
            </a:endParaRPr>
          </a:p>
        </p:txBody>
      </p:sp>
      <p:sp>
        <p:nvSpPr>
          <p:cNvPr id="7" name="Object29"/>
          <p:cNvSpPr txBox="1"/>
          <p:nvPr/>
        </p:nvSpPr>
        <p:spPr>
          <a:xfrm>
            <a:off x="1017382" y="2121301"/>
            <a:ext cx="685801" cy="697179"/>
          </a:xfrm>
          <a:prstGeom prst="rect">
            <a:avLst/>
          </a:prstGeom>
          <a:ln w="12700">
            <a:miter lim="400000"/>
          </a:ln>
        </p:spPr>
        <p:txBody>
          <a:bodyPr lIns="0" tIns="0" rIns="0" bIns="0">
            <a:noAutofit/>
          </a:bodyPr>
          <a:lstStyle>
            <a:lvl1pPr algn="ctr" defTabSz="609600">
              <a:lnSpc>
                <a:spcPts val="2000"/>
              </a:lnSpc>
              <a:defRPr b="1">
                <a:solidFill>
                  <a:srgbClr val="FFFFFF"/>
                </a:solidFill>
                <a:latin typeface="Microsoft YaHei Bold"/>
                <a:ea typeface="Microsoft YaHei Bold"/>
                <a:cs typeface="Microsoft YaHei Bold"/>
                <a:sym typeface="Microsoft YaHei Bold"/>
              </a:defRPr>
            </a:lvl1pPr>
          </a:lstStyle>
          <a:p>
            <a:pPr marL="0" marR="0" lvl="0" indent="0" algn="ctr" defTabSz="609600" rtl="0" eaLnBrk="1" fontAlgn="auto" latinLnBrk="0" hangingPunct="0">
              <a:lnSpc>
                <a:spcPct val="130000"/>
              </a:lnSpc>
              <a:spcBef>
                <a:spcPct val="0"/>
              </a:spcBef>
              <a:spcAft>
                <a:spcPct val="0"/>
              </a:spcAft>
              <a:buClrTx/>
              <a:buSzTx/>
              <a:buFontTx/>
              <a:buNone/>
              <a:defRPr/>
            </a:pPr>
            <a:r>
              <a:rPr kumimoji="0" lang="zh-CN" altLang="en-US" sz="18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Microsoft YaHei Bold"/>
              </a:rPr>
              <a:t>测试</a:t>
            </a:r>
            <a:endParaRPr kumimoji="0" lang="en-US" altLang="zh-CN" sz="18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Microsoft YaHei Bold"/>
            </a:endParaRPr>
          </a:p>
          <a:p>
            <a:pPr marL="0" marR="0" lvl="0" indent="0" algn="ctr" defTabSz="609600" rtl="0" eaLnBrk="1" fontAlgn="auto" latinLnBrk="0" hangingPunct="0">
              <a:lnSpc>
                <a:spcPct val="130000"/>
              </a:lnSpc>
              <a:spcBef>
                <a:spcPct val="0"/>
              </a:spcBef>
              <a:spcAft>
                <a:spcPct val="0"/>
              </a:spcAft>
              <a:buClrTx/>
              <a:buSzTx/>
              <a:buFontTx/>
              <a:buNone/>
              <a:defRPr/>
            </a:pPr>
            <a:r>
              <a:rPr kumimoji="0" lang="zh-CN" altLang="en-US" sz="18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Microsoft YaHei Bold"/>
              </a:rPr>
              <a:t>工程师</a:t>
            </a:r>
            <a:endParaRPr kumimoji="0" sz="18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Microsoft YaHei Bold"/>
            </a:endParaRPr>
          </a:p>
        </p:txBody>
      </p:sp>
      <p:sp>
        <p:nvSpPr>
          <p:cNvPr id="8" name="矩形"/>
          <p:cNvSpPr/>
          <p:nvPr/>
        </p:nvSpPr>
        <p:spPr>
          <a:xfrm>
            <a:off x="2639023" y="2256711"/>
            <a:ext cx="2680029" cy="464462"/>
          </a:xfrm>
          <a:prstGeom prst="rect">
            <a:avLst/>
          </a:prstGeom>
          <a:solidFill>
            <a:srgbClr val="FFFFFF"/>
          </a:solidFill>
          <a:ln w="12700">
            <a:solidFill>
              <a:srgbClr val="000000"/>
            </a:solidFill>
            <a:prstDash val="sysDot"/>
            <a:miter lim="400000"/>
          </a:ln>
        </p:spPr>
        <p:txBody>
          <a:bodyPr lIns="25400" tIns="25400" rIns="25400" bIns="25400" anchor="ctr">
            <a:noAutofit/>
          </a:bodyPr>
          <a:lstStyle/>
          <a:p>
            <a:pPr marL="0" marR="0" lvl="0" indent="0" algn="ctr" defTabSz="412750" rtl="0" eaLnBrk="1" fontAlgn="auto" latinLnBrk="0" hangingPunct="0">
              <a:lnSpc>
                <a:spcPct val="100000"/>
              </a:lnSpc>
              <a:spcBef>
                <a:spcPct val="0"/>
              </a:spcBef>
              <a:spcAft>
                <a:spcPct val="0"/>
              </a:spcAft>
              <a:buClrTx/>
              <a:buSzTx/>
              <a:buFontTx/>
              <a:buNone/>
              <a:defRPr sz="16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Helvetica Neue Medium"/>
            </a:endParaRPr>
          </a:p>
        </p:txBody>
      </p:sp>
      <p:sp>
        <p:nvSpPr>
          <p:cNvPr id="9" name="明明覆盖场景不多，为何制作耗时？"/>
          <p:cNvSpPr txBox="1"/>
          <p:nvPr/>
        </p:nvSpPr>
        <p:spPr>
          <a:xfrm>
            <a:off x="2985176" y="2370961"/>
            <a:ext cx="1987725" cy="235962"/>
          </a:xfrm>
          <a:prstGeom prst="rect">
            <a:avLst/>
          </a:prstGeom>
          <a:ln w="12700">
            <a:miter lim="400000"/>
          </a:ln>
        </p:spPr>
        <p:txBody>
          <a:bodyPr wrap="none" lIns="25400" tIns="25400" rIns="25400" bIns="25400" anchor="ctr">
            <a:noAutofit/>
          </a:bodyPr>
          <a:lstStyle>
            <a:lvl1pPr algn="ctr" defTabSz="1219200">
              <a:defRPr sz="1200">
                <a:latin typeface="PingFang SC Semibold"/>
                <a:ea typeface="PingFang SC Semibold"/>
                <a:cs typeface="PingFang SC Semibold"/>
                <a:sym typeface="PingFang SC Semibold"/>
              </a:defRPr>
            </a:lvl1pPr>
          </a:lstStyle>
          <a:p>
            <a:pPr marL="0" marR="0" lvl="0" indent="0" algn="ctr" defTabSz="1219200" rtl="0" eaLnBrk="1" fontAlgn="auto" latinLnBrk="0" hangingPunct="0">
              <a:lnSpc>
                <a:spcPct val="100000"/>
              </a:lnSpc>
              <a:spcBef>
                <a:spcPct val="0"/>
              </a:spcBef>
              <a:spcAft>
                <a:spcPct val="0"/>
              </a:spcAft>
              <a:buClrTx/>
              <a:buSzTx/>
              <a:buFontTx/>
              <a:buNone/>
              <a:defRPr/>
            </a:pPr>
            <a:r>
              <a:rPr kumimoji="0" lang="zh-CN" altLang="en-US" sz="1200" b="0" i="0" u="none" strike="noStrike" kern="0" cap="none" spc="0" normalizeH="0" baseline="0" noProof="0">
                <a:ln>
                  <a:noFill/>
                </a:ln>
                <a:solidFill>
                  <a:srgbClr val="000000"/>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PingFang SC Semibold"/>
              </a:rPr>
              <a:t>开发测试脚本  制定测试计划</a:t>
            </a:r>
            <a:endParaRPr kumimoji="0" sz="1200" b="0" i="0" u="none" strike="noStrike" kern="0" cap="none" spc="0" normalizeH="0" baseline="0" noProof="0">
              <a:ln>
                <a:noFill/>
              </a:ln>
              <a:solidFill>
                <a:srgbClr val="000000"/>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PingFang SC Semibold"/>
            </a:endParaRPr>
          </a:p>
        </p:txBody>
      </p:sp>
      <p:sp>
        <p:nvSpPr>
          <p:cNvPr id="10" name="矩形"/>
          <p:cNvSpPr/>
          <p:nvPr/>
        </p:nvSpPr>
        <p:spPr>
          <a:xfrm>
            <a:off x="3076756" y="2815378"/>
            <a:ext cx="1808479" cy="456016"/>
          </a:xfrm>
          <a:prstGeom prst="rect">
            <a:avLst/>
          </a:prstGeom>
          <a:gradFill>
            <a:gsLst>
              <a:gs pos="0">
                <a:srgbClr val="3C5DEB">
                  <a:alpha val="15616"/>
                </a:srgbClr>
              </a:gs>
              <a:gs pos="72330">
                <a:srgbClr val="9DAEF5">
                  <a:alpha val="7808"/>
                </a:srgbClr>
              </a:gs>
              <a:gs pos="100000">
                <a:srgbClr val="FFFFFF">
                  <a:alpha val="0"/>
                </a:srgbClr>
              </a:gs>
            </a:gsLst>
          </a:gradFill>
          <a:ln w="3175">
            <a:miter lim="400000"/>
          </a:ln>
        </p:spPr>
        <p:txBody>
          <a:bodyPr lIns="25400" tIns="25400" rIns="25400" bIns="25400" anchor="ctr">
            <a:noAutofit/>
          </a:bodyPr>
          <a:lstStyle/>
          <a:p>
            <a:pPr marL="0" marR="0" lvl="0" indent="0" algn="ctr" defTabSz="412750" rtl="0" eaLnBrk="1" fontAlgn="auto" latinLnBrk="0" hangingPunct="0">
              <a:lnSpc>
                <a:spcPct val="100000"/>
              </a:lnSpc>
              <a:spcBef>
                <a:spcPct val="0"/>
              </a:spcBef>
              <a:spcAft>
                <a:spcPct val="0"/>
              </a:spcAft>
              <a:buClrTx/>
              <a:buSzTx/>
              <a:buFontTx/>
              <a:buNone/>
              <a:defRPr sz="1600">
                <a:solidFill>
                  <a:srgbClr val="3C5DEB"/>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3C5DEB"/>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Helvetica Neue Medium"/>
            </a:endParaRPr>
          </a:p>
        </p:txBody>
      </p:sp>
      <p:sp>
        <p:nvSpPr>
          <p:cNvPr id="11" name="线条"/>
          <p:cNvSpPr/>
          <p:nvPr/>
        </p:nvSpPr>
        <p:spPr>
          <a:xfrm flipH="1" flipV="1">
            <a:off x="3080396" y="2777561"/>
            <a:ext cx="0" cy="470314"/>
          </a:xfrm>
          <a:prstGeom prst="line">
            <a:avLst/>
          </a:prstGeom>
          <a:ln w="12700">
            <a:solidFill>
              <a:srgbClr val="3C5DEB"/>
            </a:solidFill>
            <a:miter lim="400000"/>
          </a:ln>
        </p:spPr>
        <p:txBody>
          <a:bodyPr lIns="25400" tIns="25400" rIns="25400" bIns="25400" anchor="ctr">
            <a:noAutofit/>
          </a:bodyPr>
          <a:lstStyle/>
          <a:p>
            <a:pPr marL="0" marR="0" lvl="0" indent="0" algn="ctr" defTabSz="1219200" rtl="0" eaLnBrk="1" fontAlgn="auto" latinLnBrk="0" hangingPunct="0">
              <a:lnSpc>
                <a:spcPct val="100000"/>
              </a:lnSpc>
              <a:spcBef>
                <a:spcPct val="0"/>
              </a:spcBef>
              <a:spcAft>
                <a:spcPct val="0"/>
              </a:spcAft>
              <a:buClrTx/>
              <a:buSzTx/>
              <a:buFontTx/>
              <a:buNone/>
              <a:defRPr sz="1200">
                <a:solidFill>
                  <a:srgbClr val="5E5E5E"/>
                </a:solidFill>
                <a:latin typeface="Helvetica Neue"/>
                <a:ea typeface="Helvetica Neue"/>
                <a:cs typeface="Helvetica Neue"/>
                <a:sym typeface="Helvetica Neue"/>
              </a:defRPr>
            </a:pPr>
            <a:endParaRPr kumimoji="0" sz="1200" b="0" i="0" u="none" strike="noStrike" kern="0" cap="none" spc="0" normalizeH="0" baseline="0" noProof="0">
              <a:ln>
                <a:noFill/>
              </a:ln>
              <a:solidFill>
                <a:srgbClr val="5E5E5E"/>
              </a:solidFill>
              <a:effectLst/>
              <a:uLnTx/>
              <a:uFillTx/>
              <a:latin typeface="Helvetica Neue"/>
              <a:ea typeface="Helvetica Neue"/>
              <a:cs typeface="Helvetica Neue"/>
              <a:sym typeface="Helvetica Neue"/>
            </a:endParaRPr>
          </a:p>
        </p:txBody>
      </p:sp>
      <p:sp>
        <p:nvSpPr>
          <p:cNvPr id="12" name="设计"/>
          <p:cNvSpPr txBox="1"/>
          <p:nvPr/>
        </p:nvSpPr>
        <p:spPr>
          <a:xfrm>
            <a:off x="3196291" y="2901886"/>
            <a:ext cx="666849" cy="235962"/>
          </a:xfrm>
          <a:prstGeom prst="rect">
            <a:avLst/>
          </a:prstGeom>
          <a:ln w="12700">
            <a:miter lim="400000"/>
          </a:ln>
        </p:spPr>
        <p:txBody>
          <a:bodyPr wrap="none" lIns="25400" tIns="25400" rIns="25400" bIns="25400" anchor="ctr">
            <a:noAutofit/>
          </a:bodyPr>
          <a:lstStyle>
            <a:lvl1pPr algn="ctr" defTabSz="1219200">
              <a:defRPr sz="1200">
                <a:solidFill>
                  <a:srgbClr val="3C5DEB"/>
                </a:solidFill>
                <a:latin typeface="PingFang SC Semibold"/>
                <a:ea typeface="PingFang SC Semibold"/>
                <a:cs typeface="PingFang SC Semibold"/>
                <a:sym typeface="PingFang SC Semibold"/>
              </a:defRPr>
            </a:lvl1pPr>
          </a:lstStyle>
          <a:p>
            <a:pPr marL="0" marR="0" lvl="0" indent="0" algn="ctr" defTabSz="1219200" rtl="0" eaLnBrk="1" fontAlgn="auto" latinLnBrk="0" hangingPunct="0">
              <a:lnSpc>
                <a:spcPct val="100000"/>
              </a:lnSpc>
              <a:spcBef>
                <a:spcPct val="0"/>
              </a:spcBef>
              <a:spcAft>
                <a:spcPct val="0"/>
              </a:spcAft>
              <a:buClrTx/>
              <a:buSzTx/>
              <a:buFontTx/>
              <a:buNone/>
              <a:defRPr/>
            </a:pPr>
            <a:r>
              <a:rPr kumimoji="0" lang="zh-CN" altLang="en-US" sz="1200" b="0" i="0" u="none" strike="noStrike" kern="0" cap="none" spc="0" normalizeH="0" baseline="0" noProof="0">
                <a:ln>
                  <a:noFill/>
                </a:ln>
                <a:solidFill>
                  <a:schemeClr val="accent1"/>
                </a:solidFill>
                <a:effectLst/>
                <a:uLnTx/>
                <a:uFillTx/>
                <a:latin typeface="+mn-ea"/>
                <a:ea typeface="+mn-ea"/>
                <a:cs typeface="OPPOSans H" panose="00020600040101010101" pitchFamily="18" charset="-122"/>
                <a:sym typeface="PingFang SC Semibold"/>
              </a:rPr>
              <a:t>测试计划</a:t>
            </a:r>
            <a:endParaRPr kumimoji="0" sz="1200" b="0" i="0" u="none" strike="noStrike" kern="0" cap="none" spc="0" normalizeH="0" baseline="0" noProof="0">
              <a:ln>
                <a:noFill/>
              </a:ln>
              <a:solidFill>
                <a:schemeClr val="accent1"/>
              </a:solidFill>
              <a:effectLst/>
              <a:uLnTx/>
              <a:uFillTx/>
              <a:latin typeface="+mn-ea"/>
              <a:ea typeface="+mn-ea"/>
              <a:cs typeface="OPPOSans H" panose="00020600040101010101" pitchFamily="18" charset="-122"/>
              <a:sym typeface="PingFang SC Semibold"/>
            </a:endParaRPr>
          </a:p>
        </p:txBody>
      </p:sp>
      <p:sp>
        <p:nvSpPr>
          <p:cNvPr id="13" name="圆形"/>
          <p:cNvSpPr/>
          <p:nvPr/>
        </p:nvSpPr>
        <p:spPr>
          <a:xfrm>
            <a:off x="3031348" y="3253002"/>
            <a:ext cx="98095" cy="98095"/>
          </a:xfrm>
          <a:prstGeom prst="ellipse">
            <a:avLst/>
          </a:prstGeom>
          <a:ln w="12700">
            <a:solidFill>
              <a:srgbClr val="3C5DEB"/>
            </a:solidFill>
            <a:miter lim="400000"/>
          </a:ln>
        </p:spPr>
        <p:txBody>
          <a:bodyPr lIns="25400" tIns="25400" rIns="25400" bIns="25400" anchor="ctr">
            <a:noAutofit/>
          </a:bodyPr>
          <a:lstStyle/>
          <a:p>
            <a:pPr marL="0" marR="0" lvl="0" indent="0" algn="ctr" defTabSz="412750" rtl="0" eaLnBrk="1" fontAlgn="auto" latinLnBrk="0" hangingPunct="0">
              <a:lnSpc>
                <a:spcPct val="100000"/>
              </a:lnSpc>
              <a:spcBef>
                <a:spcPct val="0"/>
              </a:spcBef>
              <a:spcAft>
                <a:spcPct val="0"/>
              </a:spcAft>
              <a:buClrTx/>
              <a:buSzTx/>
              <a:buFontTx/>
              <a:buNone/>
              <a:defRPr sz="16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Helvetica Neue Medium"/>
            </a:endParaRPr>
          </a:p>
        </p:txBody>
      </p:sp>
      <p:sp>
        <p:nvSpPr>
          <p:cNvPr id="14" name="线条"/>
          <p:cNvSpPr/>
          <p:nvPr/>
        </p:nvSpPr>
        <p:spPr>
          <a:xfrm flipH="1" flipV="1">
            <a:off x="3979036" y="2777561"/>
            <a:ext cx="2" cy="489682"/>
          </a:xfrm>
          <a:prstGeom prst="line">
            <a:avLst/>
          </a:prstGeom>
          <a:ln w="12700">
            <a:solidFill>
              <a:srgbClr val="3C5DEB"/>
            </a:solidFill>
            <a:miter lim="400000"/>
          </a:ln>
        </p:spPr>
        <p:txBody>
          <a:bodyPr lIns="25400" tIns="25400" rIns="25400" bIns="25400" anchor="ctr">
            <a:noAutofit/>
          </a:bodyPr>
          <a:lstStyle/>
          <a:p>
            <a:pPr marL="0" marR="0" lvl="0" indent="0" algn="ctr" defTabSz="1219200" rtl="0" eaLnBrk="1" fontAlgn="auto" latinLnBrk="0" hangingPunct="0">
              <a:lnSpc>
                <a:spcPct val="100000"/>
              </a:lnSpc>
              <a:spcBef>
                <a:spcPct val="0"/>
              </a:spcBef>
              <a:spcAft>
                <a:spcPct val="0"/>
              </a:spcAft>
              <a:buClrTx/>
              <a:buSzTx/>
              <a:buFontTx/>
              <a:buNone/>
              <a:defRPr sz="1200">
                <a:solidFill>
                  <a:srgbClr val="5E5E5E"/>
                </a:solidFill>
                <a:latin typeface="Helvetica Neue"/>
                <a:ea typeface="Helvetica Neue"/>
                <a:cs typeface="Helvetica Neue"/>
                <a:sym typeface="Helvetica Neue"/>
              </a:defRPr>
            </a:pPr>
            <a:endParaRPr kumimoji="0" sz="1200" b="0" i="0" u="none" strike="noStrike" kern="0" cap="none" spc="0" normalizeH="0" baseline="0" noProof="0">
              <a:ln>
                <a:noFill/>
              </a:ln>
              <a:solidFill>
                <a:srgbClr val="5E5E5E"/>
              </a:solidFill>
              <a:effectLst/>
              <a:uLnTx/>
              <a:uFillTx/>
              <a:latin typeface="Helvetica Neue"/>
              <a:ea typeface="Helvetica Neue"/>
              <a:cs typeface="Helvetica Neue"/>
              <a:sym typeface="Helvetica Neue"/>
            </a:endParaRPr>
          </a:p>
        </p:txBody>
      </p:sp>
      <p:sp>
        <p:nvSpPr>
          <p:cNvPr id="15" name="圆形"/>
          <p:cNvSpPr/>
          <p:nvPr/>
        </p:nvSpPr>
        <p:spPr>
          <a:xfrm>
            <a:off x="3929990" y="3272370"/>
            <a:ext cx="98095" cy="98095"/>
          </a:xfrm>
          <a:prstGeom prst="ellipse">
            <a:avLst/>
          </a:prstGeom>
          <a:ln w="12700">
            <a:solidFill>
              <a:srgbClr val="3C5DEB"/>
            </a:solidFill>
            <a:miter lim="400000"/>
          </a:ln>
        </p:spPr>
        <p:txBody>
          <a:bodyPr lIns="25400" tIns="25400" rIns="25400" bIns="25400" anchor="ctr">
            <a:noAutofit/>
          </a:bodyPr>
          <a:lstStyle/>
          <a:p>
            <a:pPr marL="0" marR="0" lvl="0" indent="0" algn="ctr" defTabSz="412750" rtl="0" eaLnBrk="1" fontAlgn="auto" latinLnBrk="0" hangingPunct="0">
              <a:lnSpc>
                <a:spcPct val="100000"/>
              </a:lnSpc>
              <a:spcBef>
                <a:spcPct val="0"/>
              </a:spcBef>
              <a:spcAft>
                <a:spcPct val="0"/>
              </a:spcAft>
              <a:buClrTx/>
              <a:buSzTx/>
              <a:buFontTx/>
              <a:buNone/>
              <a:defRPr sz="16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Helvetica Neue Medium"/>
            </a:endParaRPr>
          </a:p>
        </p:txBody>
      </p:sp>
      <p:sp>
        <p:nvSpPr>
          <p:cNvPr id="16" name="线条"/>
          <p:cNvSpPr/>
          <p:nvPr/>
        </p:nvSpPr>
        <p:spPr>
          <a:xfrm flipH="1" flipV="1">
            <a:off x="4877680" y="2777561"/>
            <a:ext cx="0" cy="489682"/>
          </a:xfrm>
          <a:prstGeom prst="line">
            <a:avLst/>
          </a:prstGeom>
          <a:ln w="12700">
            <a:solidFill>
              <a:srgbClr val="3C5DEB"/>
            </a:solidFill>
            <a:miter lim="400000"/>
          </a:ln>
        </p:spPr>
        <p:txBody>
          <a:bodyPr lIns="25400" tIns="25400" rIns="25400" bIns="25400" anchor="ctr">
            <a:noAutofit/>
          </a:bodyPr>
          <a:lstStyle/>
          <a:p>
            <a:pPr marL="0" marR="0" lvl="0" indent="0" algn="ctr" defTabSz="1219200" rtl="0" eaLnBrk="1" fontAlgn="auto" latinLnBrk="0" hangingPunct="0">
              <a:lnSpc>
                <a:spcPct val="100000"/>
              </a:lnSpc>
              <a:spcBef>
                <a:spcPct val="0"/>
              </a:spcBef>
              <a:spcAft>
                <a:spcPct val="0"/>
              </a:spcAft>
              <a:buClrTx/>
              <a:buSzTx/>
              <a:buFontTx/>
              <a:buNone/>
              <a:defRPr sz="1200">
                <a:solidFill>
                  <a:srgbClr val="5E5E5E"/>
                </a:solidFill>
                <a:latin typeface="Helvetica Neue"/>
                <a:ea typeface="Helvetica Neue"/>
                <a:cs typeface="Helvetica Neue"/>
                <a:sym typeface="Helvetica Neue"/>
              </a:defRPr>
            </a:pPr>
            <a:endParaRPr kumimoji="0" sz="1200" b="0" i="0" u="none" strike="noStrike" kern="0" cap="none" spc="0" normalizeH="0" baseline="0" noProof="0">
              <a:ln>
                <a:noFill/>
              </a:ln>
              <a:solidFill>
                <a:srgbClr val="5E5E5E"/>
              </a:solidFill>
              <a:effectLst/>
              <a:uLnTx/>
              <a:uFillTx/>
              <a:latin typeface="Helvetica Neue"/>
              <a:ea typeface="Helvetica Neue"/>
              <a:cs typeface="Helvetica Neue"/>
              <a:sym typeface="Helvetica Neue"/>
            </a:endParaRPr>
          </a:p>
        </p:txBody>
      </p:sp>
      <p:sp>
        <p:nvSpPr>
          <p:cNvPr id="17" name="圆形"/>
          <p:cNvSpPr/>
          <p:nvPr/>
        </p:nvSpPr>
        <p:spPr>
          <a:xfrm>
            <a:off x="4828632" y="3272370"/>
            <a:ext cx="98095" cy="98095"/>
          </a:xfrm>
          <a:prstGeom prst="ellipse">
            <a:avLst/>
          </a:prstGeom>
          <a:ln w="12700">
            <a:solidFill>
              <a:srgbClr val="3C5DEB"/>
            </a:solidFill>
            <a:miter lim="400000"/>
          </a:ln>
        </p:spPr>
        <p:txBody>
          <a:bodyPr lIns="25400" tIns="25400" rIns="25400" bIns="25400" anchor="ctr">
            <a:noAutofit/>
          </a:bodyPr>
          <a:lstStyle/>
          <a:p>
            <a:pPr marL="0" marR="0" lvl="0" indent="0" algn="ctr" defTabSz="412750" rtl="0" eaLnBrk="1" fontAlgn="auto" latinLnBrk="0" hangingPunct="0">
              <a:lnSpc>
                <a:spcPct val="100000"/>
              </a:lnSpc>
              <a:spcBef>
                <a:spcPct val="0"/>
              </a:spcBef>
              <a:spcAft>
                <a:spcPct val="0"/>
              </a:spcAft>
              <a:buClrTx/>
              <a:buSzTx/>
              <a:buFontTx/>
              <a:buNone/>
              <a:defRPr sz="16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Helvetica Neue Medium"/>
            </a:endParaRPr>
          </a:p>
        </p:txBody>
      </p:sp>
      <p:sp>
        <p:nvSpPr>
          <p:cNvPr id="18" name="切图"/>
          <p:cNvSpPr txBox="1"/>
          <p:nvPr/>
        </p:nvSpPr>
        <p:spPr>
          <a:xfrm>
            <a:off x="4094934" y="2901886"/>
            <a:ext cx="666850" cy="235962"/>
          </a:xfrm>
          <a:prstGeom prst="rect">
            <a:avLst/>
          </a:prstGeom>
          <a:ln w="12700">
            <a:miter lim="400000"/>
          </a:ln>
        </p:spPr>
        <p:txBody>
          <a:bodyPr wrap="none" lIns="25400" tIns="25400" rIns="25400" bIns="25400" anchor="ctr">
            <a:noAutofit/>
          </a:bodyPr>
          <a:lstStyle>
            <a:lvl1pPr algn="ctr" defTabSz="1219200">
              <a:defRPr sz="1200">
                <a:solidFill>
                  <a:srgbClr val="3C5DEB"/>
                </a:solidFill>
                <a:latin typeface="PingFang SC Semibold"/>
                <a:ea typeface="PingFang SC Semibold"/>
                <a:cs typeface="PingFang SC Semibold"/>
                <a:sym typeface="PingFang SC Semibold"/>
              </a:defRPr>
            </a:lvl1pPr>
          </a:lstStyle>
          <a:p>
            <a:pPr marL="0" marR="0" lvl="0" indent="0" algn="ctr" defTabSz="1219200" rtl="0" eaLnBrk="1" fontAlgn="auto" latinLnBrk="0" hangingPunct="0">
              <a:lnSpc>
                <a:spcPct val="100000"/>
              </a:lnSpc>
              <a:spcBef>
                <a:spcPct val="0"/>
              </a:spcBef>
              <a:spcAft>
                <a:spcPct val="0"/>
              </a:spcAft>
              <a:buClrTx/>
              <a:buSzTx/>
              <a:buFontTx/>
              <a:buNone/>
              <a:defRPr/>
            </a:pPr>
            <a:r>
              <a:rPr kumimoji="0" lang="zh-CN" altLang="en-US" sz="1200" b="0" i="0" u="none" strike="noStrike" kern="0" cap="none" spc="0" normalizeH="0" baseline="0" noProof="0">
                <a:ln>
                  <a:noFill/>
                </a:ln>
                <a:solidFill>
                  <a:schemeClr val="accent1"/>
                </a:solidFill>
                <a:effectLst/>
                <a:uLnTx/>
                <a:uFillTx/>
                <a:latin typeface="+mn-ea"/>
                <a:ea typeface="+mn-ea"/>
                <a:cs typeface="OPPOSans H" panose="00020600040101010101" pitchFamily="18" charset="-122"/>
                <a:sym typeface="PingFang SC Semibold"/>
              </a:rPr>
              <a:t>测试编排</a:t>
            </a:r>
            <a:endParaRPr kumimoji="0" sz="1200" b="0" i="0" u="none" strike="noStrike" kern="0" cap="none" spc="0" normalizeH="0" baseline="0" noProof="0">
              <a:ln>
                <a:noFill/>
              </a:ln>
              <a:solidFill>
                <a:schemeClr val="accent1"/>
              </a:solidFill>
              <a:effectLst/>
              <a:uLnTx/>
              <a:uFillTx/>
              <a:latin typeface="+mn-ea"/>
              <a:ea typeface="+mn-ea"/>
              <a:cs typeface="OPPOSans H" panose="00020600040101010101" pitchFamily="18" charset="-122"/>
              <a:sym typeface="PingFang SC Semibold"/>
            </a:endParaRPr>
          </a:p>
        </p:txBody>
      </p:sp>
      <p:sp>
        <p:nvSpPr>
          <p:cNvPr id="19" name="圆形"/>
          <p:cNvSpPr/>
          <p:nvPr/>
        </p:nvSpPr>
        <p:spPr>
          <a:xfrm>
            <a:off x="5847959" y="1843209"/>
            <a:ext cx="1238251" cy="1238251"/>
          </a:xfrm>
          <a:prstGeom prst="ellipse">
            <a:avLst/>
          </a:prstGeom>
          <a:solidFill>
            <a:srgbClr val="FFFFFF"/>
          </a:solidFill>
          <a:ln w="25400">
            <a:solidFill>
              <a:srgbClr val="3C5DEB"/>
            </a:solidFill>
            <a:miter lim="400000"/>
          </a:ln>
        </p:spPr>
        <p:txBody>
          <a:bodyPr lIns="25400" tIns="25400" rIns="25400" bIns="25400" anchor="ctr">
            <a:noAutofit/>
          </a:bodyPr>
          <a:lstStyle/>
          <a:p>
            <a:pPr marL="0" marR="0" lvl="0" indent="0" algn="ctr" defTabSz="412750" rtl="0" eaLnBrk="1" fontAlgn="auto" latinLnBrk="0" hangingPunct="0">
              <a:lnSpc>
                <a:spcPct val="100000"/>
              </a:lnSpc>
              <a:spcBef>
                <a:spcPct val="0"/>
              </a:spcBef>
              <a:spcAft>
                <a:spcPct val="0"/>
              </a:spcAft>
              <a:buClrTx/>
              <a:buSzTx/>
              <a:buFontTx/>
              <a:buNone/>
              <a:defRPr sz="16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Helvetica Neue Medium"/>
            </a:endParaRPr>
          </a:p>
        </p:txBody>
      </p:sp>
      <p:sp>
        <p:nvSpPr>
          <p:cNvPr id="20" name="设计思维"/>
          <p:cNvSpPr txBox="1"/>
          <p:nvPr/>
        </p:nvSpPr>
        <p:spPr>
          <a:xfrm>
            <a:off x="6172132" y="2335314"/>
            <a:ext cx="589905" cy="266740"/>
          </a:xfrm>
          <a:prstGeom prst="rect">
            <a:avLst/>
          </a:prstGeom>
          <a:ln w="12700">
            <a:miter lim="400000"/>
          </a:ln>
        </p:spPr>
        <p:txBody>
          <a:bodyPr wrap="none" lIns="25400" tIns="25400" rIns="25400" bIns="25400" anchor="ctr">
            <a:noAutofit/>
          </a:bodyPr>
          <a:lstStyle>
            <a:lvl1pPr algn="ctr" defTabSz="1219200">
              <a:defRPr sz="1400">
                <a:solidFill>
                  <a:srgbClr val="3C5DEB"/>
                </a:solidFill>
                <a:latin typeface="PingFang SC Semibold"/>
                <a:ea typeface="PingFang SC Semibold"/>
                <a:cs typeface="PingFang SC Semibold"/>
                <a:sym typeface="PingFang SC Semibold"/>
              </a:defRPr>
            </a:lvl1pPr>
          </a:lstStyle>
          <a:p>
            <a:pPr marL="0" marR="0" lvl="0" indent="0" algn="ctr" defTabSz="1219200" rtl="0" eaLnBrk="1" fontAlgn="auto" latinLnBrk="0" hangingPunct="0">
              <a:lnSpc>
                <a:spcPct val="100000"/>
              </a:lnSpc>
              <a:spcBef>
                <a:spcPct val="0"/>
              </a:spcBef>
              <a:spcAft>
                <a:spcPct val="0"/>
              </a:spcAft>
              <a:buClrTx/>
              <a:buSzTx/>
              <a:buFontTx/>
              <a:buNone/>
              <a:defRPr/>
            </a:pPr>
            <a:r>
              <a:rPr kumimoji="0" lang="zh-CN" altLang="en-US" sz="1400" b="0" i="0" u="none" strike="noStrike" kern="0" cap="none" spc="0" normalizeH="0" baseline="0" noProof="0">
                <a:ln>
                  <a:noFill/>
                </a:ln>
                <a:solidFill>
                  <a:srgbClr val="3C5DEB"/>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PingFang SC Semibold"/>
              </a:rPr>
              <a:t>测试端</a:t>
            </a:r>
            <a:endParaRPr kumimoji="0" sz="1400" b="0" i="0" u="none" strike="noStrike" kern="0" cap="none" spc="0" normalizeH="0" baseline="0" noProof="0">
              <a:ln>
                <a:noFill/>
              </a:ln>
              <a:solidFill>
                <a:srgbClr val="3C5DEB"/>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PingFang SC Semibold"/>
            </a:endParaRPr>
          </a:p>
        </p:txBody>
      </p:sp>
      <p:sp>
        <p:nvSpPr>
          <p:cNvPr id="21" name="线条"/>
          <p:cNvSpPr/>
          <p:nvPr/>
        </p:nvSpPr>
        <p:spPr>
          <a:xfrm>
            <a:off x="5325672" y="2488942"/>
            <a:ext cx="495087" cy="1"/>
          </a:xfrm>
          <a:prstGeom prst="line">
            <a:avLst/>
          </a:prstGeom>
          <a:ln w="12700">
            <a:solidFill>
              <a:schemeClr val="accent1"/>
            </a:solidFill>
            <a:custDash>
              <a:ds d="200000" sp="200000"/>
            </a:custDash>
            <a:miter lim="400000"/>
            <a:tailEnd type="triangle"/>
          </a:ln>
        </p:spPr>
        <p:txBody>
          <a:bodyPr lIns="25400" tIns="25400" rIns="25400" bIns="25400" anchor="ctr">
            <a:noAutofit/>
          </a:bodyPr>
          <a:lstStyle/>
          <a:p>
            <a:pPr marL="0" marR="0" lvl="0" indent="0" algn="ctr" defTabSz="1219200" rtl="0" eaLnBrk="1" fontAlgn="auto" latinLnBrk="0" hangingPunct="0">
              <a:lnSpc>
                <a:spcPct val="100000"/>
              </a:lnSpc>
              <a:spcBef>
                <a:spcPct val="0"/>
              </a:spcBef>
              <a:spcAft>
                <a:spcPct val="0"/>
              </a:spcAft>
              <a:buClrTx/>
              <a:buSzTx/>
              <a:buFontTx/>
              <a:buNone/>
              <a:defRPr sz="1200">
                <a:solidFill>
                  <a:srgbClr val="5E5E5E"/>
                </a:solidFill>
                <a:latin typeface="Helvetica Neue"/>
                <a:ea typeface="Helvetica Neue"/>
                <a:cs typeface="Helvetica Neue"/>
                <a:sym typeface="Helvetica Neue"/>
              </a:defRPr>
            </a:pPr>
            <a:endParaRPr kumimoji="0" sz="1200" b="0" i="0" u="none" strike="noStrike" kern="0" cap="none" spc="0" normalizeH="0" baseline="0" noProof="0">
              <a:ln>
                <a:noFill/>
              </a:ln>
              <a:solidFill>
                <a:srgbClr val="5E5E5E"/>
              </a:solidFill>
              <a:effectLst/>
              <a:uLnTx/>
              <a:uFillTx/>
              <a:latin typeface="Helvetica Neue"/>
              <a:ea typeface="Helvetica Neue"/>
              <a:cs typeface="Helvetica Neue"/>
              <a:sym typeface="Helvetica Neue"/>
            </a:endParaRPr>
          </a:p>
        </p:txBody>
      </p:sp>
      <p:sp>
        <p:nvSpPr>
          <p:cNvPr id="22" name="连接线"/>
          <p:cNvSpPr/>
          <p:nvPr/>
        </p:nvSpPr>
        <p:spPr>
          <a:xfrm>
            <a:off x="7091340" y="2462334"/>
            <a:ext cx="990851" cy="569533"/>
          </a:xfrm>
          <a:custGeom>
            <a:avLst/>
            <a:gdLst/>
            <a:ahLst/>
            <a:cxnLst>
              <a:cxn ang="0">
                <a:pos x="wd2" y="hd2"/>
              </a:cxn>
              <a:cxn ang="5400000">
                <a:pos x="wd2" y="hd2"/>
              </a:cxn>
              <a:cxn ang="10800000">
                <a:pos x="wd2" y="hd2"/>
              </a:cxn>
              <a:cxn ang="16200000">
                <a:pos x="wd2" y="hd2"/>
              </a:cxn>
            </a:cxnLst>
            <a:rect l="0" t="0" r="r" b="b"/>
            <a:pathLst>
              <a:path w="21600" h="20194" extrusionOk="0">
                <a:moveTo>
                  <a:pt x="0" y="247"/>
                </a:moveTo>
                <a:cubicBezTo>
                  <a:pt x="10185" y="-1406"/>
                  <a:pt x="17385" y="5243"/>
                  <a:pt x="21600" y="20194"/>
                </a:cubicBezTo>
              </a:path>
            </a:pathLst>
          </a:custGeom>
          <a:ln w="12700">
            <a:solidFill>
              <a:srgbClr val="3C5DEB"/>
            </a:solidFill>
            <a:custDash>
              <a:ds d="200000" sp="200000"/>
            </a:custDash>
            <a:miter lim="400000"/>
            <a:tailEnd type="triangle"/>
          </a:ln>
        </p:spPr>
        <p:txBody>
          <a:bodyPr>
            <a:noAutofit/>
          </a:bodyPr>
          <a:lstStyle/>
          <a:p>
            <a:pPr marL="0" marR="0" lvl="0" indent="0" algn="l" defTabSz="914400" rtl="0" eaLnBrk="1" fontAlgn="auto" latinLnBrk="0" hangingPunct="0">
              <a:lnSpc>
                <a:spcPct val="100000"/>
              </a:lnSpc>
              <a:spcBef>
                <a:spcPct val="0"/>
              </a:spcBef>
              <a:spcAft>
                <a:spcPct val="0"/>
              </a:spcAft>
              <a:buClrTx/>
              <a:buSzTx/>
              <a:buFontTx/>
              <a:buNone/>
              <a:defRPr/>
            </a:pPr>
            <a:endParaRPr kumimoji="0" sz="18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sym typeface="等线" panose="02010600030101010101" charset="-122"/>
            </a:endParaRPr>
          </a:p>
        </p:txBody>
      </p:sp>
      <p:sp>
        <p:nvSpPr>
          <p:cNvPr id="23" name="圆形"/>
          <p:cNvSpPr/>
          <p:nvPr/>
        </p:nvSpPr>
        <p:spPr>
          <a:xfrm>
            <a:off x="7640819" y="3031867"/>
            <a:ext cx="971551" cy="971551"/>
          </a:xfrm>
          <a:prstGeom prst="ellipse">
            <a:avLst/>
          </a:prstGeom>
          <a:gradFill>
            <a:gsLst>
              <a:gs pos="20000">
                <a:srgbClr val="2946ED"/>
              </a:gs>
              <a:gs pos="100000">
                <a:srgbClr val="4294FF"/>
              </a:gs>
            </a:gsLst>
            <a:path path="circle">
              <a:fillToRect r="100000" b="100000"/>
            </a:path>
          </a:gradFill>
          <a:ln w="12700" cap="flat" cmpd="sng" algn="ctr">
            <a:noFill/>
            <a:prstDash val="solid"/>
            <a:miter lim="800000"/>
          </a:ln>
          <a:effectLst/>
        </p:spPr>
        <p:txBody>
          <a:bodyPr rot="0" spcFirstLastPara="0" vertOverflow="overflow" horzOverflow="overflow" vert="horz" wrap="square" lIns="216000" tIns="45720" rIns="91440" bIns="45720" numCol="1" spcCol="0" rtlCol="0" fromWordArt="0" anchor="ctr" anchorCtr="0" forceAA="0" compatLnSpc="1">
            <a:noAutofit/>
          </a:bodyPr>
          <a:lstStyle/>
          <a:p>
            <a:pPr algn="ctr"/>
            <a:endParaRPr sz="1600" b="1">
              <a:solidFill>
                <a:prstClr val="white"/>
              </a:solidFill>
              <a:latin typeface="微软雅黑" panose="020B0503020204020204" pitchFamily="34" charset="-122"/>
              <a:ea typeface="微软雅黑" panose="020B0503020204020204" pitchFamily="34" charset="-122"/>
              <a:sym typeface="Helvetica Neue Medium"/>
            </a:endParaRPr>
          </a:p>
        </p:txBody>
      </p:sp>
      <p:sp>
        <p:nvSpPr>
          <p:cNvPr id="24" name="版本更新"/>
          <p:cNvSpPr txBox="1"/>
          <p:nvPr/>
        </p:nvSpPr>
        <p:spPr>
          <a:xfrm>
            <a:off x="7716224" y="3307329"/>
            <a:ext cx="820738" cy="420628"/>
          </a:xfrm>
          <a:prstGeom prst="rect">
            <a:avLst/>
          </a:prstGeom>
          <a:ln w="12700">
            <a:miter lim="400000"/>
          </a:ln>
        </p:spPr>
        <p:txBody>
          <a:bodyPr wrap="none" lIns="25400" tIns="25400" rIns="25400" bIns="25400" anchor="ctr">
            <a:noAutofit/>
          </a:bodyPr>
          <a:lstStyle>
            <a:lvl1pPr algn="ctr" defTabSz="1219200">
              <a:defRPr sz="1200">
                <a:solidFill>
                  <a:srgbClr val="FFFFFF"/>
                </a:solidFill>
                <a:latin typeface="PingFang SC Semibold"/>
                <a:ea typeface="PingFang SC Semibold"/>
                <a:cs typeface="PingFang SC Semibold"/>
                <a:sym typeface="PingFang SC Semibold"/>
              </a:defRPr>
            </a:lvl1pPr>
          </a:lstStyle>
          <a:p>
            <a:pPr marL="0" marR="0" lvl="0" indent="0" algn="ctr" defTabSz="1219200" rtl="0" eaLnBrk="1" fontAlgn="auto" latinLnBrk="0" hangingPunct="0">
              <a:lnSpc>
                <a:spcPct val="100000"/>
              </a:lnSpc>
              <a:spcBef>
                <a:spcPct val="0"/>
              </a:spcBef>
              <a:spcAft>
                <a:spcPct val="0"/>
              </a:spcAft>
              <a:buClrTx/>
              <a:buSzTx/>
              <a:buFontTx/>
              <a:buNone/>
              <a:defRPr/>
            </a:pPr>
            <a:r>
              <a:rPr kumimoji="0" lang="en-US" sz="12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PingFang SC Semibold"/>
              </a:rPr>
              <a:t>APP</a:t>
            </a:r>
          </a:p>
          <a:p>
            <a:pPr marL="0" marR="0" lvl="0" indent="0" algn="ctr" defTabSz="1219200" rtl="0" eaLnBrk="1" fontAlgn="auto" latinLnBrk="0" hangingPunct="0">
              <a:lnSpc>
                <a:spcPct val="100000"/>
              </a:lnSpc>
              <a:spcBef>
                <a:spcPct val="0"/>
              </a:spcBef>
              <a:spcAft>
                <a:spcPct val="0"/>
              </a:spcAft>
              <a:buClrTx/>
              <a:buSzTx/>
              <a:buFontTx/>
              <a:buNone/>
              <a:defRPr/>
            </a:pPr>
            <a:r>
              <a:rPr kumimoji="0" lang="zh-CN" altLang="en-US" sz="12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PingFang SC Semibold"/>
              </a:rPr>
              <a:t>测试服务器</a:t>
            </a:r>
            <a:endParaRPr kumimoji="0" sz="12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PingFang SC Semibold"/>
            </a:endParaRPr>
          </a:p>
        </p:txBody>
      </p:sp>
      <p:sp>
        <p:nvSpPr>
          <p:cNvPr id="25" name="连接线"/>
          <p:cNvSpPr/>
          <p:nvPr/>
        </p:nvSpPr>
        <p:spPr>
          <a:xfrm flipV="1">
            <a:off x="7091340" y="4003418"/>
            <a:ext cx="990851" cy="569533"/>
          </a:xfrm>
          <a:custGeom>
            <a:avLst/>
            <a:gdLst/>
            <a:ahLst/>
            <a:cxnLst>
              <a:cxn ang="0">
                <a:pos x="wd2" y="hd2"/>
              </a:cxn>
              <a:cxn ang="5400000">
                <a:pos x="wd2" y="hd2"/>
              </a:cxn>
              <a:cxn ang="10800000">
                <a:pos x="wd2" y="hd2"/>
              </a:cxn>
              <a:cxn ang="16200000">
                <a:pos x="wd2" y="hd2"/>
              </a:cxn>
            </a:cxnLst>
            <a:rect l="0" t="0" r="r" b="b"/>
            <a:pathLst>
              <a:path w="21600" h="20194" extrusionOk="0">
                <a:moveTo>
                  <a:pt x="0" y="247"/>
                </a:moveTo>
                <a:cubicBezTo>
                  <a:pt x="10185" y="-1406"/>
                  <a:pt x="17385" y="5243"/>
                  <a:pt x="21600" y="20194"/>
                </a:cubicBezTo>
              </a:path>
            </a:pathLst>
          </a:custGeom>
          <a:ln w="12700">
            <a:solidFill>
              <a:srgbClr val="3C5DEB"/>
            </a:solidFill>
            <a:custDash>
              <a:ds d="200000" sp="200000"/>
            </a:custDash>
            <a:miter lim="400000"/>
            <a:headEnd type="triangle"/>
            <a:tailEnd type="none"/>
          </a:ln>
        </p:spPr>
        <p:txBody>
          <a:bodyPr>
            <a:noAutofit/>
          </a:bodyPr>
          <a:lstStyle/>
          <a:p>
            <a:pPr marL="0" marR="0" lvl="0" indent="0" algn="l" defTabSz="914400" rtl="0" eaLnBrk="1" fontAlgn="auto" latinLnBrk="0" hangingPunct="0">
              <a:lnSpc>
                <a:spcPct val="100000"/>
              </a:lnSpc>
              <a:spcBef>
                <a:spcPct val="0"/>
              </a:spcBef>
              <a:spcAft>
                <a:spcPct val="0"/>
              </a:spcAft>
              <a:buClrTx/>
              <a:buSzTx/>
              <a:buFontTx/>
              <a:buNone/>
              <a:defRPr/>
            </a:pPr>
            <a:endParaRPr kumimoji="0" sz="1800" b="0" i="0" u="none" strike="noStrike" kern="0" cap="none" spc="0" normalizeH="0" baseline="0" noProof="0">
              <a:ln>
                <a:noFill/>
              </a:ln>
              <a:solidFill>
                <a:srgbClr val="000000"/>
              </a:solidFill>
              <a:effectLst/>
              <a:uLnTx/>
              <a:uFillTx/>
              <a:latin typeface="等线" panose="02010600030101010101" charset="-122"/>
              <a:ea typeface="等线" panose="02010600030101010101" charset="-122"/>
              <a:sym typeface="等线" panose="02010600030101010101" charset="-122"/>
            </a:endParaRPr>
          </a:p>
        </p:txBody>
      </p:sp>
      <p:sp>
        <p:nvSpPr>
          <p:cNvPr id="26" name="圆形"/>
          <p:cNvSpPr/>
          <p:nvPr/>
        </p:nvSpPr>
        <p:spPr>
          <a:xfrm>
            <a:off x="5847959" y="3927217"/>
            <a:ext cx="1238251" cy="1238251"/>
          </a:xfrm>
          <a:prstGeom prst="ellipse">
            <a:avLst/>
          </a:prstGeom>
          <a:solidFill>
            <a:srgbClr val="FFFFFF"/>
          </a:solidFill>
          <a:ln w="25400">
            <a:solidFill>
              <a:srgbClr val="3C5DEB"/>
            </a:solidFill>
            <a:miter lim="400000"/>
          </a:ln>
        </p:spPr>
        <p:txBody>
          <a:bodyPr lIns="25400" tIns="25400" rIns="25400" bIns="25400" anchor="ctr">
            <a:noAutofit/>
          </a:bodyPr>
          <a:lstStyle/>
          <a:p>
            <a:pPr marL="0" marR="0" lvl="0" indent="0" algn="ctr" defTabSz="412750" rtl="0" eaLnBrk="1" fontAlgn="auto" latinLnBrk="0" hangingPunct="0">
              <a:lnSpc>
                <a:spcPct val="100000"/>
              </a:lnSpc>
              <a:spcBef>
                <a:spcPct val="0"/>
              </a:spcBef>
              <a:spcAft>
                <a:spcPct val="0"/>
              </a:spcAft>
              <a:buClrTx/>
              <a:buSzTx/>
              <a:buFontTx/>
              <a:buNone/>
              <a:defRPr sz="16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Helvetica Neue Medium"/>
            </a:endParaRPr>
          </a:p>
        </p:txBody>
      </p:sp>
      <p:sp>
        <p:nvSpPr>
          <p:cNvPr id="27" name="设计思维"/>
          <p:cNvSpPr txBox="1"/>
          <p:nvPr/>
        </p:nvSpPr>
        <p:spPr>
          <a:xfrm>
            <a:off x="6172131" y="4412972"/>
            <a:ext cx="589906" cy="266740"/>
          </a:xfrm>
          <a:prstGeom prst="rect">
            <a:avLst/>
          </a:prstGeom>
          <a:ln w="12700">
            <a:miter lim="400000"/>
          </a:ln>
        </p:spPr>
        <p:txBody>
          <a:bodyPr wrap="none" lIns="25400" tIns="25400" rIns="25400" bIns="25400" anchor="ctr">
            <a:noAutofit/>
          </a:bodyPr>
          <a:lstStyle>
            <a:lvl1pPr algn="ctr" defTabSz="1219200">
              <a:defRPr sz="1400">
                <a:solidFill>
                  <a:srgbClr val="3C5DEB"/>
                </a:solidFill>
                <a:latin typeface="PingFang SC Semibold"/>
                <a:ea typeface="PingFang SC Semibold"/>
                <a:cs typeface="PingFang SC Semibold"/>
                <a:sym typeface="PingFang SC Semibold"/>
              </a:defRPr>
            </a:lvl1pPr>
          </a:lstStyle>
          <a:p>
            <a:pPr marL="0" marR="0" lvl="0" indent="0" algn="ctr" defTabSz="1219200" rtl="0" eaLnBrk="1" fontAlgn="auto" latinLnBrk="0" hangingPunct="0">
              <a:lnSpc>
                <a:spcPct val="100000"/>
              </a:lnSpc>
              <a:spcBef>
                <a:spcPct val="0"/>
              </a:spcBef>
              <a:spcAft>
                <a:spcPct val="0"/>
              </a:spcAft>
              <a:buClrTx/>
              <a:buSzTx/>
              <a:buFontTx/>
              <a:buNone/>
              <a:defRPr/>
            </a:pPr>
            <a:r>
              <a:rPr kumimoji="0" lang="zh-CN" altLang="en-US" sz="1400" b="0" i="0" u="none" strike="noStrike" kern="0" cap="none" spc="0" normalizeH="0" baseline="0" noProof="0">
                <a:ln>
                  <a:noFill/>
                </a:ln>
                <a:solidFill>
                  <a:srgbClr val="3C5DEB"/>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PingFang SC Semibold"/>
              </a:rPr>
              <a:t>反馈端</a:t>
            </a:r>
            <a:endParaRPr kumimoji="0" sz="1400" b="0" i="0" u="none" strike="noStrike" kern="0" cap="none" spc="0" normalizeH="0" baseline="0" noProof="0">
              <a:ln>
                <a:noFill/>
              </a:ln>
              <a:solidFill>
                <a:srgbClr val="3C5DEB"/>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PingFang SC Semibold"/>
            </a:endParaRPr>
          </a:p>
        </p:txBody>
      </p:sp>
      <p:sp>
        <p:nvSpPr>
          <p:cNvPr id="28" name="线条"/>
          <p:cNvSpPr/>
          <p:nvPr/>
        </p:nvSpPr>
        <p:spPr>
          <a:xfrm>
            <a:off x="1998800" y="2488942"/>
            <a:ext cx="633603" cy="1"/>
          </a:xfrm>
          <a:prstGeom prst="line">
            <a:avLst/>
          </a:prstGeom>
          <a:ln w="12700">
            <a:solidFill>
              <a:schemeClr val="accent1"/>
            </a:solidFill>
            <a:custDash>
              <a:ds d="200000" sp="200000"/>
            </a:custDash>
            <a:miter lim="400000"/>
            <a:tailEnd type="triangle"/>
          </a:ln>
        </p:spPr>
        <p:txBody>
          <a:bodyPr lIns="25400" tIns="25400" rIns="25400" bIns="25400" anchor="ctr">
            <a:noAutofit/>
          </a:bodyPr>
          <a:lstStyle/>
          <a:p>
            <a:pPr marL="0" marR="0" lvl="0" indent="0" algn="ctr" defTabSz="1219200" rtl="0" eaLnBrk="1" fontAlgn="auto" latinLnBrk="0" hangingPunct="0">
              <a:lnSpc>
                <a:spcPct val="100000"/>
              </a:lnSpc>
              <a:spcBef>
                <a:spcPct val="0"/>
              </a:spcBef>
              <a:spcAft>
                <a:spcPct val="0"/>
              </a:spcAft>
              <a:buClrTx/>
              <a:buSzTx/>
              <a:buFontTx/>
              <a:buNone/>
              <a:defRPr sz="1200">
                <a:solidFill>
                  <a:srgbClr val="5E5E5E"/>
                </a:solidFill>
                <a:latin typeface="Helvetica Neue"/>
                <a:ea typeface="Helvetica Neue"/>
                <a:cs typeface="Helvetica Neue"/>
                <a:sym typeface="Helvetica Neue"/>
              </a:defRPr>
            </a:pPr>
            <a:endParaRPr kumimoji="0" sz="1200" b="0" i="0" u="none" strike="noStrike" kern="0" cap="none" spc="0" normalizeH="0" baseline="0" noProof="0">
              <a:ln>
                <a:noFill/>
              </a:ln>
              <a:solidFill>
                <a:srgbClr val="5E5E5E"/>
              </a:solidFill>
              <a:effectLst/>
              <a:uLnTx/>
              <a:uFillTx/>
              <a:latin typeface="Helvetica Neue"/>
              <a:ea typeface="Helvetica Neue"/>
              <a:cs typeface="Helvetica Neue"/>
              <a:sym typeface="Helvetica Neue"/>
            </a:endParaRPr>
          </a:p>
        </p:txBody>
      </p:sp>
      <p:sp>
        <p:nvSpPr>
          <p:cNvPr id="29" name="线条"/>
          <p:cNvSpPr/>
          <p:nvPr/>
        </p:nvSpPr>
        <p:spPr>
          <a:xfrm>
            <a:off x="1998800" y="4572951"/>
            <a:ext cx="633603" cy="1"/>
          </a:xfrm>
          <a:prstGeom prst="line">
            <a:avLst/>
          </a:prstGeom>
          <a:ln w="12700">
            <a:solidFill>
              <a:schemeClr val="accent1"/>
            </a:solidFill>
            <a:custDash>
              <a:ds d="200000" sp="200000"/>
            </a:custDash>
            <a:miter lim="400000"/>
            <a:headEnd type="triangle"/>
            <a:tailEnd type="none"/>
          </a:ln>
        </p:spPr>
        <p:txBody>
          <a:bodyPr lIns="25400" tIns="25400" rIns="25400" bIns="25400" anchor="ctr">
            <a:noAutofit/>
          </a:bodyPr>
          <a:lstStyle/>
          <a:p>
            <a:pPr marL="0" marR="0" lvl="0" indent="0" algn="ctr" defTabSz="1219200" rtl="0" eaLnBrk="1" fontAlgn="auto" latinLnBrk="0" hangingPunct="0">
              <a:lnSpc>
                <a:spcPct val="100000"/>
              </a:lnSpc>
              <a:spcBef>
                <a:spcPct val="0"/>
              </a:spcBef>
              <a:spcAft>
                <a:spcPct val="0"/>
              </a:spcAft>
              <a:buClrTx/>
              <a:buSzTx/>
              <a:buFontTx/>
              <a:buNone/>
              <a:defRPr sz="1200">
                <a:solidFill>
                  <a:srgbClr val="5E5E5E"/>
                </a:solidFill>
                <a:latin typeface="Helvetica Neue"/>
                <a:ea typeface="Helvetica Neue"/>
                <a:cs typeface="Helvetica Neue"/>
                <a:sym typeface="Helvetica Neue"/>
              </a:defRPr>
            </a:pPr>
            <a:endParaRPr kumimoji="0" sz="1200" b="0" i="0" u="none" strike="noStrike" kern="0" cap="none" spc="0" normalizeH="0" baseline="0" noProof="0">
              <a:ln>
                <a:noFill/>
              </a:ln>
              <a:solidFill>
                <a:srgbClr val="5E5E5E"/>
              </a:solidFill>
              <a:effectLst/>
              <a:uLnTx/>
              <a:uFillTx/>
              <a:latin typeface="Helvetica Neue"/>
              <a:ea typeface="Helvetica Neue"/>
              <a:cs typeface="Helvetica Neue"/>
              <a:sym typeface="Helvetica Neue"/>
            </a:endParaRPr>
          </a:p>
        </p:txBody>
      </p:sp>
      <p:sp>
        <p:nvSpPr>
          <p:cNvPr id="30" name="矩形"/>
          <p:cNvSpPr/>
          <p:nvPr/>
        </p:nvSpPr>
        <p:spPr>
          <a:xfrm>
            <a:off x="2639023" y="4340720"/>
            <a:ext cx="2680029" cy="464462"/>
          </a:xfrm>
          <a:prstGeom prst="rect">
            <a:avLst/>
          </a:prstGeom>
          <a:solidFill>
            <a:srgbClr val="FFFFFF"/>
          </a:solidFill>
          <a:ln w="12700">
            <a:solidFill>
              <a:srgbClr val="000000"/>
            </a:solidFill>
            <a:prstDash val="sysDot"/>
            <a:miter lim="400000"/>
          </a:ln>
        </p:spPr>
        <p:txBody>
          <a:bodyPr lIns="25400" tIns="25400" rIns="25400" bIns="25400" anchor="ctr">
            <a:noAutofit/>
          </a:bodyPr>
          <a:lstStyle/>
          <a:p>
            <a:pPr marL="0" marR="0" lvl="0" indent="0" algn="ctr" defTabSz="412750" rtl="0" eaLnBrk="1" fontAlgn="auto" latinLnBrk="0" hangingPunct="0">
              <a:lnSpc>
                <a:spcPct val="100000"/>
              </a:lnSpc>
              <a:spcBef>
                <a:spcPct val="0"/>
              </a:spcBef>
              <a:spcAft>
                <a:spcPct val="0"/>
              </a:spcAft>
              <a:buClrTx/>
              <a:buSzTx/>
              <a:buFontTx/>
              <a:buNone/>
              <a:defRPr sz="16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Helvetica Neue Medium"/>
            </a:endParaRPr>
          </a:p>
        </p:txBody>
      </p:sp>
      <p:sp>
        <p:nvSpPr>
          <p:cNvPr id="31" name="明明覆盖场景不多，为何制作耗时？"/>
          <p:cNvSpPr txBox="1"/>
          <p:nvPr/>
        </p:nvSpPr>
        <p:spPr>
          <a:xfrm>
            <a:off x="3216012" y="4454970"/>
            <a:ext cx="1526059" cy="235962"/>
          </a:xfrm>
          <a:prstGeom prst="rect">
            <a:avLst/>
          </a:prstGeom>
          <a:ln w="12700">
            <a:miter lim="400000"/>
          </a:ln>
        </p:spPr>
        <p:txBody>
          <a:bodyPr wrap="none" lIns="25400" tIns="25400" rIns="25400" bIns="25400" anchor="ctr">
            <a:noAutofit/>
          </a:bodyPr>
          <a:lstStyle>
            <a:lvl1pPr algn="ctr" defTabSz="1219200">
              <a:defRPr sz="1200">
                <a:latin typeface="PingFang SC Semibold"/>
                <a:ea typeface="PingFang SC Semibold"/>
                <a:cs typeface="PingFang SC Semibold"/>
                <a:sym typeface="PingFang SC Semibold"/>
              </a:defRPr>
            </a:lvl1pPr>
          </a:lstStyle>
          <a:p>
            <a:pPr marL="0" marR="0" lvl="0" indent="0" algn="ctr" defTabSz="1219200" rtl="0" eaLnBrk="1" fontAlgn="auto" latinLnBrk="0" hangingPunct="0">
              <a:lnSpc>
                <a:spcPct val="100000"/>
              </a:lnSpc>
              <a:spcBef>
                <a:spcPct val="0"/>
              </a:spcBef>
              <a:spcAft>
                <a:spcPct val="0"/>
              </a:spcAft>
              <a:buClrTx/>
              <a:buSzTx/>
              <a:buFontTx/>
              <a:buNone/>
              <a:defRPr/>
            </a:pPr>
            <a:r>
              <a:rPr kumimoji="0" lang="zh-CN" altLang="en-US" sz="1200" b="0" i="0" u="none" strike="noStrike" kern="0" cap="none" spc="0" normalizeH="0" baseline="0" noProof="0">
                <a:ln>
                  <a:noFill/>
                </a:ln>
                <a:solidFill>
                  <a:srgbClr val="000000"/>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PingFang SC Semibold"/>
              </a:rPr>
              <a:t>报告测试  进度和结果</a:t>
            </a:r>
            <a:endParaRPr kumimoji="0" sz="1200" b="0" i="0" u="none" strike="noStrike" kern="0" cap="none" spc="0" normalizeH="0" baseline="0" noProof="0">
              <a:ln>
                <a:noFill/>
              </a:ln>
              <a:solidFill>
                <a:srgbClr val="000000"/>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PingFang SC Semibold"/>
            </a:endParaRPr>
          </a:p>
        </p:txBody>
      </p:sp>
      <p:sp>
        <p:nvSpPr>
          <p:cNvPr id="32" name="线条"/>
          <p:cNvSpPr/>
          <p:nvPr/>
        </p:nvSpPr>
        <p:spPr>
          <a:xfrm>
            <a:off x="5325672" y="4572951"/>
            <a:ext cx="495087" cy="1"/>
          </a:xfrm>
          <a:prstGeom prst="line">
            <a:avLst/>
          </a:prstGeom>
          <a:ln w="12700">
            <a:solidFill>
              <a:schemeClr val="accent1"/>
            </a:solidFill>
            <a:custDash>
              <a:ds d="200000" sp="200000"/>
            </a:custDash>
            <a:miter lim="400000"/>
            <a:headEnd type="triangle"/>
            <a:tailEnd type="none"/>
          </a:ln>
        </p:spPr>
        <p:txBody>
          <a:bodyPr lIns="25400" tIns="25400" rIns="25400" bIns="25400" anchor="ctr">
            <a:noAutofit/>
          </a:bodyPr>
          <a:lstStyle/>
          <a:p>
            <a:pPr marL="0" marR="0" lvl="0" indent="0" algn="ctr" defTabSz="1219200" rtl="0" eaLnBrk="1" fontAlgn="auto" latinLnBrk="0" hangingPunct="0">
              <a:lnSpc>
                <a:spcPct val="100000"/>
              </a:lnSpc>
              <a:spcBef>
                <a:spcPct val="0"/>
              </a:spcBef>
              <a:spcAft>
                <a:spcPct val="0"/>
              </a:spcAft>
              <a:buClrTx/>
              <a:buSzTx/>
              <a:buFontTx/>
              <a:buNone/>
              <a:defRPr sz="1200">
                <a:solidFill>
                  <a:srgbClr val="5E5E5E"/>
                </a:solidFill>
                <a:latin typeface="Helvetica Neue"/>
                <a:ea typeface="Helvetica Neue"/>
                <a:cs typeface="Helvetica Neue"/>
                <a:sym typeface="Helvetica Neue"/>
              </a:defRPr>
            </a:pPr>
            <a:endParaRPr kumimoji="0" sz="1200" b="0" i="0" u="none" strike="noStrike" kern="0" cap="none" spc="0" normalizeH="0" baseline="0" noProof="0">
              <a:ln>
                <a:noFill/>
              </a:ln>
              <a:solidFill>
                <a:srgbClr val="5E5E5E"/>
              </a:solidFill>
              <a:effectLst/>
              <a:uLnTx/>
              <a:uFillTx/>
              <a:latin typeface="Helvetica Neue"/>
              <a:ea typeface="Helvetica Neue"/>
              <a:cs typeface="Helvetica Neue"/>
              <a:sym typeface="Helvetica Neue"/>
            </a:endParaRPr>
          </a:p>
        </p:txBody>
      </p:sp>
      <p:sp>
        <p:nvSpPr>
          <p:cNvPr id="33" name="设计"/>
          <p:cNvSpPr txBox="1"/>
          <p:nvPr/>
        </p:nvSpPr>
        <p:spPr>
          <a:xfrm>
            <a:off x="3196290" y="3956301"/>
            <a:ext cx="666850" cy="235962"/>
          </a:xfrm>
          <a:prstGeom prst="rect">
            <a:avLst/>
          </a:prstGeom>
          <a:ln w="12700">
            <a:miter lim="400000"/>
          </a:ln>
        </p:spPr>
        <p:txBody>
          <a:bodyPr wrap="none" lIns="25400" tIns="25400" rIns="25400" bIns="25400" anchor="ctr">
            <a:noAutofit/>
          </a:bodyPr>
          <a:lstStyle>
            <a:lvl1pPr algn="ctr" defTabSz="1219200">
              <a:defRPr sz="1200">
                <a:solidFill>
                  <a:srgbClr val="3C5DEB"/>
                </a:solidFill>
                <a:latin typeface="PingFang SC Semibold"/>
                <a:ea typeface="PingFang SC Semibold"/>
                <a:cs typeface="PingFang SC Semibold"/>
                <a:sym typeface="PingFang SC Semibold"/>
              </a:defRPr>
            </a:lvl1pPr>
          </a:lstStyle>
          <a:p>
            <a:pPr marL="0" marR="0" lvl="0" indent="0" algn="ctr" defTabSz="1219200" rtl="0" eaLnBrk="1" fontAlgn="auto" latinLnBrk="0" hangingPunct="0">
              <a:lnSpc>
                <a:spcPct val="100000"/>
              </a:lnSpc>
              <a:spcBef>
                <a:spcPct val="0"/>
              </a:spcBef>
              <a:spcAft>
                <a:spcPct val="0"/>
              </a:spcAft>
              <a:buClrTx/>
              <a:buSzTx/>
              <a:buFontTx/>
              <a:buNone/>
              <a:defRPr/>
            </a:pPr>
            <a:r>
              <a:rPr kumimoji="0" lang="zh-CN" altLang="en-US" sz="1200" b="0" i="0" u="none" strike="noStrike" kern="0" cap="none" spc="0" normalizeH="0" baseline="0" noProof="0">
                <a:ln>
                  <a:noFill/>
                </a:ln>
                <a:solidFill>
                  <a:schemeClr val="accent1"/>
                </a:solidFill>
                <a:effectLst/>
                <a:uLnTx/>
                <a:uFillTx/>
                <a:latin typeface="+mn-ea"/>
                <a:ea typeface="+mn-ea"/>
                <a:cs typeface="OPPOSans H" panose="00020600040101010101" pitchFamily="18" charset="-122"/>
                <a:sym typeface="PingFang SC Semibold"/>
              </a:rPr>
              <a:t>测试进度</a:t>
            </a:r>
            <a:endParaRPr kumimoji="0" sz="1200" b="0" i="0" u="none" strike="noStrike" kern="0" cap="none" spc="0" normalizeH="0" baseline="0" noProof="0">
              <a:ln>
                <a:noFill/>
              </a:ln>
              <a:solidFill>
                <a:schemeClr val="accent1"/>
              </a:solidFill>
              <a:effectLst/>
              <a:uLnTx/>
              <a:uFillTx/>
              <a:latin typeface="+mn-ea"/>
              <a:ea typeface="+mn-ea"/>
              <a:cs typeface="OPPOSans H" panose="00020600040101010101" pitchFamily="18" charset="-122"/>
              <a:sym typeface="PingFang SC Semibold"/>
            </a:endParaRPr>
          </a:p>
        </p:txBody>
      </p:sp>
      <p:sp>
        <p:nvSpPr>
          <p:cNvPr id="34" name="线条"/>
          <p:cNvSpPr/>
          <p:nvPr/>
        </p:nvSpPr>
        <p:spPr>
          <a:xfrm flipH="1">
            <a:off x="3080396" y="3850547"/>
            <a:ext cx="0" cy="436648"/>
          </a:xfrm>
          <a:prstGeom prst="line">
            <a:avLst/>
          </a:prstGeom>
          <a:ln w="12700">
            <a:solidFill>
              <a:srgbClr val="3C5DEB"/>
            </a:solidFill>
            <a:miter lim="400000"/>
          </a:ln>
        </p:spPr>
        <p:txBody>
          <a:bodyPr lIns="25400" tIns="25400" rIns="25400" bIns="25400" anchor="ctr">
            <a:noAutofit/>
          </a:bodyPr>
          <a:lstStyle/>
          <a:p>
            <a:pPr marL="0" marR="0" lvl="0" indent="0" algn="ctr" defTabSz="1219200" rtl="0" eaLnBrk="1" fontAlgn="auto" latinLnBrk="0" hangingPunct="0">
              <a:lnSpc>
                <a:spcPct val="100000"/>
              </a:lnSpc>
              <a:spcBef>
                <a:spcPct val="0"/>
              </a:spcBef>
              <a:spcAft>
                <a:spcPct val="0"/>
              </a:spcAft>
              <a:buClrTx/>
              <a:buSzTx/>
              <a:buFontTx/>
              <a:buNone/>
              <a:defRPr sz="1200">
                <a:solidFill>
                  <a:srgbClr val="5E5E5E"/>
                </a:solidFill>
                <a:latin typeface="Helvetica Neue"/>
                <a:ea typeface="Helvetica Neue"/>
                <a:cs typeface="Helvetica Neue"/>
                <a:sym typeface="Helvetica Neue"/>
              </a:defRPr>
            </a:pPr>
            <a:endParaRPr kumimoji="0" sz="1200" b="0" i="0" u="none" strike="noStrike" kern="0" cap="none" spc="0" normalizeH="0" baseline="0" noProof="0">
              <a:ln>
                <a:noFill/>
              </a:ln>
              <a:solidFill>
                <a:srgbClr val="5E5E5E"/>
              </a:solidFill>
              <a:effectLst/>
              <a:uLnTx/>
              <a:uFillTx/>
              <a:latin typeface="Helvetica Neue"/>
              <a:ea typeface="Helvetica Neue"/>
              <a:cs typeface="Helvetica Neue"/>
              <a:sym typeface="Helvetica Neue"/>
            </a:endParaRPr>
          </a:p>
        </p:txBody>
      </p:sp>
      <p:sp>
        <p:nvSpPr>
          <p:cNvPr id="35" name="圆形"/>
          <p:cNvSpPr/>
          <p:nvPr/>
        </p:nvSpPr>
        <p:spPr>
          <a:xfrm flipV="1">
            <a:off x="3031348" y="3747325"/>
            <a:ext cx="98095" cy="98095"/>
          </a:xfrm>
          <a:prstGeom prst="ellipse">
            <a:avLst/>
          </a:prstGeom>
          <a:ln w="12700">
            <a:solidFill>
              <a:srgbClr val="3C5DEB"/>
            </a:solidFill>
            <a:miter lim="400000"/>
          </a:ln>
        </p:spPr>
        <p:txBody>
          <a:bodyPr lIns="25400" tIns="25400" rIns="25400" bIns="25400" anchor="ctr">
            <a:noAutofit/>
          </a:bodyPr>
          <a:lstStyle/>
          <a:p>
            <a:pPr marL="0" marR="0" lvl="0" indent="0" algn="ctr" defTabSz="412750" rtl="0" eaLnBrk="1" fontAlgn="auto" latinLnBrk="0" hangingPunct="0">
              <a:lnSpc>
                <a:spcPct val="100000"/>
              </a:lnSpc>
              <a:spcBef>
                <a:spcPct val="0"/>
              </a:spcBef>
              <a:spcAft>
                <a:spcPct val="0"/>
              </a:spcAft>
              <a:buClrTx/>
              <a:buSzTx/>
              <a:buFontTx/>
              <a:buNone/>
              <a:defRPr sz="16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Helvetica Neue Medium"/>
            </a:endParaRPr>
          </a:p>
        </p:txBody>
      </p:sp>
      <p:sp>
        <p:nvSpPr>
          <p:cNvPr id="36" name="线条"/>
          <p:cNvSpPr/>
          <p:nvPr/>
        </p:nvSpPr>
        <p:spPr>
          <a:xfrm flipH="1">
            <a:off x="3979038" y="3831179"/>
            <a:ext cx="0" cy="462424"/>
          </a:xfrm>
          <a:prstGeom prst="line">
            <a:avLst/>
          </a:prstGeom>
          <a:ln w="12700">
            <a:solidFill>
              <a:srgbClr val="3C5DEB"/>
            </a:solidFill>
            <a:miter lim="400000"/>
          </a:ln>
        </p:spPr>
        <p:txBody>
          <a:bodyPr lIns="25400" tIns="25400" rIns="25400" bIns="25400" anchor="ctr">
            <a:noAutofit/>
          </a:bodyPr>
          <a:lstStyle/>
          <a:p>
            <a:pPr marL="0" marR="0" lvl="0" indent="0" algn="ctr" defTabSz="1219200" rtl="0" eaLnBrk="1" fontAlgn="auto" latinLnBrk="0" hangingPunct="0">
              <a:lnSpc>
                <a:spcPct val="100000"/>
              </a:lnSpc>
              <a:spcBef>
                <a:spcPct val="0"/>
              </a:spcBef>
              <a:spcAft>
                <a:spcPct val="0"/>
              </a:spcAft>
              <a:buClrTx/>
              <a:buSzTx/>
              <a:buFontTx/>
              <a:buNone/>
              <a:defRPr sz="1200">
                <a:solidFill>
                  <a:srgbClr val="5E5E5E"/>
                </a:solidFill>
                <a:latin typeface="Helvetica Neue"/>
                <a:ea typeface="Helvetica Neue"/>
                <a:cs typeface="Helvetica Neue"/>
                <a:sym typeface="Helvetica Neue"/>
              </a:defRPr>
            </a:pPr>
            <a:endParaRPr kumimoji="0" sz="1200" b="0" i="0" u="none" strike="noStrike" kern="0" cap="none" spc="0" normalizeH="0" baseline="0" noProof="0">
              <a:ln>
                <a:noFill/>
              </a:ln>
              <a:solidFill>
                <a:srgbClr val="5E5E5E"/>
              </a:solidFill>
              <a:effectLst/>
              <a:uLnTx/>
              <a:uFillTx/>
              <a:latin typeface="Helvetica Neue"/>
              <a:ea typeface="Helvetica Neue"/>
              <a:cs typeface="Helvetica Neue"/>
              <a:sym typeface="Helvetica Neue"/>
            </a:endParaRPr>
          </a:p>
        </p:txBody>
      </p:sp>
      <p:sp>
        <p:nvSpPr>
          <p:cNvPr id="37" name="圆形"/>
          <p:cNvSpPr/>
          <p:nvPr/>
        </p:nvSpPr>
        <p:spPr>
          <a:xfrm flipV="1">
            <a:off x="3929990" y="3727957"/>
            <a:ext cx="98095" cy="98095"/>
          </a:xfrm>
          <a:prstGeom prst="ellipse">
            <a:avLst/>
          </a:prstGeom>
          <a:ln w="12700">
            <a:solidFill>
              <a:srgbClr val="3C5DEB"/>
            </a:solidFill>
            <a:miter lim="400000"/>
          </a:ln>
        </p:spPr>
        <p:txBody>
          <a:bodyPr lIns="25400" tIns="25400" rIns="25400" bIns="25400" anchor="ctr">
            <a:noAutofit/>
          </a:bodyPr>
          <a:lstStyle/>
          <a:p>
            <a:pPr marL="0" marR="0" lvl="0" indent="0" algn="ctr" defTabSz="412750" rtl="0" eaLnBrk="1" fontAlgn="auto" latinLnBrk="0" hangingPunct="0">
              <a:lnSpc>
                <a:spcPct val="100000"/>
              </a:lnSpc>
              <a:spcBef>
                <a:spcPct val="0"/>
              </a:spcBef>
              <a:spcAft>
                <a:spcPct val="0"/>
              </a:spcAft>
              <a:buClrTx/>
              <a:buSzTx/>
              <a:buFontTx/>
              <a:buNone/>
              <a:defRPr sz="16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Helvetica Neue Medium"/>
            </a:endParaRPr>
          </a:p>
        </p:txBody>
      </p:sp>
      <p:sp>
        <p:nvSpPr>
          <p:cNvPr id="38" name="线条"/>
          <p:cNvSpPr/>
          <p:nvPr/>
        </p:nvSpPr>
        <p:spPr>
          <a:xfrm>
            <a:off x="4877679" y="3831179"/>
            <a:ext cx="1" cy="456016"/>
          </a:xfrm>
          <a:prstGeom prst="line">
            <a:avLst/>
          </a:prstGeom>
          <a:ln w="12700">
            <a:solidFill>
              <a:srgbClr val="3C5DEB"/>
            </a:solidFill>
            <a:miter lim="400000"/>
          </a:ln>
        </p:spPr>
        <p:txBody>
          <a:bodyPr lIns="25400" tIns="25400" rIns="25400" bIns="25400" anchor="ctr">
            <a:noAutofit/>
          </a:bodyPr>
          <a:lstStyle/>
          <a:p>
            <a:pPr marL="0" marR="0" lvl="0" indent="0" algn="ctr" defTabSz="1219200" rtl="0" eaLnBrk="1" fontAlgn="auto" latinLnBrk="0" hangingPunct="0">
              <a:lnSpc>
                <a:spcPct val="100000"/>
              </a:lnSpc>
              <a:spcBef>
                <a:spcPct val="0"/>
              </a:spcBef>
              <a:spcAft>
                <a:spcPct val="0"/>
              </a:spcAft>
              <a:buClrTx/>
              <a:buSzTx/>
              <a:buFontTx/>
              <a:buNone/>
              <a:defRPr sz="1200">
                <a:solidFill>
                  <a:srgbClr val="5E5E5E"/>
                </a:solidFill>
                <a:latin typeface="Helvetica Neue"/>
                <a:ea typeface="Helvetica Neue"/>
                <a:cs typeface="Helvetica Neue"/>
                <a:sym typeface="Helvetica Neue"/>
              </a:defRPr>
            </a:pPr>
            <a:endParaRPr kumimoji="0" sz="1200" b="0" i="0" u="none" strike="noStrike" kern="0" cap="none" spc="0" normalizeH="0" baseline="0" noProof="0">
              <a:ln>
                <a:noFill/>
              </a:ln>
              <a:solidFill>
                <a:srgbClr val="5E5E5E"/>
              </a:solidFill>
              <a:effectLst/>
              <a:uLnTx/>
              <a:uFillTx/>
              <a:latin typeface="Helvetica Neue"/>
              <a:ea typeface="Helvetica Neue"/>
              <a:cs typeface="Helvetica Neue"/>
              <a:sym typeface="Helvetica Neue"/>
            </a:endParaRPr>
          </a:p>
        </p:txBody>
      </p:sp>
      <p:sp>
        <p:nvSpPr>
          <p:cNvPr id="39" name="圆形"/>
          <p:cNvSpPr/>
          <p:nvPr/>
        </p:nvSpPr>
        <p:spPr>
          <a:xfrm flipV="1">
            <a:off x="4828632" y="3727957"/>
            <a:ext cx="98095" cy="98095"/>
          </a:xfrm>
          <a:prstGeom prst="ellipse">
            <a:avLst/>
          </a:prstGeom>
          <a:ln w="12700">
            <a:solidFill>
              <a:srgbClr val="3C5DEB"/>
            </a:solidFill>
            <a:miter lim="400000"/>
          </a:ln>
        </p:spPr>
        <p:txBody>
          <a:bodyPr lIns="25400" tIns="25400" rIns="25400" bIns="25400" anchor="ctr">
            <a:noAutofit/>
          </a:bodyPr>
          <a:lstStyle/>
          <a:p>
            <a:pPr marL="0" marR="0" lvl="0" indent="0" algn="ctr" defTabSz="412750" rtl="0" eaLnBrk="1" fontAlgn="auto" latinLnBrk="0" hangingPunct="0">
              <a:lnSpc>
                <a:spcPct val="100000"/>
              </a:lnSpc>
              <a:spcBef>
                <a:spcPct val="0"/>
              </a:spcBef>
              <a:spcAft>
                <a:spcPct val="0"/>
              </a:spcAft>
              <a:buClrTx/>
              <a:buSzTx/>
              <a:buFontTx/>
              <a:buNone/>
              <a:defRPr sz="16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Helvetica Neue Medium"/>
            </a:endParaRPr>
          </a:p>
        </p:txBody>
      </p:sp>
      <p:sp>
        <p:nvSpPr>
          <p:cNvPr id="40" name="切图"/>
          <p:cNvSpPr txBox="1"/>
          <p:nvPr/>
        </p:nvSpPr>
        <p:spPr>
          <a:xfrm>
            <a:off x="4094934" y="3956301"/>
            <a:ext cx="666850" cy="235962"/>
          </a:xfrm>
          <a:prstGeom prst="rect">
            <a:avLst/>
          </a:prstGeom>
          <a:ln w="12700">
            <a:miter lim="400000"/>
          </a:ln>
        </p:spPr>
        <p:txBody>
          <a:bodyPr wrap="none" lIns="25400" tIns="25400" rIns="25400" bIns="25400" anchor="ctr">
            <a:noAutofit/>
          </a:bodyPr>
          <a:lstStyle>
            <a:lvl1pPr algn="ctr" defTabSz="1219200">
              <a:defRPr sz="1200">
                <a:solidFill>
                  <a:srgbClr val="3C5DEB"/>
                </a:solidFill>
                <a:latin typeface="PingFang SC Semibold"/>
                <a:ea typeface="PingFang SC Semibold"/>
                <a:cs typeface="PingFang SC Semibold"/>
                <a:sym typeface="PingFang SC Semibold"/>
              </a:defRPr>
            </a:lvl1pPr>
          </a:lstStyle>
          <a:p>
            <a:pPr marL="0" marR="0" lvl="0" indent="0" algn="ctr" defTabSz="1219200" rtl="0" eaLnBrk="1" fontAlgn="auto" latinLnBrk="0" hangingPunct="0">
              <a:lnSpc>
                <a:spcPct val="100000"/>
              </a:lnSpc>
              <a:spcBef>
                <a:spcPct val="0"/>
              </a:spcBef>
              <a:spcAft>
                <a:spcPct val="0"/>
              </a:spcAft>
              <a:buClrTx/>
              <a:buSzTx/>
              <a:buFontTx/>
              <a:buNone/>
              <a:defRPr/>
            </a:pPr>
            <a:r>
              <a:rPr kumimoji="0" lang="zh-CN" altLang="en-US" sz="1200" b="0" i="0" u="none" strike="noStrike" kern="0" cap="none" spc="0" normalizeH="0" baseline="0" noProof="0">
                <a:ln>
                  <a:noFill/>
                </a:ln>
                <a:solidFill>
                  <a:schemeClr val="accent1"/>
                </a:solidFill>
                <a:effectLst/>
                <a:uLnTx/>
                <a:uFillTx/>
                <a:latin typeface="+mn-ea"/>
                <a:ea typeface="+mn-ea"/>
                <a:cs typeface="OPPOSans H" panose="00020600040101010101" pitchFamily="18" charset="-122"/>
                <a:sym typeface="PingFang SC Semibold"/>
              </a:rPr>
              <a:t>测试结果</a:t>
            </a:r>
            <a:endParaRPr kumimoji="0" sz="1200" b="0" i="0" u="none" strike="noStrike" kern="0" cap="none" spc="0" normalizeH="0" baseline="0" noProof="0">
              <a:ln>
                <a:noFill/>
              </a:ln>
              <a:solidFill>
                <a:schemeClr val="accent1"/>
              </a:solidFill>
              <a:effectLst/>
              <a:uLnTx/>
              <a:uFillTx/>
              <a:latin typeface="+mn-ea"/>
              <a:ea typeface="+mn-ea"/>
              <a:cs typeface="OPPOSans H" panose="00020600040101010101" pitchFamily="18" charset="-122"/>
              <a:sym typeface="PingFang SC Semibold"/>
            </a:endParaRPr>
          </a:p>
        </p:txBody>
      </p:sp>
      <p:sp>
        <p:nvSpPr>
          <p:cNvPr id="41" name="Object29"/>
          <p:cNvSpPr txBox="1"/>
          <p:nvPr/>
        </p:nvSpPr>
        <p:spPr>
          <a:xfrm>
            <a:off x="1017382" y="4377802"/>
            <a:ext cx="685801" cy="276999"/>
          </a:xfrm>
          <a:prstGeom prst="rect">
            <a:avLst/>
          </a:prstGeom>
          <a:ln w="12700">
            <a:miter lim="400000"/>
          </a:ln>
        </p:spPr>
        <p:txBody>
          <a:bodyPr lIns="0" tIns="0" rIns="0" bIns="0">
            <a:noAutofit/>
          </a:bodyPr>
          <a:lstStyle>
            <a:lvl1pPr algn="ctr" defTabSz="609600">
              <a:lnSpc>
                <a:spcPts val="2000"/>
              </a:lnSpc>
              <a:defRPr b="1">
                <a:solidFill>
                  <a:srgbClr val="FFFFFF"/>
                </a:solidFill>
                <a:latin typeface="Microsoft YaHei Bold"/>
                <a:ea typeface="Microsoft YaHei Bold"/>
                <a:cs typeface="Microsoft YaHei Bold"/>
                <a:sym typeface="Microsoft YaHei Bold"/>
              </a:defRPr>
            </a:lvl1pPr>
          </a:lstStyle>
          <a:p>
            <a:pPr marL="0" marR="0" lvl="0" indent="0" algn="ctr" defTabSz="609600" rtl="0" eaLnBrk="1" fontAlgn="auto" latinLnBrk="0" hangingPunct="0">
              <a:lnSpc>
                <a:spcPct val="100000"/>
              </a:lnSpc>
              <a:spcBef>
                <a:spcPct val="0"/>
              </a:spcBef>
              <a:spcAft>
                <a:spcPct val="0"/>
              </a:spcAft>
              <a:buClrTx/>
              <a:buSzTx/>
              <a:buFontTx/>
              <a:buNone/>
              <a:defRPr/>
            </a:pPr>
            <a:r>
              <a:rPr kumimoji="0" lang="zh-CN" altLang="en-US" sz="18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Microsoft YaHei Bold"/>
              </a:rPr>
              <a:t>用户端</a:t>
            </a:r>
            <a:endParaRPr kumimoji="0" sz="18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Microsoft YaHei Bold"/>
            </a:endParaRPr>
          </a:p>
        </p:txBody>
      </p:sp>
      <p:sp>
        <p:nvSpPr>
          <p:cNvPr id="42" name="线条"/>
          <p:cNvSpPr/>
          <p:nvPr/>
        </p:nvSpPr>
        <p:spPr>
          <a:xfrm>
            <a:off x="8612366" y="3517644"/>
            <a:ext cx="1668283" cy="0"/>
          </a:xfrm>
          <a:prstGeom prst="line">
            <a:avLst/>
          </a:prstGeom>
          <a:ln w="25400">
            <a:solidFill>
              <a:schemeClr val="accent1"/>
            </a:solidFill>
            <a:miter lim="400000"/>
            <a:tailEnd type="triangle"/>
          </a:ln>
        </p:spPr>
        <p:txBody>
          <a:bodyPr lIns="25400" tIns="25400" rIns="25400" bIns="25400" anchor="ctr"/>
          <a:lstStyle/>
          <a:p>
            <a:pPr marL="0" marR="0" lvl="0" indent="0" algn="ctr" defTabSz="1219200" rtl="0" eaLnBrk="1" fontAlgn="auto" latinLnBrk="0" hangingPunct="0">
              <a:lnSpc>
                <a:spcPct val="100000"/>
              </a:lnSpc>
              <a:spcBef>
                <a:spcPct val="0"/>
              </a:spcBef>
              <a:spcAft>
                <a:spcPct val="0"/>
              </a:spcAft>
              <a:buClrTx/>
              <a:buSzTx/>
              <a:buFontTx/>
              <a:buNone/>
              <a:defRPr sz="1200">
                <a:solidFill>
                  <a:srgbClr val="5E5E5E"/>
                </a:solidFill>
                <a:latin typeface="Helvetica Neue"/>
                <a:ea typeface="Helvetica Neue"/>
                <a:cs typeface="Helvetica Neue"/>
                <a:sym typeface="Helvetica Neue"/>
              </a:defRPr>
            </a:pPr>
            <a:endParaRPr kumimoji="0" sz="1200" b="0" i="0" u="none" strike="noStrike" kern="0" cap="none" spc="0" normalizeH="0" baseline="0" noProof="0">
              <a:ln>
                <a:noFill/>
              </a:ln>
              <a:solidFill>
                <a:srgbClr val="5E5E5E"/>
              </a:solidFill>
              <a:effectLst/>
              <a:uLnTx/>
              <a:uFillTx/>
              <a:latin typeface="Helvetica Neue"/>
              <a:ea typeface="Helvetica Neue"/>
              <a:cs typeface="Helvetica Neue"/>
              <a:sym typeface="Helvetica Neue"/>
            </a:endParaRPr>
          </a:p>
        </p:txBody>
      </p:sp>
      <p:sp>
        <p:nvSpPr>
          <p:cNvPr id="43" name="圆形"/>
          <p:cNvSpPr/>
          <p:nvPr/>
        </p:nvSpPr>
        <p:spPr>
          <a:xfrm>
            <a:off x="10280649" y="2898518"/>
            <a:ext cx="1238251" cy="1238251"/>
          </a:xfrm>
          <a:prstGeom prst="ellipse">
            <a:avLst/>
          </a:prstGeom>
          <a:solidFill>
            <a:srgbClr val="FFFFFF"/>
          </a:solidFill>
          <a:ln w="25400">
            <a:solidFill>
              <a:srgbClr val="3C5DEB"/>
            </a:solidFill>
            <a:miter lim="400000"/>
          </a:ln>
        </p:spPr>
        <p:txBody>
          <a:bodyPr lIns="25400" tIns="25400" rIns="25400" bIns="25400" anchor="ctr">
            <a:noAutofit/>
          </a:bodyPr>
          <a:lstStyle/>
          <a:p>
            <a:pPr marL="0" marR="0" lvl="0" indent="0" algn="ctr" defTabSz="412750" rtl="0" eaLnBrk="1" fontAlgn="auto" latinLnBrk="0" hangingPunct="0">
              <a:lnSpc>
                <a:spcPct val="100000"/>
              </a:lnSpc>
              <a:spcBef>
                <a:spcPct val="0"/>
              </a:spcBef>
              <a:spcAft>
                <a:spcPct val="0"/>
              </a:spcAft>
              <a:buClrTx/>
              <a:buSzTx/>
              <a:buFontTx/>
              <a:buNone/>
              <a:defRPr sz="16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Helvetica Neue Medium"/>
            </a:endParaRPr>
          </a:p>
        </p:txBody>
      </p:sp>
      <p:sp>
        <p:nvSpPr>
          <p:cNvPr id="44" name="设计思维"/>
          <p:cNvSpPr txBox="1"/>
          <p:nvPr/>
        </p:nvSpPr>
        <p:spPr>
          <a:xfrm>
            <a:off x="10604821" y="3260212"/>
            <a:ext cx="589906" cy="514862"/>
          </a:xfrm>
          <a:prstGeom prst="rect">
            <a:avLst/>
          </a:prstGeom>
          <a:ln w="12700">
            <a:miter lim="400000"/>
          </a:ln>
        </p:spPr>
        <p:txBody>
          <a:bodyPr wrap="none" lIns="25400" tIns="25400" rIns="25400" bIns="25400" anchor="ctr">
            <a:noAutofit/>
          </a:bodyPr>
          <a:lstStyle>
            <a:lvl1pPr algn="ctr" defTabSz="1219200">
              <a:defRPr sz="1400">
                <a:solidFill>
                  <a:srgbClr val="3C5DEB"/>
                </a:solidFill>
                <a:latin typeface="PingFang SC Semibold"/>
                <a:ea typeface="PingFang SC Semibold"/>
                <a:cs typeface="PingFang SC Semibold"/>
                <a:sym typeface="PingFang SC Semibold"/>
              </a:defRPr>
            </a:lvl1pPr>
          </a:lstStyle>
          <a:p>
            <a:pPr marL="0" marR="0" lvl="0" indent="0" algn="ctr" defTabSz="1219200" rtl="0" eaLnBrk="1" fontAlgn="auto" latinLnBrk="0" hangingPunct="0">
              <a:lnSpc>
                <a:spcPct val="130000"/>
              </a:lnSpc>
              <a:spcBef>
                <a:spcPct val="0"/>
              </a:spcBef>
              <a:spcAft>
                <a:spcPct val="0"/>
              </a:spcAft>
              <a:buClrTx/>
              <a:buSzTx/>
              <a:buFontTx/>
              <a:buNone/>
              <a:defRPr/>
            </a:pPr>
            <a:r>
              <a:rPr kumimoji="0" lang="zh-CN" altLang="en-US" sz="1400" b="0" i="0" u="none" strike="noStrike" kern="0" cap="none" spc="0" normalizeH="0" baseline="0" noProof="0">
                <a:ln>
                  <a:noFill/>
                </a:ln>
                <a:solidFill>
                  <a:srgbClr val="3C5DEB"/>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PingFang SC Semibold"/>
              </a:rPr>
              <a:t>执行机</a:t>
            </a:r>
            <a:endParaRPr kumimoji="0" lang="en-US" altLang="zh-CN" sz="1400" b="0" i="0" u="none" strike="noStrike" kern="0" cap="none" spc="0" normalizeH="0" baseline="0" noProof="0">
              <a:ln>
                <a:noFill/>
              </a:ln>
              <a:solidFill>
                <a:srgbClr val="3C5DEB"/>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PingFang SC Semibold"/>
            </a:endParaRPr>
          </a:p>
          <a:p>
            <a:pPr marL="0" marR="0" lvl="0" indent="0" algn="ctr" defTabSz="1219200" rtl="0" eaLnBrk="1" fontAlgn="auto" latinLnBrk="0" hangingPunct="0">
              <a:lnSpc>
                <a:spcPct val="130000"/>
              </a:lnSpc>
              <a:spcBef>
                <a:spcPct val="0"/>
              </a:spcBef>
              <a:spcAft>
                <a:spcPct val="0"/>
              </a:spcAft>
              <a:buClrTx/>
              <a:buSzTx/>
              <a:buFontTx/>
              <a:buNone/>
              <a:defRPr/>
            </a:pPr>
            <a:r>
              <a:rPr kumimoji="0" lang="zh-CN" altLang="en-US" sz="1400" b="0" i="0" u="none" strike="noStrike" kern="0" cap="none" spc="0" normalizeH="0" baseline="0" noProof="0">
                <a:ln>
                  <a:noFill/>
                </a:ln>
                <a:solidFill>
                  <a:srgbClr val="3C5DEB"/>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PingFang SC Semibold"/>
              </a:rPr>
              <a:t>服务器</a:t>
            </a:r>
            <a:endParaRPr kumimoji="0" sz="1400" b="0" i="0" u="none" strike="noStrike" kern="0" cap="none" spc="0" normalizeH="0" baseline="0" noProof="0">
              <a:ln>
                <a:noFill/>
              </a:ln>
              <a:solidFill>
                <a:srgbClr val="3C5DEB"/>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PingFang SC Semibold"/>
            </a:endParaRPr>
          </a:p>
        </p:txBody>
      </p:sp>
      <p:grpSp>
        <p:nvGrpSpPr>
          <p:cNvPr id="45" name="组合 44"/>
          <p:cNvGrpSpPr/>
          <p:nvPr/>
        </p:nvGrpSpPr>
        <p:grpSpPr>
          <a:xfrm>
            <a:off x="8871203" y="2854135"/>
            <a:ext cx="1150608" cy="1379382"/>
            <a:chOff x="8667207" y="3429322"/>
            <a:chExt cx="1150608" cy="1379382"/>
          </a:xfrm>
        </p:grpSpPr>
        <p:sp>
          <p:nvSpPr>
            <p:cNvPr id="46" name="线条"/>
            <p:cNvSpPr/>
            <p:nvPr/>
          </p:nvSpPr>
          <p:spPr>
            <a:xfrm flipH="1" flipV="1">
              <a:off x="8716255" y="4215800"/>
              <a:ext cx="0" cy="489682"/>
            </a:xfrm>
            <a:prstGeom prst="line">
              <a:avLst/>
            </a:prstGeom>
            <a:ln w="12700">
              <a:solidFill>
                <a:srgbClr val="3C5DEB"/>
              </a:solidFill>
              <a:miter lim="400000"/>
            </a:ln>
          </p:spPr>
          <p:txBody>
            <a:bodyPr lIns="25400" tIns="25400" rIns="25400" bIns="25400" anchor="ctr">
              <a:noAutofit/>
            </a:bodyPr>
            <a:lstStyle/>
            <a:p>
              <a:pPr marL="0" marR="0" lvl="0" indent="0" algn="ctr" defTabSz="1219200" rtl="0" eaLnBrk="1" fontAlgn="auto" latinLnBrk="0" hangingPunct="0">
                <a:lnSpc>
                  <a:spcPct val="100000"/>
                </a:lnSpc>
                <a:spcBef>
                  <a:spcPct val="0"/>
                </a:spcBef>
                <a:spcAft>
                  <a:spcPct val="0"/>
                </a:spcAft>
                <a:buClrTx/>
                <a:buSzTx/>
                <a:buFontTx/>
                <a:buNone/>
                <a:defRPr sz="1200">
                  <a:solidFill>
                    <a:srgbClr val="5E5E5E"/>
                  </a:solidFill>
                  <a:latin typeface="Helvetica Neue"/>
                  <a:ea typeface="Helvetica Neue"/>
                  <a:cs typeface="Helvetica Neue"/>
                  <a:sym typeface="Helvetica Neue"/>
                </a:defRPr>
              </a:pPr>
              <a:endParaRPr kumimoji="0" sz="1200" b="0" i="0" u="none" strike="noStrike" kern="0" cap="none" spc="0" normalizeH="0" baseline="0" noProof="0">
                <a:ln>
                  <a:noFill/>
                </a:ln>
                <a:solidFill>
                  <a:srgbClr val="5E5E5E"/>
                </a:solidFill>
                <a:effectLst/>
                <a:uLnTx/>
                <a:uFillTx/>
                <a:latin typeface="Helvetica Neue"/>
                <a:ea typeface="Helvetica Neue"/>
                <a:cs typeface="Helvetica Neue"/>
                <a:sym typeface="Helvetica Neue"/>
              </a:endParaRPr>
            </a:p>
          </p:txBody>
        </p:sp>
        <p:sp>
          <p:nvSpPr>
            <p:cNvPr id="47" name="圆形"/>
            <p:cNvSpPr/>
            <p:nvPr/>
          </p:nvSpPr>
          <p:spPr>
            <a:xfrm>
              <a:off x="8667207" y="4710609"/>
              <a:ext cx="98095" cy="98095"/>
            </a:xfrm>
            <a:prstGeom prst="ellipse">
              <a:avLst/>
            </a:prstGeom>
            <a:ln w="12700">
              <a:solidFill>
                <a:srgbClr val="3C5DEB"/>
              </a:solidFill>
              <a:miter lim="400000"/>
            </a:ln>
          </p:spPr>
          <p:txBody>
            <a:bodyPr lIns="25400" tIns="25400" rIns="25400" bIns="25400" anchor="ctr">
              <a:noAutofit/>
            </a:bodyPr>
            <a:lstStyle/>
            <a:p>
              <a:pPr marL="0" marR="0" lvl="0" indent="0" algn="ctr" defTabSz="412750" rtl="0" eaLnBrk="1" fontAlgn="auto" latinLnBrk="0" hangingPunct="0">
                <a:lnSpc>
                  <a:spcPct val="100000"/>
                </a:lnSpc>
                <a:spcBef>
                  <a:spcPct val="0"/>
                </a:spcBef>
                <a:spcAft>
                  <a:spcPct val="0"/>
                </a:spcAft>
                <a:buClrTx/>
                <a:buSzTx/>
                <a:buFontTx/>
                <a:buNone/>
                <a:defRPr sz="16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Helvetica Neue Medium"/>
              </a:endParaRPr>
            </a:p>
          </p:txBody>
        </p:sp>
        <p:sp>
          <p:nvSpPr>
            <p:cNvPr id="48" name="线条"/>
            <p:cNvSpPr/>
            <p:nvPr/>
          </p:nvSpPr>
          <p:spPr>
            <a:xfrm flipH="1" flipV="1">
              <a:off x="9768768" y="4215800"/>
              <a:ext cx="0" cy="489682"/>
            </a:xfrm>
            <a:prstGeom prst="line">
              <a:avLst/>
            </a:prstGeom>
            <a:ln w="12700">
              <a:solidFill>
                <a:srgbClr val="3C5DEB"/>
              </a:solidFill>
              <a:miter lim="400000"/>
            </a:ln>
          </p:spPr>
          <p:txBody>
            <a:bodyPr lIns="25400" tIns="25400" rIns="25400" bIns="25400" anchor="ctr">
              <a:noAutofit/>
            </a:bodyPr>
            <a:lstStyle/>
            <a:p>
              <a:pPr marL="0" marR="0" lvl="0" indent="0" algn="ctr" defTabSz="1219200" rtl="0" eaLnBrk="1" fontAlgn="auto" latinLnBrk="0" hangingPunct="0">
                <a:lnSpc>
                  <a:spcPct val="100000"/>
                </a:lnSpc>
                <a:spcBef>
                  <a:spcPct val="0"/>
                </a:spcBef>
                <a:spcAft>
                  <a:spcPct val="0"/>
                </a:spcAft>
                <a:buClrTx/>
                <a:buSzTx/>
                <a:buFontTx/>
                <a:buNone/>
                <a:defRPr sz="1200">
                  <a:solidFill>
                    <a:srgbClr val="5E5E5E"/>
                  </a:solidFill>
                  <a:latin typeface="Helvetica Neue"/>
                  <a:ea typeface="Helvetica Neue"/>
                  <a:cs typeface="Helvetica Neue"/>
                  <a:sym typeface="Helvetica Neue"/>
                </a:defRPr>
              </a:pPr>
              <a:endParaRPr kumimoji="0" sz="1200" b="0" i="0" u="none" strike="noStrike" kern="0" cap="none" spc="0" normalizeH="0" baseline="0" noProof="0">
                <a:ln>
                  <a:noFill/>
                </a:ln>
                <a:solidFill>
                  <a:srgbClr val="5E5E5E"/>
                </a:solidFill>
                <a:effectLst/>
                <a:uLnTx/>
                <a:uFillTx/>
                <a:latin typeface="Helvetica Neue"/>
                <a:ea typeface="Helvetica Neue"/>
                <a:cs typeface="Helvetica Neue"/>
                <a:sym typeface="Helvetica Neue"/>
              </a:endParaRPr>
            </a:p>
          </p:txBody>
        </p:sp>
        <p:sp>
          <p:nvSpPr>
            <p:cNvPr id="49" name="圆形"/>
            <p:cNvSpPr/>
            <p:nvPr/>
          </p:nvSpPr>
          <p:spPr>
            <a:xfrm>
              <a:off x="9719720" y="4710609"/>
              <a:ext cx="98095" cy="98095"/>
            </a:xfrm>
            <a:prstGeom prst="ellipse">
              <a:avLst/>
            </a:prstGeom>
            <a:ln w="12700">
              <a:solidFill>
                <a:srgbClr val="3C5DEB"/>
              </a:solidFill>
              <a:miter lim="400000"/>
            </a:ln>
          </p:spPr>
          <p:txBody>
            <a:bodyPr lIns="25400" tIns="25400" rIns="25400" bIns="25400" anchor="ctr">
              <a:noAutofit/>
            </a:bodyPr>
            <a:lstStyle/>
            <a:p>
              <a:pPr marL="0" marR="0" lvl="0" indent="0" algn="ctr" defTabSz="412750" rtl="0" eaLnBrk="1" fontAlgn="auto" latinLnBrk="0" hangingPunct="0">
                <a:lnSpc>
                  <a:spcPct val="100000"/>
                </a:lnSpc>
                <a:spcBef>
                  <a:spcPct val="0"/>
                </a:spcBef>
                <a:spcAft>
                  <a:spcPct val="0"/>
                </a:spcAft>
                <a:buClrTx/>
                <a:buSzTx/>
                <a:buFontTx/>
                <a:buNone/>
                <a:defRPr sz="16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Helvetica Neue Medium"/>
              </a:endParaRPr>
            </a:p>
          </p:txBody>
        </p:sp>
        <p:sp>
          <p:nvSpPr>
            <p:cNvPr id="50" name="矩形"/>
            <p:cNvSpPr/>
            <p:nvPr/>
          </p:nvSpPr>
          <p:spPr>
            <a:xfrm>
              <a:off x="8668492" y="4249466"/>
              <a:ext cx="1125720" cy="456016"/>
            </a:xfrm>
            <a:prstGeom prst="rect">
              <a:avLst/>
            </a:prstGeom>
            <a:gradFill>
              <a:gsLst>
                <a:gs pos="0">
                  <a:srgbClr val="3C5DEB">
                    <a:alpha val="15616"/>
                  </a:srgbClr>
                </a:gs>
                <a:gs pos="72330">
                  <a:srgbClr val="9DAEF5">
                    <a:alpha val="7808"/>
                  </a:srgbClr>
                </a:gs>
                <a:gs pos="100000">
                  <a:srgbClr val="FFFFFF">
                    <a:alpha val="0"/>
                  </a:srgbClr>
                </a:gs>
              </a:gsLst>
            </a:gradFill>
            <a:ln w="3175">
              <a:miter lim="400000"/>
            </a:ln>
          </p:spPr>
          <p:txBody>
            <a:bodyPr lIns="25400" tIns="25400" rIns="25400" bIns="25400" anchor="ctr">
              <a:noAutofit/>
            </a:bodyPr>
            <a:lstStyle/>
            <a:p>
              <a:pPr marL="0" marR="0" lvl="0" indent="0" algn="ctr" defTabSz="412750" rtl="0" eaLnBrk="1" fontAlgn="auto" latinLnBrk="0" hangingPunct="0">
                <a:lnSpc>
                  <a:spcPct val="100000"/>
                </a:lnSpc>
                <a:spcBef>
                  <a:spcPct val="0"/>
                </a:spcBef>
                <a:spcAft>
                  <a:spcPct val="0"/>
                </a:spcAft>
                <a:buClrTx/>
                <a:buSzTx/>
                <a:buFontTx/>
                <a:buNone/>
                <a:defRPr sz="1600">
                  <a:solidFill>
                    <a:srgbClr val="3C5DEB"/>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3C5DEB"/>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Helvetica Neue Medium"/>
              </a:endParaRPr>
            </a:p>
          </p:txBody>
        </p:sp>
        <p:sp>
          <p:nvSpPr>
            <p:cNvPr id="51" name="切图"/>
            <p:cNvSpPr txBox="1"/>
            <p:nvPr/>
          </p:nvSpPr>
          <p:spPr>
            <a:xfrm>
              <a:off x="8752378" y="4321241"/>
              <a:ext cx="960268" cy="235962"/>
            </a:xfrm>
            <a:prstGeom prst="rect">
              <a:avLst/>
            </a:prstGeom>
            <a:ln w="12700">
              <a:miter lim="400000"/>
            </a:ln>
          </p:spPr>
          <p:txBody>
            <a:bodyPr wrap="none" lIns="25400" tIns="25400" rIns="25400" bIns="25400" anchor="ctr">
              <a:noAutofit/>
            </a:bodyPr>
            <a:lstStyle>
              <a:lvl1pPr algn="ctr" defTabSz="1219200">
                <a:defRPr sz="1200">
                  <a:solidFill>
                    <a:srgbClr val="3C5DEB"/>
                  </a:solidFill>
                  <a:latin typeface="PingFang SC Semibold"/>
                  <a:ea typeface="PingFang SC Semibold"/>
                  <a:cs typeface="PingFang SC Semibold"/>
                  <a:sym typeface="PingFang SC Semibold"/>
                </a:defRPr>
              </a:lvl1pPr>
            </a:lstStyle>
            <a:p>
              <a:pPr marL="0" marR="0" lvl="0" indent="0" algn="ctr" defTabSz="1219200" rtl="0" eaLnBrk="1" fontAlgn="auto" latinLnBrk="0" hangingPunct="0">
                <a:lnSpc>
                  <a:spcPct val="100000"/>
                </a:lnSpc>
                <a:spcBef>
                  <a:spcPct val="0"/>
                </a:spcBef>
                <a:spcAft>
                  <a:spcPct val="0"/>
                </a:spcAft>
                <a:buClrTx/>
                <a:buSzTx/>
                <a:buFontTx/>
                <a:buNone/>
                <a:defRPr/>
              </a:pPr>
              <a:r>
                <a:rPr kumimoji="0" lang="zh-CN" altLang="en-US" sz="1200" b="0" i="0" u="none" strike="noStrike" kern="0" cap="none" spc="0" normalizeH="0" baseline="0" noProof="0">
                  <a:ln>
                    <a:noFill/>
                  </a:ln>
                  <a:solidFill>
                    <a:schemeClr val="accent1"/>
                  </a:solidFill>
                  <a:effectLst/>
                  <a:uLnTx/>
                  <a:uFillTx/>
                  <a:latin typeface="+mn-ea"/>
                  <a:ea typeface="+mn-ea"/>
                  <a:cs typeface="OPPOSans H" panose="00020600040101010101" pitchFamily="18" charset="-122"/>
                  <a:sym typeface="PingFang SC Semibold"/>
                </a:rPr>
                <a:t>收集执行结果</a:t>
              </a:r>
              <a:endParaRPr kumimoji="0" sz="1200" b="0" i="0" u="none" strike="noStrike" kern="0" cap="none" spc="0" normalizeH="0" baseline="0" noProof="0">
                <a:ln>
                  <a:noFill/>
                </a:ln>
                <a:solidFill>
                  <a:schemeClr val="accent1"/>
                </a:solidFill>
                <a:effectLst/>
                <a:uLnTx/>
                <a:uFillTx/>
                <a:latin typeface="+mn-ea"/>
                <a:ea typeface="+mn-ea"/>
                <a:cs typeface="OPPOSans H" panose="00020600040101010101" pitchFamily="18" charset="-122"/>
                <a:sym typeface="PingFang SC Semibold"/>
              </a:endParaRPr>
            </a:p>
          </p:txBody>
        </p:sp>
        <p:grpSp>
          <p:nvGrpSpPr>
            <p:cNvPr id="52" name="组合 51"/>
            <p:cNvGrpSpPr/>
            <p:nvPr/>
          </p:nvGrpSpPr>
          <p:grpSpPr>
            <a:xfrm flipV="1">
              <a:off x="8667207" y="3429322"/>
              <a:ext cx="1150608" cy="592904"/>
              <a:chOff x="9013358" y="2337089"/>
              <a:chExt cx="1150608" cy="592904"/>
            </a:xfrm>
          </p:grpSpPr>
          <p:sp>
            <p:nvSpPr>
              <p:cNvPr id="54" name="矩形"/>
              <p:cNvSpPr/>
              <p:nvPr/>
            </p:nvSpPr>
            <p:spPr>
              <a:xfrm>
                <a:off x="9014643" y="2370755"/>
                <a:ext cx="1125720" cy="456016"/>
              </a:xfrm>
              <a:prstGeom prst="rect">
                <a:avLst/>
              </a:prstGeom>
              <a:gradFill>
                <a:gsLst>
                  <a:gs pos="0">
                    <a:srgbClr val="3C5DEB">
                      <a:alpha val="15616"/>
                    </a:srgbClr>
                  </a:gs>
                  <a:gs pos="72330">
                    <a:srgbClr val="9DAEF5">
                      <a:alpha val="7808"/>
                    </a:srgbClr>
                  </a:gs>
                  <a:gs pos="100000">
                    <a:srgbClr val="FFFFFF">
                      <a:alpha val="0"/>
                    </a:srgbClr>
                  </a:gs>
                </a:gsLst>
              </a:gradFill>
              <a:ln w="3175">
                <a:miter lim="400000"/>
              </a:ln>
            </p:spPr>
            <p:txBody>
              <a:bodyPr lIns="25400" tIns="25400" rIns="25400" bIns="25400" anchor="ctr">
                <a:noAutofit/>
              </a:bodyPr>
              <a:lstStyle/>
              <a:p>
                <a:pPr marL="0" marR="0" lvl="0" indent="0" algn="ctr" defTabSz="412750" rtl="0" eaLnBrk="1" fontAlgn="auto" latinLnBrk="0" hangingPunct="0">
                  <a:lnSpc>
                    <a:spcPct val="100000"/>
                  </a:lnSpc>
                  <a:spcBef>
                    <a:spcPct val="0"/>
                  </a:spcBef>
                  <a:spcAft>
                    <a:spcPct val="0"/>
                  </a:spcAft>
                  <a:buClrTx/>
                  <a:buSzTx/>
                  <a:buFontTx/>
                  <a:buNone/>
                  <a:defRPr sz="1600">
                    <a:solidFill>
                      <a:srgbClr val="3C5DEB"/>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3C5DEB"/>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Helvetica Neue Medium"/>
                </a:endParaRPr>
              </a:p>
            </p:txBody>
          </p:sp>
          <p:sp>
            <p:nvSpPr>
              <p:cNvPr id="55" name="线条"/>
              <p:cNvSpPr/>
              <p:nvPr/>
            </p:nvSpPr>
            <p:spPr>
              <a:xfrm flipH="1" flipV="1">
                <a:off x="9062406" y="2337089"/>
                <a:ext cx="0" cy="489682"/>
              </a:xfrm>
              <a:prstGeom prst="line">
                <a:avLst/>
              </a:prstGeom>
              <a:ln w="12700">
                <a:solidFill>
                  <a:srgbClr val="3C5DEB"/>
                </a:solidFill>
                <a:miter lim="400000"/>
              </a:ln>
            </p:spPr>
            <p:txBody>
              <a:bodyPr lIns="25400" tIns="25400" rIns="25400" bIns="25400" anchor="ctr">
                <a:noAutofit/>
              </a:bodyPr>
              <a:lstStyle/>
              <a:p>
                <a:pPr marL="0" marR="0" lvl="0" indent="0" algn="ctr" defTabSz="1219200" rtl="0" eaLnBrk="1" fontAlgn="auto" latinLnBrk="0" hangingPunct="0">
                  <a:lnSpc>
                    <a:spcPct val="100000"/>
                  </a:lnSpc>
                  <a:spcBef>
                    <a:spcPct val="0"/>
                  </a:spcBef>
                  <a:spcAft>
                    <a:spcPct val="0"/>
                  </a:spcAft>
                  <a:buClrTx/>
                  <a:buSzTx/>
                  <a:buFontTx/>
                  <a:buNone/>
                  <a:defRPr sz="1200">
                    <a:solidFill>
                      <a:srgbClr val="5E5E5E"/>
                    </a:solidFill>
                    <a:latin typeface="Helvetica Neue"/>
                    <a:ea typeface="Helvetica Neue"/>
                    <a:cs typeface="Helvetica Neue"/>
                    <a:sym typeface="Helvetica Neue"/>
                  </a:defRPr>
                </a:pPr>
                <a:endParaRPr kumimoji="0" sz="1200" b="0" i="0" u="none" strike="noStrike" kern="0" cap="none" spc="0" normalizeH="0" baseline="0" noProof="0">
                  <a:ln>
                    <a:noFill/>
                  </a:ln>
                  <a:solidFill>
                    <a:srgbClr val="5E5E5E"/>
                  </a:solidFill>
                  <a:effectLst/>
                  <a:uLnTx/>
                  <a:uFillTx/>
                  <a:latin typeface="Helvetica Neue"/>
                  <a:ea typeface="Helvetica Neue"/>
                  <a:cs typeface="Helvetica Neue"/>
                  <a:sym typeface="Helvetica Neue"/>
                </a:endParaRPr>
              </a:p>
            </p:txBody>
          </p:sp>
          <p:sp>
            <p:nvSpPr>
              <p:cNvPr id="91" name="圆形"/>
              <p:cNvSpPr/>
              <p:nvPr/>
            </p:nvSpPr>
            <p:spPr>
              <a:xfrm>
                <a:off x="9013358" y="2831898"/>
                <a:ext cx="98095" cy="98095"/>
              </a:xfrm>
              <a:prstGeom prst="ellipse">
                <a:avLst/>
              </a:prstGeom>
              <a:ln w="12700">
                <a:solidFill>
                  <a:srgbClr val="3C5DEB"/>
                </a:solidFill>
                <a:miter lim="400000"/>
              </a:ln>
            </p:spPr>
            <p:txBody>
              <a:bodyPr lIns="25400" tIns="25400" rIns="25400" bIns="25400" anchor="ctr">
                <a:noAutofit/>
              </a:bodyPr>
              <a:lstStyle/>
              <a:p>
                <a:pPr marL="0" marR="0" lvl="0" indent="0" algn="ctr" defTabSz="412750" rtl="0" eaLnBrk="1" fontAlgn="auto" latinLnBrk="0" hangingPunct="0">
                  <a:lnSpc>
                    <a:spcPct val="100000"/>
                  </a:lnSpc>
                  <a:spcBef>
                    <a:spcPct val="0"/>
                  </a:spcBef>
                  <a:spcAft>
                    <a:spcPct val="0"/>
                  </a:spcAft>
                  <a:buClrTx/>
                  <a:buSzTx/>
                  <a:buFontTx/>
                  <a:buNone/>
                  <a:defRPr sz="16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Helvetica Neue Medium"/>
                </a:endParaRPr>
              </a:p>
            </p:txBody>
          </p:sp>
          <p:sp>
            <p:nvSpPr>
              <p:cNvPr id="92" name="线条"/>
              <p:cNvSpPr/>
              <p:nvPr/>
            </p:nvSpPr>
            <p:spPr>
              <a:xfrm flipH="1" flipV="1">
                <a:off x="10114919" y="2337089"/>
                <a:ext cx="0" cy="489682"/>
              </a:xfrm>
              <a:prstGeom prst="line">
                <a:avLst/>
              </a:prstGeom>
              <a:ln w="12700">
                <a:solidFill>
                  <a:srgbClr val="3C5DEB"/>
                </a:solidFill>
                <a:miter lim="400000"/>
              </a:ln>
            </p:spPr>
            <p:txBody>
              <a:bodyPr lIns="25400" tIns="25400" rIns="25400" bIns="25400" anchor="ctr">
                <a:noAutofit/>
              </a:bodyPr>
              <a:lstStyle/>
              <a:p>
                <a:pPr marL="0" marR="0" lvl="0" indent="0" algn="ctr" defTabSz="1219200" rtl="0" eaLnBrk="1" fontAlgn="auto" latinLnBrk="0" hangingPunct="0">
                  <a:lnSpc>
                    <a:spcPct val="100000"/>
                  </a:lnSpc>
                  <a:spcBef>
                    <a:spcPct val="0"/>
                  </a:spcBef>
                  <a:spcAft>
                    <a:spcPct val="0"/>
                  </a:spcAft>
                  <a:buClrTx/>
                  <a:buSzTx/>
                  <a:buFontTx/>
                  <a:buNone/>
                  <a:defRPr sz="1200">
                    <a:solidFill>
                      <a:srgbClr val="5E5E5E"/>
                    </a:solidFill>
                    <a:latin typeface="Helvetica Neue"/>
                    <a:ea typeface="Helvetica Neue"/>
                    <a:cs typeface="Helvetica Neue"/>
                    <a:sym typeface="Helvetica Neue"/>
                  </a:defRPr>
                </a:pPr>
                <a:endParaRPr kumimoji="0" sz="1200" b="0" i="0" u="none" strike="noStrike" kern="0" cap="none" spc="0" normalizeH="0" baseline="0" noProof="0">
                  <a:ln>
                    <a:noFill/>
                  </a:ln>
                  <a:solidFill>
                    <a:srgbClr val="5E5E5E"/>
                  </a:solidFill>
                  <a:effectLst/>
                  <a:uLnTx/>
                  <a:uFillTx/>
                  <a:latin typeface="Helvetica Neue"/>
                  <a:ea typeface="Helvetica Neue"/>
                  <a:cs typeface="Helvetica Neue"/>
                  <a:sym typeface="Helvetica Neue"/>
                </a:endParaRPr>
              </a:p>
            </p:txBody>
          </p:sp>
          <p:sp>
            <p:nvSpPr>
              <p:cNvPr id="93" name="圆形"/>
              <p:cNvSpPr/>
              <p:nvPr/>
            </p:nvSpPr>
            <p:spPr>
              <a:xfrm>
                <a:off x="10065871" y="2831898"/>
                <a:ext cx="98095" cy="98095"/>
              </a:xfrm>
              <a:prstGeom prst="ellipse">
                <a:avLst/>
              </a:prstGeom>
              <a:ln w="12700">
                <a:solidFill>
                  <a:srgbClr val="3C5DEB"/>
                </a:solidFill>
                <a:miter lim="400000"/>
              </a:ln>
            </p:spPr>
            <p:txBody>
              <a:bodyPr lIns="25400" tIns="25400" rIns="25400" bIns="25400" anchor="ctr">
                <a:noAutofit/>
              </a:bodyPr>
              <a:lstStyle/>
              <a:p>
                <a:pPr marL="0" marR="0" lvl="0" indent="0" algn="ctr" defTabSz="412750" rtl="0" eaLnBrk="1" fontAlgn="auto" latinLnBrk="0" hangingPunct="0">
                  <a:lnSpc>
                    <a:spcPct val="100000"/>
                  </a:lnSpc>
                  <a:spcBef>
                    <a:spcPct val="0"/>
                  </a:spcBef>
                  <a:spcAft>
                    <a:spcPct val="0"/>
                  </a:spcAft>
                  <a:buClrTx/>
                  <a:buSzTx/>
                  <a:buFontTx/>
                  <a:buNone/>
                  <a:defRPr sz="16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Helvetica Neue Medium"/>
                </a:endParaRPr>
              </a:p>
            </p:txBody>
          </p:sp>
        </p:grpSp>
        <p:sp>
          <p:nvSpPr>
            <p:cNvPr id="53" name="切图"/>
            <p:cNvSpPr txBox="1"/>
            <p:nvPr/>
          </p:nvSpPr>
          <p:spPr>
            <a:xfrm>
              <a:off x="8752378" y="3642571"/>
              <a:ext cx="960268" cy="235962"/>
            </a:xfrm>
            <a:prstGeom prst="rect">
              <a:avLst/>
            </a:prstGeom>
            <a:ln w="12700">
              <a:miter lim="400000"/>
            </a:ln>
          </p:spPr>
          <p:txBody>
            <a:bodyPr wrap="none" lIns="25400" tIns="25400" rIns="25400" bIns="25400" anchor="ctr">
              <a:noAutofit/>
            </a:bodyPr>
            <a:lstStyle>
              <a:lvl1pPr algn="ctr" defTabSz="1219200">
                <a:defRPr sz="1200">
                  <a:solidFill>
                    <a:srgbClr val="3C5DEB"/>
                  </a:solidFill>
                  <a:latin typeface="PingFang SC Semibold"/>
                  <a:ea typeface="PingFang SC Semibold"/>
                  <a:cs typeface="PingFang SC Semibold"/>
                  <a:sym typeface="PingFang SC Semibold"/>
                </a:defRPr>
              </a:lvl1pPr>
            </a:lstStyle>
            <a:p>
              <a:pPr marL="0" marR="0" lvl="0" indent="0" algn="ctr" defTabSz="1219200" rtl="0" eaLnBrk="1" fontAlgn="auto" latinLnBrk="0" hangingPunct="0">
                <a:lnSpc>
                  <a:spcPct val="100000"/>
                </a:lnSpc>
                <a:spcBef>
                  <a:spcPct val="0"/>
                </a:spcBef>
                <a:spcAft>
                  <a:spcPct val="0"/>
                </a:spcAft>
                <a:buClrTx/>
                <a:buSzTx/>
                <a:buFontTx/>
                <a:buNone/>
                <a:defRPr/>
              </a:pPr>
              <a:r>
                <a:rPr kumimoji="0" lang="zh-CN" altLang="en-US" sz="1200" b="0" i="0" u="none" strike="noStrike" kern="0" cap="none" spc="0" normalizeH="0" baseline="0" noProof="0">
                  <a:ln>
                    <a:noFill/>
                  </a:ln>
                  <a:solidFill>
                    <a:schemeClr val="accent1"/>
                  </a:solidFill>
                  <a:effectLst/>
                  <a:uLnTx/>
                  <a:uFillTx/>
                  <a:latin typeface="+mn-ea"/>
                  <a:ea typeface="+mn-ea"/>
                  <a:cs typeface="OPPOSans H" panose="00020600040101010101" pitchFamily="18" charset="-122"/>
                  <a:sym typeface="PingFang SC Semibold"/>
                </a:rPr>
                <a:t>发送控制命令</a:t>
              </a:r>
              <a:endParaRPr kumimoji="0" sz="1200" b="0" i="0" u="none" strike="noStrike" kern="0" cap="none" spc="0" normalizeH="0" baseline="0" noProof="0">
                <a:ln>
                  <a:noFill/>
                </a:ln>
                <a:solidFill>
                  <a:schemeClr val="accent1"/>
                </a:solidFill>
                <a:effectLst/>
                <a:uLnTx/>
                <a:uFillTx/>
                <a:latin typeface="+mn-ea"/>
                <a:ea typeface="+mn-ea"/>
                <a:cs typeface="OPPOSans H" panose="00020600040101010101" pitchFamily="18" charset="-122"/>
                <a:sym typeface="PingFang SC Semibold"/>
              </a:endParaRPr>
            </a:p>
          </p:txBody>
        </p:sp>
      </p:grpSp>
      <p:sp>
        <p:nvSpPr>
          <p:cNvPr id="94" name="线条"/>
          <p:cNvSpPr/>
          <p:nvPr/>
        </p:nvSpPr>
        <p:spPr>
          <a:xfrm flipH="1" flipV="1">
            <a:off x="10899774" y="2140353"/>
            <a:ext cx="0" cy="742944"/>
          </a:xfrm>
          <a:prstGeom prst="line">
            <a:avLst/>
          </a:prstGeom>
          <a:ln w="12700">
            <a:solidFill>
              <a:schemeClr val="accent1"/>
            </a:solidFill>
            <a:custDash>
              <a:ds d="200000" sp="200000"/>
            </a:custDash>
            <a:miter lim="400000"/>
            <a:tailEnd type="triangle"/>
          </a:ln>
        </p:spPr>
        <p:txBody>
          <a:bodyPr lIns="25400" tIns="25400" rIns="25400" bIns="25400" anchor="ctr">
            <a:noAutofit/>
          </a:bodyPr>
          <a:lstStyle/>
          <a:p>
            <a:pPr marL="0" marR="0" lvl="0" indent="0" algn="ctr" defTabSz="1219200" rtl="0" eaLnBrk="1" fontAlgn="auto" latinLnBrk="0" hangingPunct="0">
              <a:lnSpc>
                <a:spcPct val="100000"/>
              </a:lnSpc>
              <a:spcBef>
                <a:spcPct val="0"/>
              </a:spcBef>
              <a:spcAft>
                <a:spcPct val="0"/>
              </a:spcAft>
              <a:buClrTx/>
              <a:buSzTx/>
              <a:buFontTx/>
              <a:buNone/>
              <a:defRPr sz="1200">
                <a:solidFill>
                  <a:srgbClr val="5E5E5E"/>
                </a:solidFill>
                <a:latin typeface="Helvetica Neue"/>
                <a:ea typeface="Helvetica Neue"/>
                <a:cs typeface="Helvetica Neue"/>
                <a:sym typeface="Helvetica Neue"/>
              </a:defRPr>
            </a:pPr>
            <a:endParaRPr kumimoji="0" sz="1200" b="0" i="0" u="none" strike="noStrike" kern="0" cap="none" spc="0" normalizeH="0" baseline="0" noProof="0">
              <a:ln>
                <a:noFill/>
              </a:ln>
              <a:solidFill>
                <a:srgbClr val="5E5E5E"/>
              </a:solidFill>
              <a:effectLst/>
              <a:uLnTx/>
              <a:uFillTx/>
              <a:latin typeface="Helvetica Neue"/>
              <a:ea typeface="Helvetica Neue"/>
              <a:cs typeface="Helvetica Neue"/>
              <a:sym typeface="Helvetica Neue"/>
            </a:endParaRPr>
          </a:p>
        </p:txBody>
      </p:sp>
      <p:sp>
        <p:nvSpPr>
          <p:cNvPr id="95" name="矩形"/>
          <p:cNvSpPr/>
          <p:nvPr/>
        </p:nvSpPr>
        <p:spPr>
          <a:xfrm>
            <a:off x="10280649" y="1694131"/>
            <a:ext cx="1238251" cy="438612"/>
          </a:xfrm>
          <a:prstGeom prst="rect">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sz="2000" b="1">
              <a:solidFill>
                <a:schemeClr val="lt1"/>
              </a:solidFill>
              <a:latin typeface="微软雅黑" panose="020B0503020204020204" pitchFamily="34" charset="-122"/>
              <a:ea typeface="微软雅黑" panose="020B0503020204020204" pitchFamily="34" charset="-122"/>
              <a:sym typeface="Helvetica Neue Medium"/>
            </a:endParaRPr>
          </a:p>
        </p:txBody>
      </p:sp>
      <p:sp>
        <p:nvSpPr>
          <p:cNvPr id="96" name="素材包切图固定，不会变化"/>
          <p:cNvSpPr txBox="1"/>
          <p:nvPr/>
        </p:nvSpPr>
        <p:spPr>
          <a:xfrm>
            <a:off x="10566349" y="1795456"/>
            <a:ext cx="666850" cy="235962"/>
          </a:xfrm>
          <a:prstGeom prst="rect">
            <a:avLst/>
          </a:prstGeom>
          <a:ln w="12700">
            <a:miter lim="400000"/>
          </a:ln>
        </p:spPr>
        <p:txBody>
          <a:bodyPr wrap="none" lIns="25400" tIns="25400" rIns="25400" bIns="25400" anchor="ctr">
            <a:spAutoFit/>
          </a:bodyPr>
          <a:lstStyle>
            <a:lvl1pPr algn="ctr" defTabSz="1219200">
              <a:defRPr sz="1200">
                <a:solidFill>
                  <a:srgbClr val="FFFFFF"/>
                </a:solidFill>
                <a:latin typeface="PingFang SC Semibold"/>
                <a:ea typeface="PingFang SC Semibold"/>
                <a:cs typeface="PingFang SC Semibold"/>
                <a:sym typeface="PingFang SC Semibold"/>
              </a:defRPr>
            </a:lvl1pPr>
          </a:lstStyle>
          <a:p>
            <a:pPr marL="0" marR="0" lvl="0" indent="0" algn="ctr" defTabSz="1219200" rtl="0" eaLnBrk="1" fontAlgn="auto" latinLnBrk="0" hangingPunct="0">
              <a:lnSpc>
                <a:spcPct val="100000"/>
              </a:lnSpc>
              <a:spcBef>
                <a:spcPct val="0"/>
              </a:spcBef>
              <a:spcAft>
                <a:spcPct val="0"/>
              </a:spcAft>
              <a:buClrTx/>
              <a:buSzTx/>
              <a:buFontTx/>
              <a:buNone/>
              <a:defRPr/>
            </a:pPr>
            <a:r>
              <a:rPr kumimoji="0" lang="zh-CN" altLang="en-US" sz="12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PingFang SC Semibold"/>
              </a:rPr>
              <a:t>测试终端</a:t>
            </a:r>
            <a:endParaRPr kumimoji="0" sz="1200" b="0" i="0" u="none" strike="noStrike" kern="0" cap="none" spc="0" normalizeH="0" baseline="0" noProof="0">
              <a:ln>
                <a:noFill/>
              </a:ln>
              <a:solidFill>
                <a:srgbClr val="FFFFFF"/>
              </a:solidFill>
              <a:effectLst/>
              <a:uLnTx/>
              <a:uFillTx/>
              <a:latin typeface="OPPOSans H" panose="00020600040101010101" pitchFamily="18" charset="-122"/>
              <a:ea typeface="OPPOSans H" panose="00020600040101010101" pitchFamily="18" charset="-122"/>
              <a:cs typeface="OPPOSans H" panose="00020600040101010101" pitchFamily="18" charset="-122"/>
              <a:sym typeface="PingFang SC Semibold"/>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标题 103"/>
          <p:cNvSpPr>
            <a:spLocks noGrp="1"/>
          </p:cNvSpPr>
          <p:nvPr>
            <p:ph type="title"/>
          </p:nvPr>
        </p:nvSpPr>
        <p:spPr>
          <a:xfrm>
            <a:off x="632137" y="245670"/>
            <a:ext cx="6695941" cy="402674"/>
          </a:xfrm>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Helvetica85-Heavy"/>
                <a:ea typeface="汉仪综艺体简" panose="02010609000101010101" pitchFamily="49" charset="-122"/>
                <a:cs typeface="+mn-cs"/>
              </a:rPr>
              <a:t>物联网产品优势</a:t>
            </a:r>
          </a:p>
        </p:txBody>
      </p:sp>
      <p:sp>
        <p:nvSpPr>
          <p:cNvPr id="107" name="文本框 106"/>
          <p:cNvSpPr txBox="1"/>
          <p:nvPr/>
        </p:nvSpPr>
        <p:spPr>
          <a:xfrm>
            <a:off x="625557" y="611269"/>
            <a:ext cx="2784993" cy="276999"/>
          </a:xfrm>
          <a:prstGeom prst="rect">
            <a:avLst/>
          </a:prstGeom>
          <a:noFill/>
        </p:spPr>
        <p:txBody>
          <a:bodyPr wrap="none" rtlCol="0">
            <a:spAutoFit/>
          </a:bodyPr>
          <a:lstStyle>
            <a:defPPr>
              <a:defRPr lang="zh-CN"/>
            </a:defPPr>
            <a:lvl1pPr>
              <a:defRPr sz="1400">
                <a:solidFill>
                  <a:schemeClr val="bg1">
                    <a:lumMod val="65000"/>
                  </a:schemeClr>
                </a:solidFill>
                <a:effectLst/>
                <a:latin typeface="微软雅黑 Light" panose="020B0502040204020203" pitchFamily="34" charset="-122"/>
                <a:ea typeface="微软雅黑 Light" panose="020B0502040204020203" pitchFamily="34" charset="-122"/>
                <a:cs typeface="阿里巴巴普惠体 M" panose="00020600040101010101" pitchFamily="18"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altLang="zh-CN" sz="1200" spc="300"/>
              <a:t>Design Project Directory</a:t>
            </a:r>
          </a:p>
        </p:txBody>
      </p:sp>
      <p:grpSp>
        <p:nvGrpSpPr>
          <p:cNvPr id="57" name="组合 56"/>
          <p:cNvGrpSpPr/>
          <p:nvPr/>
        </p:nvGrpSpPr>
        <p:grpSpPr>
          <a:xfrm>
            <a:off x="708452" y="554595"/>
            <a:ext cx="10775097" cy="6127212"/>
            <a:chOff x="-857246" y="-524933"/>
            <a:chExt cx="13906492" cy="7907866"/>
          </a:xfrm>
        </p:grpSpPr>
        <p:sp>
          <p:nvSpPr>
            <p:cNvPr id="58" name="椭圆 57"/>
            <p:cNvSpPr/>
            <p:nvPr/>
          </p:nvSpPr>
          <p:spPr>
            <a:xfrm flipH="1">
              <a:off x="5141380" y="-524933"/>
              <a:ext cx="7907866" cy="7907866"/>
            </a:xfrm>
            <a:prstGeom prst="ellipse">
              <a:avLst/>
            </a:prstGeom>
            <a:gradFill flip="none" rotWithShape="1">
              <a:gsLst>
                <a:gs pos="36000">
                  <a:srgbClr val="1D78FA">
                    <a:alpha val="0"/>
                  </a:srgbClr>
                </a:gs>
                <a:gs pos="100000">
                  <a:srgbClr val="1D78FA">
                    <a:alpha val="20000"/>
                  </a:srgbClr>
                </a:gs>
              </a:gsLst>
              <a:lin ang="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cs typeface="+mn-cs"/>
              </a:endParaRPr>
            </a:p>
          </p:txBody>
        </p:sp>
        <p:sp>
          <p:nvSpPr>
            <p:cNvPr id="59" name="椭圆 58"/>
            <p:cNvSpPr/>
            <p:nvPr/>
          </p:nvSpPr>
          <p:spPr>
            <a:xfrm>
              <a:off x="-857246" y="-524933"/>
              <a:ext cx="7907866" cy="7907866"/>
            </a:xfrm>
            <a:prstGeom prst="ellipse">
              <a:avLst/>
            </a:prstGeom>
            <a:gradFill flip="none" rotWithShape="1">
              <a:gsLst>
                <a:gs pos="36000">
                  <a:srgbClr val="1D78FA">
                    <a:alpha val="0"/>
                  </a:srgbClr>
                </a:gs>
                <a:gs pos="100000">
                  <a:srgbClr val="1D78FA">
                    <a:alpha val="20000"/>
                  </a:srgbClr>
                </a:gs>
              </a:gsLst>
              <a:lin ang="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Regular"/>
                <a:cs typeface="+mn-cs"/>
              </a:endParaRPr>
            </a:p>
          </p:txBody>
        </p:sp>
      </p:grpSp>
      <p:sp>
        <p:nvSpPr>
          <p:cNvPr id="60" name="椭圆 59"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a:off x="4113012" y="2651807"/>
            <a:ext cx="1932788" cy="1932788"/>
          </a:xfrm>
          <a:prstGeom prst="ellipse">
            <a:avLst/>
          </a:prstGeom>
          <a:gradFill flip="none" rotWithShape="1">
            <a:gsLst>
              <a:gs pos="35000">
                <a:srgbClr val="0055FF">
                  <a:lumMod val="60000"/>
                  <a:lumOff val="40000"/>
                </a:srgbClr>
              </a:gs>
              <a:gs pos="100000">
                <a:srgbClr val="0055FF"/>
              </a:gs>
            </a:gsLst>
            <a:path path="circle">
              <a:fillToRect r="100000" b="100000"/>
            </a:path>
            <a:tileRect l="-100000" t="-100000"/>
          </a:gradFill>
          <a:ln w="12700" cap="flat" cmpd="sng" algn="ctr">
            <a:noFill/>
            <a:prstDash val="solid"/>
            <a:miter lim="800000"/>
          </a:ln>
          <a:effectLst>
            <a:outerShdw blurRad="368300" dist="127000" dir="2400000" sx="98000" sy="98000" algn="tl" rotWithShape="0">
              <a:srgbClr val="0055FF">
                <a:alpha val="40000"/>
              </a:srgbClr>
            </a:outerShdw>
          </a:effectLst>
        </p:spPr>
        <p:txBody>
          <a:bodyPr rtlCol="0" anchor="ctr"/>
          <a:lstStyle/>
          <a:p>
            <a:pPr algn="ctr">
              <a:lnSpc>
                <a:spcPct val="100000"/>
              </a:lnSpc>
              <a:spcBef>
                <a:spcPts val="800"/>
              </a:spcBef>
              <a:buClrTx/>
              <a:buSzTx/>
              <a:buFont typeface="Wingdings" panose="05000000000000000000" pitchFamily="2" charset="2"/>
              <a:buNone/>
            </a:pPr>
            <a:r>
              <a:rPr lang="zh-CN" altLang="en-US" sz="1800" b="1">
                <a:solidFill>
                  <a:schemeClr val="bg1"/>
                </a:solidFill>
                <a:latin typeface="微软雅黑" panose="020B0503020204020204" pitchFamily="34" charset="-122"/>
                <a:ea typeface="微软雅黑" panose="020B0503020204020204" pitchFamily="34" charset="-122"/>
              </a:rPr>
              <a:t>产品打造</a:t>
            </a:r>
            <a:endParaRPr lang="zh-CN" altLang="zh-CN" sz="1800" b="1">
              <a:solidFill>
                <a:schemeClr val="bg1"/>
              </a:solidFill>
              <a:latin typeface="微软雅黑" panose="020B0503020204020204" pitchFamily="34" charset="-122"/>
              <a:ea typeface="微软雅黑" panose="020B0503020204020204" pitchFamily="34" charset="-122"/>
            </a:endParaRPr>
          </a:p>
        </p:txBody>
      </p:sp>
      <p:sp>
        <p:nvSpPr>
          <p:cNvPr id="61" name="椭圆 60"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a:off x="6236343" y="2651807"/>
            <a:ext cx="1932788" cy="1932788"/>
          </a:xfrm>
          <a:prstGeom prst="ellipse">
            <a:avLst/>
          </a:prstGeom>
          <a:gradFill flip="none" rotWithShape="1">
            <a:gsLst>
              <a:gs pos="35000">
                <a:srgbClr val="0055FF">
                  <a:lumMod val="60000"/>
                  <a:lumOff val="40000"/>
                </a:srgbClr>
              </a:gs>
              <a:gs pos="100000">
                <a:srgbClr val="0055FF"/>
              </a:gs>
            </a:gsLst>
            <a:path path="circle">
              <a:fillToRect r="100000" b="100000"/>
            </a:path>
            <a:tileRect l="-100000" t="-100000"/>
          </a:gradFill>
          <a:ln w="12700" cap="flat" cmpd="sng" algn="ctr">
            <a:noFill/>
            <a:prstDash val="solid"/>
            <a:miter lim="800000"/>
          </a:ln>
          <a:effectLst>
            <a:outerShdw blurRad="368300" dist="127000" dir="2400000" sx="98000" sy="98000" algn="tl" rotWithShape="0">
              <a:srgbClr val="0055FF">
                <a:alpha val="40000"/>
              </a:srgbClr>
            </a:outerShdw>
          </a:effectLst>
        </p:spPr>
        <p:txBody>
          <a:bodyPr rtlCol="0" anchor="ctr"/>
          <a:lstStyle/>
          <a:p>
            <a:pPr indent="0" algn="ctr" fontAlgn="auto">
              <a:lnSpc>
                <a:spcPct val="150000"/>
              </a:lnSpc>
              <a:spcBef>
                <a:spcPts val="800"/>
              </a:spcBef>
              <a:buFont typeface="Wingdings" panose="05000000000000000000" pitchFamily="2" charset="2"/>
              <a:buNone/>
            </a:pPr>
            <a:r>
              <a:rPr lang="zh-CN" altLang="en-US" sz="2000" b="1">
                <a:solidFill>
                  <a:schemeClr val="bg1"/>
                </a:solidFill>
                <a:latin typeface="微软雅黑" panose="020B0503020204020204" pitchFamily="34" charset="-122"/>
                <a:ea typeface="微软雅黑" panose="020B0503020204020204" pitchFamily="34" charset="-122"/>
              </a:rPr>
              <a:t>领域融合</a:t>
            </a:r>
          </a:p>
        </p:txBody>
      </p:sp>
      <p:sp>
        <p:nvSpPr>
          <p:cNvPr id="62" name="矩形: 圆角 6"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a:off x="4017737" y="2566228"/>
            <a:ext cx="4246668" cy="2103946"/>
          </a:xfrm>
          <a:prstGeom prst="roundRect">
            <a:avLst>
              <a:gd name="adj" fmla="val 50000"/>
            </a:avLst>
          </a:prstGeom>
          <a:noFill/>
          <a:ln w="12700" cap="flat" cmpd="sng" algn="ctr">
            <a:solidFill>
              <a:srgbClr val="0055FF"/>
            </a:solidFill>
            <a:prstDash val="sysDash"/>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grpSp>
        <p:nvGrpSpPr>
          <p:cNvPr id="64" name="组合 63"/>
          <p:cNvGrpSpPr/>
          <p:nvPr/>
        </p:nvGrpSpPr>
        <p:grpSpPr>
          <a:xfrm>
            <a:off x="1119916" y="1669412"/>
            <a:ext cx="2131076" cy="437805"/>
            <a:chOff x="948121" y="3539517"/>
            <a:chExt cx="824799" cy="824800"/>
          </a:xfrm>
        </p:grpSpPr>
        <p:sp>
          <p:nvSpPr>
            <p:cNvPr id="65" name="椭圆 12"/>
            <p:cNvSpPr/>
            <p:nvPr/>
          </p:nvSpPr>
          <p:spPr>
            <a:xfrm>
              <a:off x="948122" y="3539517"/>
              <a:ext cx="824798" cy="824798"/>
            </a:xfrm>
            <a:prstGeom prst="roundRect">
              <a:avLst>
                <a:gd name="adj" fmla="val 50000"/>
              </a:avLst>
            </a:prstGeom>
            <a:gradFill flip="none" rotWithShape="1">
              <a:gsLst>
                <a:gs pos="100000">
                  <a:srgbClr val="0055FF">
                    <a:lumMod val="20000"/>
                    <a:lumOff val="80000"/>
                  </a:srgbClr>
                </a:gs>
                <a:gs pos="0">
                  <a:srgbClr val="0055FF">
                    <a:lumMod val="60000"/>
                    <a:lumOff val="40000"/>
                  </a:srgbClr>
                </a:gs>
              </a:gsLst>
              <a:lin ang="2700000" scaled="1"/>
            </a:gradFill>
            <a:ln w="6350" cap="flat" cmpd="sng" algn="ctr">
              <a:gradFill flip="none" rotWithShape="1">
                <a:gsLst>
                  <a:gs pos="21800">
                    <a:srgbClr val="F3F6FB"/>
                  </a:gs>
                  <a:gs pos="0">
                    <a:srgbClr val="0055FF">
                      <a:lumMod val="0"/>
                      <a:lumOff val="100000"/>
                    </a:srgbClr>
                  </a:gs>
                  <a:gs pos="71440">
                    <a:srgbClr val="D7E1F2"/>
                  </a:gs>
                  <a:gs pos="99000">
                    <a:srgbClr val="0055FF">
                      <a:lumMod val="0"/>
                      <a:lumOff val="100000"/>
                    </a:srgbClr>
                  </a:gs>
                </a:gsLst>
                <a:lin ang="2700000" scaled="1"/>
              </a:gradFill>
              <a:prstDash val="solid"/>
              <a:miter lim="800000"/>
            </a:ln>
            <a:effectLst>
              <a:outerShdw blurRad="76200" dist="76200" dir="2700000" sx="102000" sy="102000" algn="tl" rotWithShape="0">
                <a:srgbClr val="0055FF">
                  <a:lumMod val="60000"/>
                  <a:lumOff val="40000"/>
                  <a:alpha val="17000"/>
                </a:srgbClr>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66" name="椭圆 13"/>
            <p:cNvSpPr/>
            <p:nvPr/>
          </p:nvSpPr>
          <p:spPr>
            <a:xfrm>
              <a:off x="948122" y="3539519"/>
              <a:ext cx="824798" cy="824798"/>
            </a:xfrm>
            <a:prstGeom prst="roundRect">
              <a:avLst>
                <a:gd name="adj" fmla="val 50000"/>
              </a:avLst>
            </a:prstGeom>
            <a:gradFill>
              <a:gsLst>
                <a:gs pos="4000">
                  <a:srgbClr val="0055FF">
                    <a:lumMod val="11000"/>
                    <a:lumOff val="89000"/>
                  </a:srgbClr>
                </a:gs>
                <a:gs pos="71440">
                  <a:srgbClr val="0055FF">
                    <a:lumMod val="20000"/>
                    <a:lumOff val="80000"/>
                  </a:srgbClr>
                </a:gs>
                <a:gs pos="99000">
                  <a:srgbClr val="0055FF">
                    <a:lumMod val="0"/>
                    <a:lumOff val="100000"/>
                  </a:srgbClr>
                </a:gs>
              </a:gsLst>
              <a:lin ang="2700000" scaled="1"/>
            </a:gradFill>
            <a:ln w="6350" cap="flat" cmpd="sng" algn="ctr">
              <a:gradFill flip="none" rotWithShape="1">
                <a:gsLst>
                  <a:gs pos="21800">
                    <a:srgbClr val="F3F6FB"/>
                  </a:gs>
                  <a:gs pos="0">
                    <a:srgbClr val="0055FF">
                      <a:lumMod val="0"/>
                      <a:lumOff val="100000"/>
                    </a:srgbClr>
                  </a:gs>
                  <a:gs pos="71440">
                    <a:srgbClr val="D7E1F2"/>
                  </a:gs>
                  <a:gs pos="99000">
                    <a:srgbClr val="0055FF">
                      <a:lumMod val="0"/>
                      <a:lumOff val="100000"/>
                    </a:srgbClr>
                  </a:gs>
                </a:gsLst>
                <a:lin ang="2700000" scaled="1"/>
              </a:gradFill>
              <a:prstDash val="solid"/>
              <a:miter lim="800000"/>
            </a:ln>
            <a:effectLst>
              <a:outerShdw blurRad="50800" dist="12700" dir="2700000" sx="101000" sy="101000" algn="tl" rotWithShape="0">
                <a:sysClr val="window" lastClr="FFFFFF"/>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67" name="椭圆 15"/>
            <p:cNvSpPr/>
            <p:nvPr/>
          </p:nvSpPr>
          <p:spPr>
            <a:xfrm>
              <a:off x="981777" y="3573174"/>
              <a:ext cx="757488" cy="757489"/>
            </a:xfrm>
            <a:prstGeom prst="roundRect">
              <a:avLst>
                <a:gd name="adj" fmla="val 50000"/>
              </a:avLst>
            </a:prstGeom>
            <a:gradFill flip="none" rotWithShape="1">
              <a:gsLst>
                <a:gs pos="100000">
                  <a:srgbClr val="5694CB">
                    <a:lumMod val="0"/>
                    <a:lumOff val="100000"/>
                    <a:alpha val="0"/>
                  </a:srgbClr>
                </a:gs>
                <a:gs pos="0">
                  <a:srgbClr val="2A599F">
                    <a:lumMod val="0"/>
                    <a:lumOff val="100000"/>
                    <a:alpha val="84000"/>
                  </a:srgbClr>
                </a:gs>
              </a:gsLst>
              <a:lin ang="2700000" scaled="1"/>
            </a:gra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68" name="椭圆 16"/>
            <p:cNvSpPr/>
            <p:nvPr/>
          </p:nvSpPr>
          <p:spPr>
            <a:xfrm>
              <a:off x="948121" y="3539519"/>
              <a:ext cx="824798" cy="824798"/>
            </a:xfrm>
            <a:prstGeom prst="roundRect">
              <a:avLst>
                <a:gd name="adj" fmla="val 50000"/>
              </a:avLst>
            </a:prstGeom>
            <a:gradFill flip="none" rotWithShape="1">
              <a:gsLst>
                <a:gs pos="100000">
                  <a:srgbClr val="5694CB">
                    <a:lumMod val="9000"/>
                    <a:lumOff val="91000"/>
                  </a:srgbClr>
                </a:gs>
                <a:gs pos="0">
                  <a:srgbClr val="2A599F">
                    <a:alpha val="0"/>
                    <a:lumMod val="0"/>
                    <a:lumOff val="100000"/>
                  </a:srgbClr>
                </a:gs>
              </a:gsLst>
              <a:lin ang="2700000" scaled="1"/>
            </a:gradFill>
            <a:ln w="19050" cap="flat" cmpd="sng" algn="ctr">
              <a:gradFill flip="none" rotWithShape="1">
                <a:gsLst>
                  <a:gs pos="0">
                    <a:srgbClr val="0055FF">
                      <a:lumMod val="20000"/>
                      <a:lumOff val="80000"/>
                    </a:srgbClr>
                  </a:gs>
                  <a:gs pos="99000">
                    <a:srgbClr val="0055FF">
                      <a:lumMod val="21000"/>
                      <a:lumOff val="79000"/>
                    </a:srgbClr>
                  </a:gs>
                </a:gsLst>
                <a:lin ang="2700000" scaled="1"/>
              </a:gradFill>
              <a:prstDash val="solid"/>
              <a:miter lim="800000"/>
            </a:ln>
            <a:effectLst>
              <a:outerShdw blurRad="25400" dist="12700" dir="2700000" algn="tl" rotWithShape="0">
                <a:srgbClr val="78A6D3">
                  <a:alpha val="14000"/>
                </a:srgbClr>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grpSp>
      <p:sp>
        <p:nvSpPr>
          <p:cNvPr id="69" name="文本框 68"/>
          <p:cNvSpPr txBox="1"/>
          <p:nvPr/>
        </p:nvSpPr>
        <p:spPr>
          <a:xfrm>
            <a:off x="1230394" y="1719037"/>
            <a:ext cx="1983100" cy="338554"/>
          </a:xfrm>
          <a:prstGeom prst="rect">
            <a:avLst/>
          </a:prstGeom>
          <a:noFill/>
        </p:spPr>
        <p:txBody>
          <a:bodyPr wrap="square" rtlCol="0">
            <a:spAutoFit/>
          </a:bodyPr>
          <a:lstStyle/>
          <a:p>
            <a:pPr lvl="0" algn="ctr">
              <a:spcBef>
                <a:spcPts val="800"/>
              </a:spcBef>
              <a:defRPr/>
            </a:pPr>
            <a:r>
              <a:rPr lang="zh-CN" altLang="en-US" sz="1600" b="1" kern="0">
                <a:solidFill>
                  <a:srgbClr val="1D78FA"/>
                </a:solidFill>
                <a:latin typeface="微软雅黑" panose="020B0503020204020204" pitchFamily="34" charset="-122"/>
                <a:ea typeface="微软雅黑" panose="020B0503020204020204" pitchFamily="34" charset="-122"/>
              </a:rPr>
              <a:t>点击替换文字</a:t>
            </a:r>
          </a:p>
        </p:txBody>
      </p:sp>
      <p:grpSp>
        <p:nvGrpSpPr>
          <p:cNvPr id="70" name="组合 69"/>
          <p:cNvGrpSpPr/>
          <p:nvPr/>
        </p:nvGrpSpPr>
        <p:grpSpPr>
          <a:xfrm>
            <a:off x="1142286" y="3854546"/>
            <a:ext cx="2131076" cy="437805"/>
            <a:chOff x="948121" y="3539517"/>
            <a:chExt cx="824799" cy="824800"/>
          </a:xfrm>
        </p:grpSpPr>
        <p:sp>
          <p:nvSpPr>
            <p:cNvPr id="71" name="椭圆 12"/>
            <p:cNvSpPr/>
            <p:nvPr/>
          </p:nvSpPr>
          <p:spPr>
            <a:xfrm>
              <a:off x="948122" y="3539517"/>
              <a:ext cx="824798" cy="824798"/>
            </a:xfrm>
            <a:prstGeom prst="roundRect">
              <a:avLst>
                <a:gd name="adj" fmla="val 50000"/>
              </a:avLst>
            </a:prstGeom>
            <a:gradFill flip="none" rotWithShape="1">
              <a:gsLst>
                <a:gs pos="100000">
                  <a:srgbClr val="0055FF">
                    <a:lumMod val="20000"/>
                    <a:lumOff val="80000"/>
                  </a:srgbClr>
                </a:gs>
                <a:gs pos="0">
                  <a:srgbClr val="0055FF">
                    <a:lumMod val="60000"/>
                    <a:lumOff val="40000"/>
                  </a:srgbClr>
                </a:gs>
              </a:gsLst>
              <a:lin ang="2700000" scaled="1"/>
            </a:gradFill>
            <a:ln w="6350" cap="flat" cmpd="sng" algn="ctr">
              <a:gradFill flip="none" rotWithShape="1">
                <a:gsLst>
                  <a:gs pos="21800">
                    <a:srgbClr val="F3F6FB"/>
                  </a:gs>
                  <a:gs pos="0">
                    <a:srgbClr val="0055FF">
                      <a:lumMod val="0"/>
                      <a:lumOff val="100000"/>
                    </a:srgbClr>
                  </a:gs>
                  <a:gs pos="71440">
                    <a:srgbClr val="D7E1F2"/>
                  </a:gs>
                  <a:gs pos="99000">
                    <a:srgbClr val="0055FF">
                      <a:lumMod val="0"/>
                      <a:lumOff val="100000"/>
                    </a:srgbClr>
                  </a:gs>
                </a:gsLst>
                <a:lin ang="2700000" scaled="1"/>
              </a:gradFill>
              <a:prstDash val="solid"/>
              <a:miter lim="800000"/>
            </a:ln>
            <a:effectLst>
              <a:outerShdw blurRad="76200" dist="76200" dir="2700000" sx="102000" sy="102000" algn="tl" rotWithShape="0">
                <a:srgbClr val="0055FF">
                  <a:lumMod val="60000"/>
                  <a:lumOff val="40000"/>
                  <a:alpha val="17000"/>
                </a:srgbClr>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72" name="椭圆 13"/>
            <p:cNvSpPr/>
            <p:nvPr/>
          </p:nvSpPr>
          <p:spPr>
            <a:xfrm>
              <a:off x="948122" y="3539519"/>
              <a:ext cx="824798" cy="824798"/>
            </a:xfrm>
            <a:prstGeom prst="roundRect">
              <a:avLst>
                <a:gd name="adj" fmla="val 50000"/>
              </a:avLst>
            </a:prstGeom>
            <a:gradFill>
              <a:gsLst>
                <a:gs pos="4000">
                  <a:srgbClr val="0055FF">
                    <a:lumMod val="11000"/>
                    <a:lumOff val="89000"/>
                  </a:srgbClr>
                </a:gs>
                <a:gs pos="71440">
                  <a:srgbClr val="0055FF">
                    <a:lumMod val="20000"/>
                    <a:lumOff val="80000"/>
                  </a:srgbClr>
                </a:gs>
                <a:gs pos="99000">
                  <a:srgbClr val="0055FF">
                    <a:lumMod val="0"/>
                    <a:lumOff val="100000"/>
                  </a:srgbClr>
                </a:gs>
              </a:gsLst>
              <a:lin ang="2700000" scaled="1"/>
            </a:gradFill>
            <a:ln w="6350" cap="flat" cmpd="sng" algn="ctr">
              <a:gradFill flip="none" rotWithShape="1">
                <a:gsLst>
                  <a:gs pos="21800">
                    <a:srgbClr val="F3F6FB"/>
                  </a:gs>
                  <a:gs pos="0">
                    <a:srgbClr val="0055FF">
                      <a:lumMod val="0"/>
                      <a:lumOff val="100000"/>
                    </a:srgbClr>
                  </a:gs>
                  <a:gs pos="71440">
                    <a:srgbClr val="D7E1F2"/>
                  </a:gs>
                  <a:gs pos="99000">
                    <a:srgbClr val="0055FF">
                      <a:lumMod val="0"/>
                      <a:lumOff val="100000"/>
                    </a:srgbClr>
                  </a:gs>
                </a:gsLst>
                <a:lin ang="2700000" scaled="1"/>
              </a:gradFill>
              <a:prstDash val="solid"/>
              <a:miter lim="800000"/>
            </a:ln>
            <a:effectLst>
              <a:outerShdw blurRad="50800" dist="12700" dir="2700000" sx="101000" sy="101000" algn="tl" rotWithShape="0">
                <a:sysClr val="window" lastClr="FFFFFF"/>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73" name="椭圆 15"/>
            <p:cNvSpPr/>
            <p:nvPr/>
          </p:nvSpPr>
          <p:spPr>
            <a:xfrm>
              <a:off x="981777" y="3573174"/>
              <a:ext cx="757488" cy="757489"/>
            </a:xfrm>
            <a:prstGeom prst="roundRect">
              <a:avLst>
                <a:gd name="adj" fmla="val 50000"/>
              </a:avLst>
            </a:prstGeom>
            <a:gradFill flip="none" rotWithShape="1">
              <a:gsLst>
                <a:gs pos="100000">
                  <a:srgbClr val="5694CB">
                    <a:lumMod val="0"/>
                    <a:lumOff val="100000"/>
                    <a:alpha val="0"/>
                  </a:srgbClr>
                </a:gs>
                <a:gs pos="0">
                  <a:srgbClr val="2A599F">
                    <a:lumMod val="0"/>
                    <a:lumOff val="100000"/>
                    <a:alpha val="84000"/>
                  </a:srgbClr>
                </a:gs>
              </a:gsLst>
              <a:lin ang="2700000" scaled="1"/>
            </a:gra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74" name="椭圆 16"/>
            <p:cNvSpPr/>
            <p:nvPr/>
          </p:nvSpPr>
          <p:spPr>
            <a:xfrm>
              <a:off x="948121" y="3539519"/>
              <a:ext cx="824798" cy="824798"/>
            </a:xfrm>
            <a:prstGeom prst="roundRect">
              <a:avLst>
                <a:gd name="adj" fmla="val 50000"/>
              </a:avLst>
            </a:prstGeom>
            <a:gradFill flip="none" rotWithShape="1">
              <a:gsLst>
                <a:gs pos="100000">
                  <a:srgbClr val="5694CB">
                    <a:lumMod val="9000"/>
                    <a:lumOff val="91000"/>
                  </a:srgbClr>
                </a:gs>
                <a:gs pos="0">
                  <a:srgbClr val="2A599F">
                    <a:alpha val="0"/>
                    <a:lumMod val="0"/>
                    <a:lumOff val="100000"/>
                  </a:srgbClr>
                </a:gs>
              </a:gsLst>
              <a:lin ang="2700000" scaled="1"/>
            </a:gradFill>
            <a:ln w="19050" cap="flat" cmpd="sng" algn="ctr">
              <a:gradFill flip="none" rotWithShape="1">
                <a:gsLst>
                  <a:gs pos="0">
                    <a:srgbClr val="0055FF">
                      <a:lumMod val="20000"/>
                      <a:lumOff val="80000"/>
                    </a:srgbClr>
                  </a:gs>
                  <a:gs pos="99000">
                    <a:srgbClr val="0055FF">
                      <a:lumMod val="21000"/>
                      <a:lumOff val="79000"/>
                    </a:srgbClr>
                  </a:gs>
                </a:gsLst>
                <a:lin ang="2700000" scaled="1"/>
              </a:gradFill>
              <a:prstDash val="solid"/>
              <a:miter lim="800000"/>
            </a:ln>
            <a:effectLst>
              <a:outerShdw blurRad="25400" dist="12700" dir="2700000" algn="tl" rotWithShape="0">
                <a:srgbClr val="78A6D3">
                  <a:alpha val="14000"/>
                </a:srgbClr>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grpSp>
      <p:sp>
        <p:nvSpPr>
          <p:cNvPr id="75" name="文本框 74"/>
          <p:cNvSpPr txBox="1"/>
          <p:nvPr/>
        </p:nvSpPr>
        <p:spPr>
          <a:xfrm>
            <a:off x="1252764" y="3904171"/>
            <a:ext cx="1983100" cy="338554"/>
          </a:xfrm>
          <a:prstGeom prst="rect">
            <a:avLst/>
          </a:prstGeom>
          <a:noFill/>
        </p:spPr>
        <p:txBody>
          <a:bodyPr wrap="square" rtlCol="0">
            <a:spAutoFit/>
          </a:bodyPr>
          <a:lstStyle>
            <a:defPPr>
              <a:defRPr lang="zh-CN"/>
            </a:defPPr>
            <a:lvl1pPr marR="0" lvl="0" indent="0" algn="ctr" fontAlgn="auto">
              <a:lnSpc>
                <a:spcPct val="100000"/>
              </a:lnSpc>
              <a:spcBef>
                <a:spcPct val="0"/>
              </a:spcBef>
              <a:spcAft>
                <a:spcPct val="0"/>
              </a:spcAft>
              <a:buClrTx/>
              <a:buSzTx/>
              <a:buFontTx/>
              <a:buNone/>
              <a:defRPr kumimoji="0" sz="1600" b="0" i="0" u="none" strike="noStrike" kern="0" cap="none" spc="0" normalizeH="0" baseline="0">
                <a:ln>
                  <a:noFill/>
                </a:ln>
                <a:solidFill>
                  <a:srgbClr val="1D78FA"/>
                </a:solidFill>
                <a:effectLst/>
                <a:uLnTx/>
                <a:uFillTx/>
                <a:latin typeface="Roboto"/>
                <a:ea typeface="微软雅黑" panose="020B0503020204020204" pitchFamily="34" charset="-122"/>
              </a:defRPr>
            </a:lvl1pPr>
          </a:lstStyle>
          <a:p>
            <a:pPr lvl="0" algn="ctr">
              <a:spcBef>
                <a:spcPts val="800"/>
              </a:spcBef>
              <a:defRPr/>
            </a:pPr>
            <a:r>
              <a:rPr lang="zh-CN" altLang="en-US" sz="1600" b="1" kern="0">
                <a:solidFill>
                  <a:srgbClr val="1D78FA"/>
                </a:solidFill>
                <a:latin typeface="微软雅黑" panose="020B0503020204020204" pitchFamily="34" charset="-122"/>
                <a:ea typeface="微软雅黑" panose="020B0503020204020204" pitchFamily="34" charset="-122"/>
              </a:rPr>
              <a:t>点击替换文字</a:t>
            </a:r>
          </a:p>
        </p:txBody>
      </p:sp>
      <p:grpSp>
        <p:nvGrpSpPr>
          <p:cNvPr id="77" name="组合 76"/>
          <p:cNvGrpSpPr/>
          <p:nvPr/>
        </p:nvGrpSpPr>
        <p:grpSpPr>
          <a:xfrm>
            <a:off x="8391615" y="1669412"/>
            <a:ext cx="2131076" cy="437805"/>
            <a:chOff x="948121" y="3539517"/>
            <a:chExt cx="824799" cy="824800"/>
          </a:xfrm>
        </p:grpSpPr>
        <p:sp>
          <p:nvSpPr>
            <p:cNvPr id="78" name="椭圆 12"/>
            <p:cNvSpPr/>
            <p:nvPr/>
          </p:nvSpPr>
          <p:spPr>
            <a:xfrm>
              <a:off x="948122" y="3539517"/>
              <a:ext cx="824798" cy="824798"/>
            </a:xfrm>
            <a:prstGeom prst="roundRect">
              <a:avLst>
                <a:gd name="adj" fmla="val 50000"/>
              </a:avLst>
            </a:prstGeom>
            <a:gradFill flip="none" rotWithShape="1">
              <a:gsLst>
                <a:gs pos="100000">
                  <a:srgbClr val="0055FF">
                    <a:lumMod val="20000"/>
                    <a:lumOff val="80000"/>
                  </a:srgbClr>
                </a:gs>
                <a:gs pos="0">
                  <a:srgbClr val="0055FF">
                    <a:lumMod val="60000"/>
                    <a:lumOff val="40000"/>
                  </a:srgbClr>
                </a:gs>
              </a:gsLst>
              <a:lin ang="2700000" scaled="1"/>
            </a:gradFill>
            <a:ln w="6350" cap="flat" cmpd="sng" algn="ctr">
              <a:gradFill flip="none" rotWithShape="1">
                <a:gsLst>
                  <a:gs pos="21800">
                    <a:srgbClr val="F3F6FB"/>
                  </a:gs>
                  <a:gs pos="0">
                    <a:srgbClr val="0055FF">
                      <a:lumMod val="0"/>
                      <a:lumOff val="100000"/>
                    </a:srgbClr>
                  </a:gs>
                  <a:gs pos="71440">
                    <a:srgbClr val="D7E1F2"/>
                  </a:gs>
                  <a:gs pos="99000">
                    <a:srgbClr val="0055FF">
                      <a:lumMod val="0"/>
                      <a:lumOff val="100000"/>
                    </a:srgbClr>
                  </a:gs>
                </a:gsLst>
                <a:lin ang="2700000" scaled="1"/>
              </a:gradFill>
              <a:prstDash val="solid"/>
              <a:miter lim="800000"/>
            </a:ln>
            <a:effectLst>
              <a:outerShdw blurRad="76200" dist="76200" dir="2700000" sx="102000" sy="102000" algn="tl" rotWithShape="0">
                <a:srgbClr val="0055FF">
                  <a:lumMod val="60000"/>
                  <a:lumOff val="40000"/>
                  <a:alpha val="17000"/>
                </a:srgbClr>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79" name="椭圆 13"/>
            <p:cNvSpPr/>
            <p:nvPr/>
          </p:nvSpPr>
          <p:spPr>
            <a:xfrm>
              <a:off x="948122" y="3539519"/>
              <a:ext cx="824798" cy="824798"/>
            </a:xfrm>
            <a:prstGeom prst="roundRect">
              <a:avLst>
                <a:gd name="adj" fmla="val 50000"/>
              </a:avLst>
            </a:prstGeom>
            <a:gradFill>
              <a:gsLst>
                <a:gs pos="4000">
                  <a:srgbClr val="0055FF">
                    <a:lumMod val="11000"/>
                    <a:lumOff val="89000"/>
                  </a:srgbClr>
                </a:gs>
                <a:gs pos="71440">
                  <a:srgbClr val="0055FF">
                    <a:lumMod val="20000"/>
                    <a:lumOff val="80000"/>
                  </a:srgbClr>
                </a:gs>
                <a:gs pos="99000">
                  <a:srgbClr val="0055FF">
                    <a:lumMod val="0"/>
                    <a:lumOff val="100000"/>
                  </a:srgbClr>
                </a:gs>
              </a:gsLst>
              <a:lin ang="2700000" scaled="1"/>
            </a:gradFill>
            <a:ln w="6350" cap="flat" cmpd="sng" algn="ctr">
              <a:gradFill flip="none" rotWithShape="1">
                <a:gsLst>
                  <a:gs pos="21800">
                    <a:srgbClr val="F3F6FB"/>
                  </a:gs>
                  <a:gs pos="0">
                    <a:srgbClr val="0055FF">
                      <a:lumMod val="0"/>
                      <a:lumOff val="100000"/>
                    </a:srgbClr>
                  </a:gs>
                  <a:gs pos="71440">
                    <a:srgbClr val="D7E1F2"/>
                  </a:gs>
                  <a:gs pos="99000">
                    <a:srgbClr val="0055FF">
                      <a:lumMod val="0"/>
                      <a:lumOff val="100000"/>
                    </a:srgbClr>
                  </a:gs>
                </a:gsLst>
                <a:lin ang="2700000" scaled="1"/>
              </a:gradFill>
              <a:prstDash val="solid"/>
              <a:miter lim="800000"/>
            </a:ln>
            <a:effectLst>
              <a:outerShdw blurRad="50800" dist="12700" dir="2700000" sx="101000" sy="101000" algn="tl" rotWithShape="0">
                <a:sysClr val="window" lastClr="FFFFFF"/>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80" name="椭圆 15"/>
            <p:cNvSpPr/>
            <p:nvPr/>
          </p:nvSpPr>
          <p:spPr>
            <a:xfrm>
              <a:off x="981777" y="3573174"/>
              <a:ext cx="757488" cy="757489"/>
            </a:xfrm>
            <a:prstGeom prst="roundRect">
              <a:avLst>
                <a:gd name="adj" fmla="val 50000"/>
              </a:avLst>
            </a:prstGeom>
            <a:gradFill flip="none" rotWithShape="1">
              <a:gsLst>
                <a:gs pos="100000">
                  <a:srgbClr val="5694CB">
                    <a:lumMod val="0"/>
                    <a:lumOff val="100000"/>
                    <a:alpha val="0"/>
                  </a:srgbClr>
                </a:gs>
                <a:gs pos="0">
                  <a:srgbClr val="2A599F">
                    <a:lumMod val="0"/>
                    <a:lumOff val="100000"/>
                    <a:alpha val="84000"/>
                  </a:srgbClr>
                </a:gs>
              </a:gsLst>
              <a:lin ang="2700000" scaled="1"/>
            </a:gra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81" name="椭圆 16"/>
            <p:cNvSpPr/>
            <p:nvPr/>
          </p:nvSpPr>
          <p:spPr>
            <a:xfrm>
              <a:off x="948121" y="3539519"/>
              <a:ext cx="824798" cy="824798"/>
            </a:xfrm>
            <a:prstGeom prst="roundRect">
              <a:avLst>
                <a:gd name="adj" fmla="val 50000"/>
              </a:avLst>
            </a:prstGeom>
            <a:gradFill flip="none" rotWithShape="1">
              <a:gsLst>
                <a:gs pos="100000">
                  <a:srgbClr val="5694CB">
                    <a:lumMod val="9000"/>
                    <a:lumOff val="91000"/>
                  </a:srgbClr>
                </a:gs>
                <a:gs pos="0">
                  <a:srgbClr val="2A599F">
                    <a:alpha val="0"/>
                    <a:lumMod val="0"/>
                    <a:lumOff val="100000"/>
                  </a:srgbClr>
                </a:gs>
              </a:gsLst>
              <a:lin ang="2700000" scaled="1"/>
            </a:gradFill>
            <a:ln w="19050" cap="flat" cmpd="sng" algn="ctr">
              <a:gradFill flip="none" rotWithShape="1">
                <a:gsLst>
                  <a:gs pos="0">
                    <a:srgbClr val="0055FF">
                      <a:lumMod val="20000"/>
                      <a:lumOff val="80000"/>
                    </a:srgbClr>
                  </a:gs>
                  <a:gs pos="99000">
                    <a:srgbClr val="0055FF">
                      <a:lumMod val="21000"/>
                      <a:lumOff val="79000"/>
                    </a:srgbClr>
                  </a:gs>
                </a:gsLst>
                <a:lin ang="2700000" scaled="1"/>
              </a:gradFill>
              <a:prstDash val="solid"/>
              <a:miter lim="800000"/>
            </a:ln>
            <a:effectLst>
              <a:outerShdw blurRad="25400" dist="12700" dir="2700000" algn="tl" rotWithShape="0">
                <a:srgbClr val="78A6D3">
                  <a:alpha val="14000"/>
                </a:srgbClr>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grpSp>
      <p:sp>
        <p:nvSpPr>
          <p:cNvPr id="82" name="文本框 81"/>
          <p:cNvSpPr txBox="1"/>
          <p:nvPr/>
        </p:nvSpPr>
        <p:spPr>
          <a:xfrm>
            <a:off x="8502093" y="1719037"/>
            <a:ext cx="1983100" cy="338554"/>
          </a:xfrm>
          <a:prstGeom prst="rect">
            <a:avLst/>
          </a:prstGeom>
          <a:noFill/>
        </p:spPr>
        <p:txBody>
          <a:bodyPr wrap="square" rtlCol="0">
            <a:spAutoFit/>
          </a:bodyPr>
          <a:lstStyle/>
          <a:p>
            <a:pPr lvl="0" algn="ctr">
              <a:spcBef>
                <a:spcPts val="800"/>
              </a:spcBef>
              <a:defRPr/>
            </a:pPr>
            <a:r>
              <a:rPr lang="zh-CN" altLang="en-US" sz="1600" b="1" kern="0">
                <a:solidFill>
                  <a:srgbClr val="1D78FA"/>
                </a:solidFill>
                <a:latin typeface="微软雅黑" panose="020B0503020204020204" pitchFamily="34" charset="-122"/>
                <a:ea typeface="微软雅黑" panose="020B0503020204020204" pitchFamily="34" charset="-122"/>
              </a:rPr>
              <a:t>点击替换文字</a:t>
            </a:r>
          </a:p>
        </p:txBody>
      </p:sp>
      <p:grpSp>
        <p:nvGrpSpPr>
          <p:cNvPr id="83" name="组合 82"/>
          <p:cNvGrpSpPr/>
          <p:nvPr/>
        </p:nvGrpSpPr>
        <p:grpSpPr>
          <a:xfrm>
            <a:off x="8519198" y="3854546"/>
            <a:ext cx="2131076" cy="437805"/>
            <a:chOff x="948121" y="3539517"/>
            <a:chExt cx="824799" cy="824800"/>
          </a:xfrm>
        </p:grpSpPr>
        <p:sp>
          <p:nvSpPr>
            <p:cNvPr id="84" name="椭圆 12"/>
            <p:cNvSpPr/>
            <p:nvPr/>
          </p:nvSpPr>
          <p:spPr>
            <a:xfrm>
              <a:off x="948122" y="3539517"/>
              <a:ext cx="824798" cy="824798"/>
            </a:xfrm>
            <a:prstGeom prst="roundRect">
              <a:avLst>
                <a:gd name="adj" fmla="val 50000"/>
              </a:avLst>
            </a:prstGeom>
            <a:gradFill flip="none" rotWithShape="1">
              <a:gsLst>
                <a:gs pos="100000">
                  <a:srgbClr val="0055FF">
                    <a:lumMod val="20000"/>
                    <a:lumOff val="80000"/>
                  </a:srgbClr>
                </a:gs>
                <a:gs pos="0">
                  <a:srgbClr val="0055FF">
                    <a:lumMod val="60000"/>
                    <a:lumOff val="40000"/>
                  </a:srgbClr>
                </a:gs>
              </a:gsLst>
              <a:lin ang="2700000" scaled="1"/>
            </a:gradFill>
            <a:ln w="6350" cap="flat" cmpd="sng" algn="ctr">
              <a:gradFill flip="none" rotWithShape="1">
                <a:gsLst>
                  <a:gs pos="21800">
                    <a:srgbClr val="F3F6FB"/>
                  </a:gs>
                  <a:gs pos="0">
                    <a:srgbClr val="0055FF">
                      <a:lumMod val="0"/>
                      <a:lumOff val="100000"/>
                    </a:srgbClr>
                  </a:gs>
                  <a:gs pos="71440">
                    <a:srgbClr val="D7E1F2"/>
                  </a:gs>
                  <a:gs pos="99000">
                    <a:srgbClr val="0055FF">
                      <a:lumMod val="0"/>
                      <a:lumOff val="100000"/>
                    </a:srgbClr>
                  </a:gs>
                </a:gsLst>
                <a:lin ang="2700000" scaled="1"/>
              </a:gradFill>
              <a:prstDash val="solid"/>
              <a:miter lim="800000"/>
            </a:ln>
            <a:effectLst>
              <a:outerShdw blurRad="76200" dist="76200" dir="2700000" sx="102000" sy="102000" algn="tl" rotWithShape="0">
                <a:srgbClr val="0055FF">
                  <a:lumMod val="60000"/>
                  <a:lumOff val="40000"/>
                  <a:alpha val="17000"/>
                </a:srgbClr>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85" name="椭圆 13"/>
            <p:cNvSpPr/>
            <p:nvPr/>
          </p:nvSpPr>
          <p:spPr>
            <a:xfrm>
              <a:off x="948122" y="3539519"/>
              <a:ext cx="824798" cy="824798"/>
            </a:xfrm>
            <a:prstGeom prst="roundRect">
              <a:avLst>
                <a:gd name="adj" fmla="val 50000"/>
              </a:avLst>
            </a:prstGeom>
            <a:gradFill>
              <a:gsLst>
                <a:gs pos="4000">
                  <a:srgbClr val="0055FF">
                    <a:lumMod val="11000"/>
                    <a:lumOff val="89000"/>
                  </a:srgbClr>
                </a:gs>
                <a:gs pos="71440">
                  <a:srgbClr val="0055FF">
                    <a:lumMod val="20000"/>
                    <a:lumOff val="80000"/>
                  </a:srgbClr>
                </a:gs>
                <a:gs pos="99000">
                  <a:srgbClr val="0055FF">
                    <a:lumMod val="0"/>
                    <a:lumOff val="100000"/>
                  </a:srgbClr>
                </a:gs>
              </a:gsLst>
              <a:lin ang="2700000" scaled="1"/>
            </a:gradFill>
            <a:ln w="6350" cap="flat" cmpd="sng" algn="ctr">
              <a:gradFill flip="none" rotWithShape="1">
                <a:gsLst>
                  <a:gs pos="21800">
                    <a:srgbClr val="F3F6FB"/>
                  </a:gs>
                  <a:gs pos="0">
                    <a:srgbClr val="0055FF">
                      <a:lumMod val="0"/>
                      <a:lumOff val="100000"/>
                    </a:srgbClr>
                  </a:gs>
                  <a:gs pos="71440">
                    <a:srgbClr val="D7E1F2"/>
                  </a:gs>
                  <a:gs pos="99000">
                    <a:srgbClr val="0055FF">
                      <a:lumMod val="0"/>
                      <a:lumOff val="100000"/>
                    </a:srgbClr>
                  </a:gs>
                </a:gsLst>
                <a:lin ang="2700000" scaled="1"/>
              </a:gradFill>
              <a:prstDash val="solid"/>
              <a:miter lim="800000"/>
            </a:ln>
            <a:effectLst>
              <a:outerShdw blurRad="50800" dist="12700" dir="2700000" sx="101000" sy="101000" algn="tl" rotWithShape="0">
                <a:sysClr val="window" lastClr="FFFFFF"/>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86" name="椭圆 15"/>
            <p:cNvSpPr/>
            <p:nvPr/>
          </p:nvSpPr>
          <p:spPr>
            <a:xfrm>
              <a:off x="981777" y="3573174"/>
              <a:ext cx="757488" cy="757489"/>
            </a:xfrm>
            <a:prstGeom prst="roundRect">
              <a:avLst>
                <a:gd name="adj" fmla="val 50000"/>
              </a:avLst>
            </a:prstGeom>
            <a:gradFill flip="none" rotWithShape="1">
              <a:gsLst>
                <a:gs pos="100000">
                  <a:srgbClr val="5694CB">
                    <a:lumMod val="0"/>
                    <a:lumOff val="100000"/>
                    <a:alpha val="0"/>
                  </a:srgbClr>
                </a:gs>
                <a:gs pos="0">
                  <a:srgbClr val="2A599F">
                    <a:lumMod val="0"/>
                    <a:lumOff val="100000"/>
                    <a:alpha val="84000"/>
                  </a:srgbClr>
                </a:gs>
              </a:gsLst>
              <a:lin ang="2700000" scaled="1"/>
            </a:gra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sp>
          <p:nvSpPr>
            <p:cNvPr id="87" name="椭圆 16"/>
            <p:cNvSpPr/>
            <p:nvPr/>
          </p:nvSpPr>
          <p:spPr>
            <a:xfrm>
              <a:off x="948121" y="3539519"/>
              <a:ext cx="824798" cy="824798"/>
            </a:xfrm>
            <a:prstGeom prst="roundRect">
              <a:avLst>
                <a:gd name="adj" fmla="val 50000"/>
              </a:avLst>
            </a:prstGeom>
            <a:gradFill flip="none" rotWithShape="1">
              <a:gsLst>
                <a:gs pos="100000">
                  <a:srgbClr val="5694CB">
                    <a:lumMod val="9000"/>
                    <a:lumOff val="91000"/>
                  </a:srgbClr>
                </a:gs>
                <a:gs pos="0">
                  <a:srgbClr val="2A599F">
                    <a:alpha val="0"/>
                    <a:lumMod val="0"/>
                    <a:lumOff val="100000"/>
                  </a:srgbClr>
                </a:gs>
              </a:gsLst>
              <a:lin ang="2700000" scaled="1"/>
            </a:gradFill>
            <a:ln w="19050" cap="flat" cmpd="sng" algn="ctr">
              <a:gradFill flip="none" rotWithShape="1">
                <a:gsLst>
                  <a:gs pos="0">
                    <a:srgbClr val="0055FF">
                      <a:lumMod val="20000"/>
                      <a:lumOff val="80000"/>
                    </a:srgbClr>
                  </a:gs>
                  <a:gs pos="99000">
                    <a:srgbClr val="0055FF">
                      <a:lumMod val="21000"/>
                      <a:lumOff val="79000"/>
                    </a:srgbClr>
                  </a:gs>
                </a:gsLst>
                <a:lin ang="2700000" scaled="1"/>
              </a:gradFill>
              <a:prstDash val="solid"/>
              <a:miter lim="800000"/>
            </a:ln>
            <a:effectLst>
              <a:outerShdw blurRad="25400" dist="12700" dir="2700000" algn="tl" rotWithShape="0">
                <a:srgbClr val="78A6D3">
                  <a:alpha val="14000"/>
                </a:srgbClr>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Roboto"/>
                <a:ea typeface="微软雅黑" panose="020B0503020204020204" pitchFamily="34" charset="-122"/>
                <a:cs typeface="+mn-cs"/>
              </a:endParaRPr>
            </a:p>
          </p:txBody>
        </p:sp>
      </p:grpSp>
      <p:sp>
        <p:nvSpPr>
          <p:cNvPr id="88" name="文本框 87"/>
          <p:cNvSpPr txBox="1"/>
          <p:nvPr/>
        </p:nvSpPr>
        <p:spPr>
          <a:xfrm>
            <a:off x="8629676" y="3904171"/>
            <a:ext cx="1983100" cy="338554"/>
          </a:xfrm>
          <a:prstGeom prst="rect">
            <a:avLst/>
          </a:prstGeom>
          <a:noFill/>
        </p:spPr>
        <p:txBody>
          <a:bodyPr wrap="square" rtlCol="0">
            <a:spAutoFit/>
          </a:bodyPr>
          <a:lstStyle>
            <a:defPPr>
              <a:defRPr lang="zh-CN"/>
            </a:defPPr>
            <a:lvl1pPr marR="0" lvl="0" indent="0" algn="ctr" fontAlgn="auto">
              <a:lnSpc>
                <a:spcPct val="100000"/>
              </a:lnSpc>
              <a:spcBef>
                <a:spcPct val="0"/>
              </a:spcBef>
              <a:spcAft>
                <a:spcPct val="0"/>
              </a:spcAft>
              <a:buClrTx/>
              <a:buSzTx/>
              <a:buFontTx/>
              <a:buNone/>
              <a:defRPr kumimoji="0" sz="1600" b="0" i="0" u="none" strike="noStrike" kern="0" cap="none" spc="0" normalizeH="0" baseline="0">
                <a:ln>
                  <a:noFill/>
                </a:ln>
                <a:solidFill>
                  <a:srgbClr val="1D78FA"/>
                </a:solidFill>
                <a:effectLst/>
                <a:uLnTx/>
                <a:uFillTx/>
                <a:latin typeface="Roboto"/>
                <a:ea typeface="微软雅黑" panose="020B0503020204020204" pitchFamily="34" charset="-122"/>
              </a:defRPr>
            </a:lvl1pPr>
          </a:lstStyle>
          <a:p>
            <a:pPr lvl="0" algn="ctr">
              <a:spcBef>
                <a:spcPts val="800"/>
              </a:spcBef>
              <a:defRPr/>
            </a:pPr>
            <a:r>
              <a:rPr lang="zh-CN" altLang="en-US" sz="1600" b="1" kern="0">
                <a:solidFill>
                  <a:srgbClr val="1D78FA"/>
                </a:solidFill>
                <a:latin typeface="微软雅黑" panose="020B0503020204020204" pitchFamily="34" charset="-122"/>
                <a:ea typeface="微软雅黑" panose="020B0503020204020204" pitchFamily="34" charset="-122"/>
              </a:rPr>
              <a:t>点击替换文字</a:t>
            </a:r>
          </a:p>
        </p:txBody>
      </p:sp>
      <p:sp>
        <p:nvSpPr>
          <p:cNvPr id="2" name="文本框 1"/>
          <p:cNvSpPr txBox="1"/>
          <p:nvPr/>
        </p:nvSpPr>
        <p:spPr>
          <a:xfrm>
            <a:off x="634122" y="2302684"/>
            <a:ext cx="3051052" cy="89011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GB" altLang="zh-CN" sz="1200" b="0" i="0">
                <a:solidFill>
                  <a:srgbClr val="333333"/>
                </a:solidFill>
                <a:effectLst/>
                <a:latin typeface="+mn-ea"/>
              </a:rPr>
              <a:t>RFID</a:t>
            </a:r>
            <a:r>
              <a:rPr lang="zh-CN" altLang="en-US" sz="1200" b="0" i="0">
                <a:solidFill>
                  <a:srgbClr val="333333"/>
                </a:solidFill>
                <a:effectLst/>
                <a:latin typeface="+mn-ea"/>
              </a:rPr>
              <a:t>是一种简单的无线系统，由一个询问器（或阅读器）和很多应答器（或标签）组成</a:t>
            </a:r>
            <a:endParaRPr lang="en-US" altLang="zh-CN" sz="1200" b="0" i="0">
              <a:solidFill>
                <a:srgbClr val="333333"/>
              </a:solidFill>
              <a:effectLst/>
              <a:latin typeface="+mn-ea"/>
            </a:endParaRPr>
          </a:p>
        </p:txBody>
      </p:sp>
      <p:sp>
        <p:nvSpPr>
          <p:cNvPr id="3" name="文本框 2"/>
          <p:cNvSpPr txBox="1"/>
          <p:nvPr/>
        </p:nvSpPr>
        <p:spPr>
          <a:xfrm>
            <a:off x="634122" y="4444925"/>
            <a:ext cx="2931782" cy="89069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200" b="0" i="0">
                <a:solidFill>
                  <a:srgbClr val="333333"/>
                </a:solidFill>
                <a:effectLst/>
                <a:latin typeface="+mn-ea"/>
              </a:rPr>
              <a:t>基于云计算平台和智能网络</a:t>
            </a:r>
            <a:endParaRPr lang="en-US" altLang="zh-CN" sz="1200" b="0" i="0">
              <a:solidFill>
                <a:srgbClr val="333333"/>
              </a:solidFill>
              <a:effectLst/>
              <a:latin typeface="+mn-ea"/>
            </a:endParaRPr>
          </a:p>
          <a:p>
            <a:pPr marL="285750" indent="-285750">
              <a:lnSpc>
                <a:spcPct val="150000"/>
              </a:lnSpc>
              <a:buFont typeface="Arial" panose="020B0604020202020204" pitchFamily="34" charset="0"/>
              <a:buChar char="•"/>
            </a:pPr>
            <a:r>
              <a:rPr lang="zh-CN" altLang="en-US" sz="1200" b="0" i="0">
                <a:solidFill>
                  <a:srgbClr val="333333"/>
                </a:solidFill>
                <a:effectLst/>
                <a:latin typeface="+mn-ea"/>
              </a:rPr>
              <a:t>可以依据传感器网络获取的数据进行决策</a:t>
            </a:r>
            <a:endParaRPr lang="zh-CN" altLang="en-US" sz="1200">
              <a:latin typeface="+mn-ea"/>
            </a:endParaRPr>
          </a:p>
        </p:txBody>
      </p:sp>
      <p:sp>
        <p:nvSpPr>
          <p:cNvPr id="4" name="文本框 3"/>
          <p:cNvSpPr txBox="1"/>
          <p:nvPr/>
        </p:nvSpPr>
        <p:spPr>
          <a:xfrm>
            <a:off x="8230480" y="2302684"/>
            <a:ext cx="3405997" cy="890115"/>
          </a:xfrm>
          <a:prstGeom prst="rect">
            <a:avLst/>
          </a:prstGeom>
          <a:noFill/>
        </p:spPr>
        <p:txBody>
          <a:bodyPr wrap="square">
            <a:spAutoFit/>
          </a:bodyPr>
          <a:lstStyle>
            <a:defPPr>
              <a:defRPr lang="zh-CN"/>
            </a:defPPr>
            <a:lvl1pPr marL="285750" indent="-285750">
              <a:lnSpc>
                <a:spcPct val="150000"/>
              </a:lnSpc>
              <a:buFont typeface="Arial" panose="020B0604020202020204" pitchFamily="34" charset="0"/>
              <a:buChar char="•"/>
              <a:defRPr sz="1200" b="0" i="0">
                <a:solidFill>
                  <a:srgbClr val="333333"/>
                </a:solidFill>
                <a:effectLst/>
                <a:latin typeface="Helvetica Neue" panose="02000503000000020004" pitchFamily="2" charset="0"/>
              </a:defRPr>
            </a:lvl1pPr>
          </a:lstStyle>
          <a:p>
            <a:r>
              <a:rPr lang="zh-CN" altLang="en-US">
                <a:latin typeface="+mn-ea"/>
              </a:rPr>
              <a:t>它是由微传感器、微执行器、信号处理和控制电路、通讯接口和电源等部件组成的一体化的微型器件系统。</a:t>
            </a:r>
            <a:endParaRPr lang="en-US" altLang="zh-CN" sz="1200" b="0" i="0">
              <a:solidFill>
                <a:srgbClr val="333333"/>
              </a:solidFill>
              <a:effectLst/>
              <a:latin typeface="Helvetica Neue" panose="02000503000000020004" pitchFamily="2" charset="0"/>
            </a:endParaRPr>
          </a:p>
        </p:txBody>
      </p:sp>
      <p:sp>
        <p:nvSpPr>
          <p:cNvPr id="5" name="文本框 4"/>
          <p:cNvSpPr txBox="1"/>
          <p:nvPr/>
        </p:nvSpPr>
        <p:spPr>
          <a:xfrm>
            <a:off x="8230480" y="4444925"/>
            <a:ext cx="3405997" cy="890115"/>
          </a:xfrm>
          <a:prstGeom prst="rect">
            <a:avLst/>
          </a:prstGeom>
          <a:noFill/>
        </p:spPr>
        <p:txBody>
          <a:bodyPr wrap="square">
            <a:spAutoFit/>
          </a:bodyPr>
          <a:lstStyle>
            <a:defPPr>
              <a:defRPr lang="zh-CN"/>
            </a:defPPr>
            <a:lvl1pPr marL="285750" indent="-285750">
              <a:lnSpc>
                <a:spcPct val="150000"/>
              </a:lnSpc>
              <a:buFont typeface="Arial" panose="020B0604020202020204" pitchFamily="34" charset="0"/>
              <a:buChar char="•"/>
              <a:defRPr sz="1200" b="0" i="0">
                <a:solidFill>
                  <a:srgbClr val="333333"/>
                </a:solidFill>
                <a:effectLst/>
                <a:latin typeface="Helvetica Neue" panose="02000503000000020004" pitchFamily="2" charset="0"/>
              </a:defRPr>
            </a:lvl1pPr>
          </a:lstStyle>
          <a:p>
            <a:r>
              <a:rPr lang="zh-CN" altLang="en-US">
                <a:latin typeface="+mn-ea"/>
              </a:rPr>
              <a:t>其目标是把信息的获取</a:t>
            </a:r>
            <a:endParaRPr lang="en-US" altLang="zh-CN">
              <a:latin typeface="+mn-ea"/>
            </a:endParaRPr>
          </a:p>
          <a:p>
            <a:r>
              <a:rPr lang="en-GB" altLang="zh-CN" sz="1200" b="0" i="0">
                <a:solidFill>
                  <a:srgbClr val="333333"/>
                </a:solidFill>
                <a:effectLst/>
                <a:latin typeface="Helvetica Neue" panose="02000503000000020004" pitchFamily="2" charset="0"/>
              </a:rPr>
              <a:t>RFID</a:t>
            </a:r>
            <a:r>
              <a:rPr lang="zh-CN" altLang="en-US" sz="1200" b="0" i="0">
                <a:solidFill>
                  <a:srgbClr val="333333"/>
                </a:solidFill>
                <a:effectLst/>
                <a:latin typeface="Helvetica Neue" panose="02000503000000020004" pitchFamily="2" charset="0"/>
              </a:rPr>
              <a:t>是一种简单的无线系统，由一个询问器（或阅读器）和很多应答器（或标签）组成</a:t>
            </a:r>
            <a:endParaRPr lang="en-US" altLang="zh-CN" sz="1200" b="0" i="0">
              <a:solidFill>
                <a:srgbClr val="333333"/>
              </a:solidFill>
              <a:effectLst/>
              <a:latin typeface="Helvetica Neue" panose="02000503000000020004" pitchFamily="2"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标题 103"/>
          <p:cNvSpPr>
            <a:spLocks noGrp="1"/>
          </p:cNvSpPr>
          <p:nvPr>
            <p:ph type="title"/>
          </p:nvPr>
        </p:nvSpPr>
        <p:spPr>
          <a:xfrm>
            <a:off x="632137" y="245670"/>
            <a:ext cx="6695941" cy="402674"/>
          </a:xfrm>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Helvetica85-Heavy"/>
                <a:ea typeface="汉仪综艺体简" panose="02010609000101010101" pitchFamily="49" charset="-122"/>
                <a:cs typeface="+mn-cs"/>
              </a:rPr>
              <a:t>物联网产品优势</a:t>
            </a:r>
          </a:p>
        </p:txBody>
      </p:sp>
      <p:sp>
        <p:nvSpPr>
          <p:cNvPr id="107" name="文本框 106"/>
          <p:cNvSpPr txBox="1"/>
          <p:nvPr/>
        </p:nvSpPr>
        <p:spPr>
          <a:xfrm>
            <a:off x="625557" y="611269"/>
            <a:ext cx="2784993" cy="276999"/>
          </a:xfrm>
          <a:prstGeom prst="rect">
            <a:avLst/>
          </a:prstGeom>
          <a:noFill/>
        </p:spPr>
        <p:txBody>
          <a:bodyPr wrap="none" rtlCol="0">
            <a:spAutoFit/>
          </a:bodyPr>
          <a:lstStyle>
            <a:defPPr>
              <a:defRPr lang="zh-CN"/>
            </a:defPPr>
            <a:lvl1pPr>
              <a:defRPr sz="1400">
                <a:solidFill>
                  <a:schemeClr val="bg1">
                    <a:lumMod val="65000"/>
                  </a:schemeClr>
                </a:solidFill>
                <a:effectLst/>
                <a:latin typeface="微软雅黑 Light" panose="020B0502040204020203" pitchFamily="34" charset="-122"/>
                <a:ea typeface="微软雅黑 Light" panose="020B0502040204020203" pitchFamily="34" charset="-122"/>
                <a:cs typeface="阿里巴巴普惠体 M" panose="00020600040101010101" pitchFamily="18"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altLang="zh-CN" sz="1200" spc="300"/>
              <a:t>Design Project Directory</a:t>
            </a:r>
          </a:p>
        </p:txBody>
      </p:sp>
      <p:sp>
        <p:nvSpPr>
          <p:cNvPr id="66" name="矩形: 圆角 17"/>
          <p:cNvSpPr/>
          <p:nvPr/>
        </p:nvSpPr>
        <p:spPr>
          <a:xfrm>
            <a:off x="1352550" y="1676577"/>
            <a:ext cx="1270000" cy="406400"/>
          </a:xfrm>
          <a:prstGeom prst="roundRect">
            <a:avLst>
              <a:gd name="adj" fmla="val 50000"/>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en-US" sz="1400" b="1">
              <a:solidFill>
                <a:schemeClr val="lt1"/>
              </a:solidFill>
              <a:latin typeface="微软雅黑" panose="020B0503020204020204" pitchFamily="34" charset="-122"/>
              <a:ea typeface="微软雅黑" panose="020B0503020204020204" pitchFamily="34" charset="-122"/>
            </a:endParaRPr>
          </a:p>
        </p:txBody>
      </p:sp>
      <p:sp>
        <p:nvSpPr>
          <p:cNvPr id="67" name="矩形: 圆角 18"/>
          <p:cNvSpPr/>
          <p:nvPr/>
        </p:nvSpPr>
        <p:spPr>
          <a:xfrm>
            <a:off x="3232150" y="1676577"/>
            <a:ext cx="1270000" cy="406400"/>
          </a:xfrm>
          <a:prstGeom prst="roundRect">
            <a:avLst>
              <a:gd name="adj" fmla="val 50000"/>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en-US" sz="1400" b="1">
              <a:solidFill>
                <a:schemeClr val="lt1"/>
              </a:solidFill>
              <a:latin typeface="微软雅黑" panose="020B0503020204020204" pitchFamily="34" charset="-122"/>
              <a:ea typeface="微软雅黑" panose="020B0503020204020204" pitchFamily="34" charset="-122"/>
            </a:endParaRPr>
          </a:p>
        </p:txBody>
      </p:sp>
      <p:sp>
        <p:nvSpPr>
          <p:cNvPr id="68" name="矩形: 圆角 19"/>
          <p:cNvSpPr/>
          <p:nvPr/>
        </p:nvSpPr>
        <p:spPr>
          <a:xfrm>
            <a:off x="5257800" y="1676577"/>
            <a:ext cx="1270000" cy="406400"/>
          </a:xfrm>
          <a:prstGeom prst="roundRect">
            <a:avLst>
              <a:gd name="adj" fmla="val 50000"/>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en-US" sz="1400" b="1">
              <a:solidFill>
                <a:schemeClr val="lt1"/>
              </a:solidFill>
              <a:latin typeface="微软雅黑" panose="020B0503020204020204" pitchFamily="34" charset="-122"/>
              <a:ea typeface="微软雅黑" panose="020B0503020204020204" pitchFamily="34" charset="-122"/>
            </a:endParaRPr>
          </a:p>
        </p:txBody>
      </p:sp>
      <p:sp>
        <p:nvSpPr>
          <p:cNvPr id="69" name="矩形: 圆角 20"/>
          <p:cNvSpPr/>
          <p:nvPr/>
        </p:nvSpPr>
        <p:spPr>
          <a:xfrm>
            <a:off x="7346950" y="1676577"/>
            <a:ext cx="1270000" cy="406400"/>
          </a:xfrm>
          <a:prstGeom prst="roundRect">
            <a:avLst>
              <a:gd name="adj" fmla="val 50000"/>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en-US" sz="1400" b="1">
              <a:solidFill>
                <a:schemeClr val="lt1"/>
              </a:solidFill>
              <a:latin typeface="微软雅黑" panose="020B0503020204020204" pitchFamily="34" charset="-122"/>
              <a:ea typeface="微软雅黑" panose="020B0503020204020204" pitchFamily="34" charset="-122"/>
            </a:endParaRPr>
          </a:p>
        </p:txBody>
      </p:sp>
      <p:sp>
        <p:nvSpPr>
          <p:cNvPr id="70" name="矩形: 圆角 21"/>
          <p:cNvSpPr/>
          <p:nvPr/>
        </p:nvSpPr>
        <p:spPr>
          <a:xfrm>
            <a:off x="9436100" y="1676577"/>
            <a:ext cx="1270000" cy="406400"/>
          </a:xfrm>
          <a:prstGeom prst="roundRect">
            <a:avLst>
              <a:gd name="adj" fmla="val 50000"/>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en-US" sz="1400" b="1">
              <a:latin typeface="微软雅黑" panose="020B0503020204020204" pitchFamily="34" charset="-122"/>
              <a:ea typeface="微软雅黑" panose="020B0503020204020204" pitchFamily="34" charset="-122"/>
            </a:endParaRPr>
          </a:p>
        </p:txBody>
      </p:sp>
      <p:sp>
        <p:nvSpPr>
          <p:cNvPr id="71" name="任意多边形: 形状 22"/>
          <p:cNvSpPr/>
          <p:nvPr/>
        </p:nvSpPr>
        <p:spPr>
          <a:xfrm>
            <a:off x="1981200" y="2120900"/>
            <a:ext cx="6350" cy="2762250"/>
          </a:xfrm>
          <a:custGeom>
            <a:avLst/>
            <a:gdLst>
              <a:gd name="connsiteX0" fmla="*/ 0 w 6350"/>
              <a:gd name="connsiteY0" fmla="*/ 0 h 2762250"/>
              <a:gd name="connsiteX1" fmla="*/ 0 w 6350"/>
              <a:gd name="connsiteY1" fmla="*/ 2762250 h 2762250"/>
            </a:gdLst>
            <a:ahLst/>
            <a:cxnLst>
              <a:cxn ang="0">
                <a:pos x="connsiteX0" y="connsiteY0"/>
              </a:cxn>
              <a:cxn ang="0">
                <a:pos x="connsiteX1" y="connsiteY1"/>
              </a:cxn>
            </a:cxnLst>
            <a:rect l="l" t="t" r="r" b="b"/>
            <a:pathLst>
              <a:path w="6350" h="2762250">
                <a:moveTo>
                  <a:pt x="0" y="0"/>
                </a:moveTo>
                <a:lnTo>
                  <a:pt x="0" y="2762250"/>
                </a:lnTo>
              </a:path>
            </a:pathLst>
          </a:custGeom>
          <a:noFill/>
          <a:ln w="12700" cap="flat">
            <a:solidFill>
              <a:srgbClr val="C8DAF5"/>
            </a:solidFill>
            <a:custDash>
              <a:ds d="600000" sp="600000"/>
            </a:custDash>
            <a:miter/>
          </a:ln>
        </p:spPr>
        <p:txBody>
          <a:bodyPr rtlCol="0" anchor="ctr"/>
          <a:lstStyle/>
          <a:p>
            <a:endParaRPr lang="en-US"/>
          </a:p>
        </p:txBody>
      </p:sp>
      <p:sp>
        <p:nvSpPr>
          <p:cNvPr id="72" name="任意多边形: 形状 23"/>
          <p:cNvSpPr/>
          <p:nvPr/>
        </p:nvSpPr>
        <p:spPr>
          <a:xfrm>
            <a:off x="1948205" y="4864100"/>
            <a:ext cx="65989" cy="57150"/>
          </a:xfrm>
          <a:custGeom>
            <a:avLst/>
            <a:gdLst>
              <a:gd name="connsiteX0" fmla="*/ 32995 w 65989"/>
              <a:gd name="connsiteY0" fmla="*/ 57150 h 57150"/>
              <a:gd name="connsiteX1" fmla="*/ 65989 w 65989"/>
              <a:gd name="connsiteY1" fmla="*/ 0 h 57150"/>
              <a:gd name="connsiteX2" fmla="*/ 0 w 65989"/>
              <a:gd name="connsiteY2" fmla="*/ 0 h 57150"/>
              <a:gd name="connsiteX3" fmla="*/ 32995 w 65989"/>
              <a:gd name="connsiteY3" fmla="*/ 57150 h 57150"/>
            </a:gdLst>
            <a:ahLst/>
            <a:cxnLst>
              <a:cxn ang="0">
                <a:pos x="connsiteX0" y="connsiteY0"/>
              </a:cxn>
              <a:cxn ang="0">
                <a:pos x="connsiteX1" y="connsiteY1"/>
              </a:cxn>
              <a:cxn ang="0">
                <a:pos x="connsiteX2" y="connsiteY2"/>
              </a:cxn>
              <a:cxn ang="0">
                <a:pos x="connsiteX3" y="connsiteY3"/>
              </a:cxn>
            </a:cxnLst>
            <a:rect l="l" t="t" r="r" b="b"/>
            <a:pathLst>
              <a:path w="65989" h="57150">
                <a:moveTo>
                  <a:pt x="32995" y="57150"/>
                </a:moveTo>
                <a:lnTo>
                  <a:pt x="65989" y="0"/>
                </a:lnTo>
                <a:lnTo>
                  <a:pt x="0" y="0"/>
                </a:lnTo>
                <a:lnTo>
                  <a:pt x="32995" y="57150"/>
                </a:lnTo>
                <a:close/>
              </a:path>
            </a:pathLst>
          </a:custGeom>
          <a:solidFill>
            <a:srgbClr val="4794FF"/>
          </a:solidFill>
          <a:ln w="6350" cap="flat">
            <a:noFill/>
            <a:prstDash val="solid"/>
            <a:miter/>
          </a:ln>
        </p:spPr>
        <p:txBody>
          <a:bodyPr rtlCol="0" anchor="ctr"/>
          <a:lstStyle/>
          <a:p>
            <a:endParaRPr lang="en-US"/>
          </a:p>
        </p:txBody>
      </p:sp>
      <p:sp>
        <p:nvSpPr>
          <p:cNvPr id="73" name="任意多边形: 形状 24"/>
          <p:cNvSpPr/>
          <p:nvPr/>
        </p:nvSpPr>
        <p:spPr>
          <a:xfrm>
            <a:off x="3867150" y="2120900"/>
            <a:ext cx="6350" cy="2762250"/>
          </a:xfrm>
          <a:custGeom>
            <a:avLst/>
            <a:gdLst>
              <a:gd name="connsiteX0" fmla="*/ 0 w 6350"/>
              <a:gd name="connsiteY0" fmla="*/ 0 h 2762250"/>
              <a:gd name="connsiteX1" fmla="*/ 0 w 6350"/>
              <a:gd name="connsiteY1" fmla="*/ 2762250 h 2762250"/>
            </a:gdLst>
            <a:ahLst/>
            <a:cxnLst>
              <a:cxn ang="0">
                <a:pos x="connsiteX0" y="connsiteY0"/>
              </a:cxn>
              <a:cxn ang="0">
                <a:pos x="connsiteX1" y="connsiteY1"/>
              </a:cxn>
            </a:cxnLst>
            <a:rect l="l" t="t" r="r" b="b"/>
            <a:pathLst>
              <a:path w="6350" h="2762250">
                <a:moveTo>
                  <a:pt x="0" y="0"/>
                </a:moveTo>
                <a:lnTo>
                  <a:pt x="0" y="2762250"/>
                </a:lnTo>
              </a:path>
            </a:pathLst>
          </a:custGeom>
          <a:noFill/>
          <a:ln w="12700" cap="flat">
            <a:solidFill>
              <a:srgbClr val="C8DAF5"/>
            </a:solidFill>
            <a:custDash>
              <a:ds d="600000" sp="600000"/>
            </a:custDash>
            <a:miter/>
          </a:ln>
        </p:spPr>
        <p:txBody>
          <a:bodyPr rtlCol="0" anchor="ctr"/>
          <a:lstStyle/>
          <a:p>
            <a:endParaRPr lang="en-US"/>
          </a:p>
        </p:txBody>
      </p:sp>
      <p:sp>
        <p:nvSpPr>
          <p:cNvPr id="74" name="任意多边形: 形状 25"/>
          <p:cNvSpPr/>
          <p:nvPr/>
        </p:nvSpPr>
        <p:spPr>
          <a:xfrm>
            <a:off x="3834155" y="4864100"/>
            <a:ext cx="65988" cy="57150"/>
          </a:xfrm>
          <a:custGeom>
            <a:avLst/>
            <a:gdLst>
              <a:gd name="connsiteX0" fmla="*/ 32994 w 65988"/>
              <a:gd name="connsiteY0" fmla="*/ 57150 h 57150"/>
              <a:gd name="connsiteX1" fmla="*/ 65989 w 65988"/>
              <a:gd name="connsiteY1" fmla="*/ 0 h 57150"/>
              <a:gd name="connsiteX2" fmla="*/ 0 w 65988"/>
              <a:gd name="connsiteY2" fmla="*/ 0 h 57150"/>
              <a:gd name="connsiteX3" fmla="*/ 32994 w 65988"/>
              <a:gd name="connsiteY3" fmla="*/ 57150 h 57150"/>
            </a:gdLst>
            <a:ahLst/>
            <a:cxnLst>
              <a:cxn ang="0">
                <a:pos x="connsiteX0" y="connsiteY0"/>
              </a:cxn>
              <a:cxn ang="0">
                <a:pos x="connsiteX1" y="connsiteY1"/>
              </a:cxn>
              <a:cxn ang="0">
                <a:pos x="connsiteX2" y="connsiteY2"/>
              </a:cxn>
              <a:cxn ang="0">
                <a:pos x="connsiteX3" y="connsiteY3"/>
              </a:cxn>
            </a:cxnLst>
            <a:rect l="l" t="t" r="r" b="b"/>
            <a:pathLst>
              <a:path w="65988" h="57150">
                <a:moveTo>
                  <a:pt x="32994" y="57150"/>
                </a:moveTo>
                <a:lnTo>
                  <a:pt x="65989" y="0"/>
                </a:lnTo>
                <a:lnTo>
                  <a:pt x="0" y="0"/>
                </a:lnTo>
                <a:lnTo>
                  <a:pt x="32994" y="57150"/>
                </a:lnTo>
                <a:close/>
              </a:path>
            </a:pathLst>
          </a:custGeom>
          <a:solidFill>
            <a:srgbClr val="4794FF"/>
          </a:solidFill>
          <a:ln w="6350" cap="flat">
            <a:noFill/>
            <a:prstDash val="solid"/>
            <a:miter/>
          </a:ln>
        </p:spPr>
        <p:txBody>
          <a:bodyPr rtlCol="0" anchor="ctr"/>
          <a:lstStyle/>
          <a:p>
            <a:endParaRPr lang="en-US"/>
          </a:p>
        </p:txBody>
      </p:sp>
      <p:sp>
        <p:nvSpPr>
          <p:cNvPr id="75" name="任意多边形: 形状 26"/>
          <p:cNvSpPr/>
          <p:nvPr/>
        </p:nvSpPr>
        <p:spPr>
          <a:xfrm>
            <a:off x="5892800" y="2120900"/>
            <a:ext cx="6350" cy="2762250"/>
          </a:xfrm>
          <a:custGeom>
            <a:avLst/>
            <a:gdLst>
              <a:gd name="connsiteX0" fmla="*/ 0 w 6350"/>
              <a:gd name="connsiteY0" fmla="*/ 0 h 2762250"/>
              <a:gd name="connsiteX1" fmla="*/ 0 w 6350"/>
              <a:gd name="connsiteY1" fmla="*/ 2762250 h 2762250"/>
            </a:gdLst>
            <a:ahLst/>
            <a:cxnLst>
              <a:cxn ang="0">
                <a:pos x="connsiteX0" y="connsiteY0"/>
              </a:cxn>
              <a:cxn ang="0">
                <a:pos x="connsiteX1" y="connsiteY1"/>
              </a:cxn>
            </a:cxnLst>
            <a:rect l="l" t="t" r="r" b="b"/>
            <a:pathLst>
              <a:path w="6350" h="2762250">
                <a:moveTo>
                  <a:pt x="0" y="0"/>
                </a:moveTo>
                <a:lnTo>
                  <a:pt x="0" y="2762250"/>
                </a:lnTo>
              </a:path>
            </a:pathLst>
          </a:custGeom>
          <a:noFill/>
          <a:ln w="12700" cap="flat">
            <a:solidFill>
              <a:srgbClr val="C8DAF5"/>
            </a:solidFill>
            <a:custDash>
              <a:ds d="600000" sp="600000"/>
            </a:custDash>
            <a:miter/>
          </a:ln>
        </p:spPr>
        <p:txBody>
          <a:bodyPr rtlCol="0" anchor="ctr"/>
          <a:lstStyle/>
          <a:p>
            <a:endParaRPr lang="en-US"/>
          </a:p>
        </p:txBody>
      </p:sp>
      <p:sp>
        <p:nvSpPr>
          <p:cNvPr id="76" name="任意多边形: 形状 27"/>
          <p:cNvSpPr/>
          <p:nvPr/>
        </p:nvSpPr>
        <p:spPr>
          <a:xfrm>
            <a:off x="5859805" y="4864100"/>
            <a:ext cx="65988" cy="57150"/>
          </a:xfrm>
          <a:custGeom>
            <a:avLst/>
            <a:gdLst>
              <a:gd name="connsiteX0" fmla="*/ 32994 w 65988"/>
              <a:gd name="connsiteY0" fmla="*/ 57150 h 57150"/>
              <a:gd name="connsiteX1" fmla="*/ 65989 w 65988"/>
              <a:gd name="connsiteY1" fmla="*/ 0 h 57150"/>
              <a:gd name="connsiteX2" fmla="*/ 0 w 65988"/>
              <a:gd name="connsiteY2" fmla="*/ 0 h 57150"/>
              <a:gd name="connsiteX3" fmla="*/ 32994 w 65988"/>
              <a:gd name="connsiteY3" fmla="*/ 57150 h 57150"/>
            </a:gdLst>
            <a:ahLst/>
            <a:cxnLst>
              <a:cxn ang="0">
                <a:pos x="connsiteX0" y="connsiteY0"/>
              </a:cxn>
              <a:cxn ang="0">
                <a:pos x="connsiteX1" y="connsiteY1"/>
              </a:cxn>
              <a:cxn ang="0">
                <a:pos x="connsiteX2" y="connsiteY2"/>
              </a:cxn>
              <a:cxn ang="0">
                <a:pos x="connsiteX3" y="connsiteY3"/>
              </a:cxn>
            </a:cxnLst>
            <a:rect l="l" t="t" r="r" b="b"/>
            <a:pathLst>
              <a:path w="65988" h="57150">
                <a:moveTo>
                  <a:pt x="32994" y="57150"/>
                </a:moveTo>
                <a:lnTo>
                  <a:pt x="65989" y="0"/>
                </a:lnTo>
                <a:lnTo>
                  <a:pt x="0" y="0"/>
                </a:lnTo>
                <a:lnTo>
                  <a:pt x="32994" y="57150"/>
                </a:lnTo>
                <a:close/>
              </a:path>
            </a:pathLst>
          </a:custGeom>
          <a:solidFill>
            <a:srgbClr val="4794FF"/>
          </a:solidFill>
          <a:ln w="6350" cap="flat">
            <a:noFill/>
            <a:prstDash val="solid"/>
            <a:miter/>
          </a:ln>
        </p:spPr>
        <p:txBody>
          <a:bodyPr rtlCol="0" anchor="ctr"/>
          <a:lstStyle/>
          <a:p>
            <a:endParaRPr lang="en-US"/>
          </a:p>
        </p:txBody>
      </p:sp>
      <p:sp>
        <p:nvSpPr>
          <p:cNvPr id="77" name="任意多边形: 形状 28"/>
          <p:cNvSpPr/>
          <p:nvPr/>
        </p:nvSpPr>
        <p:spPr>
          <a:xfrm>
            <a:off x="7981950" y="2120900"/>
            <a:ext cx="6350" cy="2762250"/>
          </a:xfrm>
          <a:custGeom>
            <a:avLst/>
            <a:gdLst>
              <a:gd name="connsiteX0" fmla="*/ 0 w 6350"/>
              <a:gd name="connsiteY0" fmla="*/ 0 h 2762250"/>
              <a:gd name="connsiteX1" fmla="*/ 0 w 6350"/>
              <a:gd name="connsiteY1" fmla="*/ 2762250 h 2762250"/>
            </a:gdLst>
            <a:ahLst/>
            <a:cxnLst>
              <a:cxn ang="0">
                <a:pos x="connsiteX0" y="connsiteY0"/>
              </a:cxn>
              <a:cxn ang="0">
                <a:pos x="connsiteX1" y="connsiteY1"/>
              </a:cxn>
            </a:cxnLst>
            <a:rect l="l" t="t" r="r" b="b"/>
            <a:pathLst>
              <a:path w="6350" h="2762250">
                <a:moveTo>
                  <a:pt x="0" y="0"/>
                </a:moveTo>
                <a:lnTo>
                  <a:pt x="0" y="2762250"/>
                </a:lnTo>
              </a:path>
            </a:pathLst>
          </a:custGeom>
          <a:noFill/>
          <a:ln w="12700" cap="flat">
            <a:solidFill>
              <a:srgbClr val="C8DAF5"/>
            </a:solidFill>
            <a:custDash>
              <a:ds d="600000" sp="600000"/>
            </a:custDash>
            <a:miter/>
          </a:ln>
        </p:spPr>
        <p:txBody>
          <a:bodyPr rtlCol="0" anchor="ctr"/>
          <a:lstStyle/>
          <a:p>
            <a:endParaRPr lang="en-US"/>
          </a:p>
        </p:txBody>
      </p:sp>
      <p:sp>
        <p:nvSpPr>
          <p:cNvPr id="78" name="任意多边形: 形状 29"/>
          <p:cNvSpPr/>
          <p:nvPr/>
        </p:nvSpPr>
        <p:spPr>
          <a:xfrm>
            <a:off x="7948930" y="4864100"/>
            <a:ext cx="66039" cy="57150"/>
          </a:xfrm>
          <a:custGeom>
            <a:avLst/>
            <a:gdLst>
              <a:gd name="connsiteX0" fmla="*/ 33020 w 66039"/>
              <a:gd name="connsiteY0" fmla="*/ 57150 h 57150"/>
              <a:gd name="connsiteX1" fmla="*/ 66039 w 66039"/>
              <a:gd name="connsiteY1" fmla="*/ 0 h 57150"/>
              <a:gd name="connsiteX2" fmla="*/ 0 w 66039"/>
              <a:gd name="connsiteY2" fmla="*/ 0 h 57150"/>
              <a:gd name="connsiteX3" fmla="*/ 33020 w 66039"/>
              <a:gd name="connsiteY3" fmla="*/ 57150 h 57150"/>
            </a:gdLst>
            <a:ahLst/>
            <a:cxnLst>
              <a:cxn ang="0">
                <a:pos x="connsiteX0" y="connsiteY0"/>
              </a:cxn>
              <a:cxn ang="0">
                <a:pos x="connsiteX1" y="connsiteY1"/>
              </a:cxn>
              <a:cxn ang="0">
                <a:pos x="connsiteX2" y="connsiteY2"/>
              </a:cxn>
              <a:cxn ang="0">
                <a:pos x="connsiteX3" y="connsiteY3"/>
              </a:cxn>
            </a:cxnLst>
            <a:rect l="l" t="t" r="r" b="b"/>
            <a:pathLst>
              <a:path w="66039" h="57150">
                <a:moveTo>
                  <a:pt x="33020" y="57150"/>
                </a:moveTo>
                <a:lnTo>
                  <a:pt x="66039" y="0"/>
                </a:lnTo>
                <a:lnTo>
                  <a:pt x="0" y="0"/>
                </a:lnTo>
                <a:lnTo>
                  <a:pt x="33020" y="57150"/>
                </a:lnTo>
                <a:close/>
              </a:path>
            </a:pathLst>
          </a:custGeom>
          <a:solidFill>
            <a:srgbClr val="4794FF"/>
          </a:solidFill>
          <a:ln w="6350" cap="flat">
            <a:noFill/>
            <a:prstDash val="solid"/>
            <a:miter/>
          </a:ln>
        </p:spPr>
        <p:txBody>
          <a:bodyPr rtlCol="0" anchor="ctr"/>
          <a:lstStyle/>
          <a:p>
            <a:endParaRPr lang="en-US"/>
          </a:p>
        </p:txBody>
      </p:sp>
      <p:sp>
        <p:nvSpPr>
          <p:cNvPr id="79" name="任意多边形: 形状 30"/>
          <p:cNvSpPr/>
          <p:nvPr/>
        </p:nvSpPr>
        <p:spPr>
          <a:xfrm>
            <a:off x="10071100" y="2120900"/>
            <a:ext cx="6350" cy="2762250"/>
          </a:xfrm>
          <a:custGeom>
            <a:avLst/>
            <a:gdLst>
              <a:gd name="connsiteX0" fmla="*/ 0 w 6350"/>
              <a:gd name="connsiteY0" fmla="*/ 0 h 2762250"/>
              <a:gd name="connsiteX1" fmla="*/ 0 w 6350"/>
              <a:gd name="connsiteY1" fmla="*/ 2762250 h 2762250"/>
            </a:gdLst>
            <a:ahLst/>
            <a:cxnLst>
              <a:cxn ang="0">
                <a:pos x="connsiteX0" y="connsiteY0"/>
              </a:cxn>
              <a:cxn ang="0">
                <a:pos x="connsiteX1" y="connsiteY1"/>
              </a:cxn>
            </a:cxnLst>
            <a:rect l="l" t="t" r="r" b="b"/>
            <a:pathLst>
              <a:path w="6350" h="2762250">
                <a:moveTo>
                  <a:pt x="0" y="0"/>
                </a:moveTo>
                <a:lnTo>
                  <a:pt x="0" y="2762250"/>
                </a:lnTo>
              </a:path>
            </a:pathLst>
          </a:custGeom>
          <a:noFill/>
          <a:ln w="12700" cap="flat">
            <a:solidFill>
              <a:srgbClr val="C8DAF5"/>
            </a:solidFill>
            <a:custDash>
              <a:ds d="600000" sp="600000"/>
            </a:custDash>
            <a:miter/>
          </a:ln>
        </p:spPr>
        <p:txBody>
          <a:bodyPr rtlCol="0" anchor="ctr"/>
          <a:lstStyle/>
          <a:p>
            <a:endParaRPr lang="en-US"/>
          </a:p>
        </p:txBody>
      </p:sp>
      <p:sp>
        <p:nvSpPr>
          <p:cNvPr id="80" name="任意多边形: 形状 31"/>
          <p:cNvSpPr/>
          <p:nvPr/>
        </p:nvSpPr>
        <p:spPr>
          <a:xfrm>
            <a:off x="10038080" y="4864100"/>
            <a:ext cx="66039" cy="57150"/>
          </a:xfrm>
          <a:custGeom>
            <a:avLst/>
            <a:gdLst>
              <a:gd name="connsiteX0" fmla="*/ 33020 w 66039"/>
              <a:gd name="connsiteY0" fmla="*/ 57150 h 57150"/>
              <a:gd name="connsiteX1" fmla="*/ 66039 w 66039"/>
              <a:gd name="connsiteY1" fmla="*/ 0 h 57150"/>
              <a:gd name="connsiteX2" fmla="*/ 0 w 66039"/>
              <a:gd name="connsiteY2" fmla="*/ 0 h 57150"/>
              <a:gd name="connsiteX3" fmla="*/ 33020 w 66039"/>
              <a:gd name="connsiteY3" fmla="*/ 57150 h 57150"/>
            </a:gdLst>
            <a:ahLst/>
            <a:cxnLst>
              <a:cxn ang="0">
                <a:pos x="connsiteX0" y="connsiteY0"/>
              </a:cxn>
              <a:cxn ang="0">
                <a:pos x="connsiteX1" y="connsiteY1"/>
              </a:cxn>
              <a:cxn ang="0">
                <a:pos x="connsiteX2" y="connsiteY2"/>
              </a:cxn>
              <a:cxn ang="0">
                <a:pos x="connsiteX3" y="connsiteY3"/>
              </a:cxn>
            </a:cxnLst>
            <a:rect l="l" t="t" r="r" b="b"/>
            <a:pathLst>
              <a:path w="66039" h="57150">
                <a:moveTo>
                  <a:pt x="33020" y="57150"/>
                </a:moveTo>
                <a:lnTo>
                  <a:pt x="66039" y="0"/>
                </a:lnTo>
                <a:lnTo>
                  <a:pt x="0" y="0"/>
                </a:lnTo>
                <a:lnTo>
                  <a:pt x="33020" y="57150"/>
                </a:lnTo>
                <a:close/>
              </a:path>
            </a:pathLst>
          </a:custGeom>
          <a:solidFill>
            <a:srgbClr val="4794FF"/>
          </a:solidFill>
          <a:ln w="6350" cap="flat">
            <a:noFill/>
            <a:prstDash val="solid"/>
            <a:miter/>
          </a:ln>
        </p:spPr>
        <p:txBody>
          <a:bodyPr rtlCol="0" anchor="ctr"/>
          <a:lstStyle/>
          <a:p>
            <a:endParaRPr lang="en-US"/>
          </a:p>
        </p:txBody>
      </p:sp>
      <p:sp>
        <p:nvSpPr>
          <p:cNvPr id="81" name="矩形: 圆角 33"/>
          <p:cNvSpPr/>
          <p:nvPr/>
        </p:nvSpPr>
        <p:spPr>
          <a:xfrm>
            <a:off x="635000" y="2647950"/>
            <a:ext cx="10998200" cy="939800"/>
          </a:xfrm>
          <a:prstGeom prst="roundRect">
            <a:avLst>
              <a:gd name="adj" fmla="val 11862"/>
            </a:avLst>
          </a:prstGeom>
          <a:gradFill>
            <a:gsLst>
              <a:gs pos="0">
                <a:srgbClr val="007EFF">
                  <a:alpha val="40000"/>
                </a:srgbClr>
              </a:gs>
              <a:gs pos="100000">
                <a:srgbClr val="4794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latin typeface="+mn-ea"/>
            </a:endParaRPr>
          </a:p>
        </p:txBody>
      </p:sp>
      <p:sp>
        <p:nvSpPr>
          <p:cNvPr id="82" name="矩形: 圆角 50"/>
          <p:cNvSpPr/>
          <p:nvPr/>
        </p:nvSpPr>
        <p:spPr>
          <a:xfrm>
            <a:off x="1352550" y="4114977"/>
            <a:ext cx="1270000" cy="406400"/>
          </a:xfrm>
          <a:prstGeom prst="roundRect">
            <a:avLst>
              <a:gd name="adj" fmla="val 50000"/>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en-US" sz="1400" b="1">
              <a:solidFill>
                <a:schemeClr val="lt1"/>
              </a:solidFill>
              <a:latin typeface="微软雅黑" panose="020B0503020204020204" pitchFamily="34" charset="-122"/>
              <a:ea typeface="微软雅黑" panose="020B0503020204020204" pitchFamily="34" charset="-122"/>
            </a:endParaRPr>
          </a:p>
        </p:txBody>
      </p:sp>
      <p:sp>
        <p:nvSpPr>
          <p:cNvPr id="83" name="矩形: 圆角 51"/>
          <p:cNvSpPr/>
          <p:nvPr/>
        </p:nvSpPr>
        <p:spPr>
          <a:xfrm>
            <a:off x="3232150" y="4114977"/>
            <a:ext cx="1270000" cy="406400"/>
          </a:xfrm>
          <a:prstGeom prst="roundRect">
            <a:avLst>
              <a:gd name="adj" fmla="val 50000"/>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en-US" sz="1400" b="1">
              <a:solidFill>
                <a:schemeClr val="lt1"/>
              </a:solidFill>
              <a:latin typeface="微软雅黑" panose="020B0503020204020204" pitchFamily="34" charset="-122"/>
              <a:ea typeface="微软雅黑" panose="020B0503020204020204" pitchFamily="34" charset="-122"/>
            </a:endParaRPr>
          </a:p>
        </p:txBody>
      </p:sp>
      <p:sp>
        <p:nvSpPr>
          <p:cNvPr id="84" name="矩形: 圆角 52"/>
          <p:cNvSpPr/>
          <p:nvPr/>
        </p:nvSpPr>
        <p:spPr>
          <a:xfrm>
            <a:off x="5257800" y="4114977"/>
            <a:ext cx="1270000" cy="406400"/>
          </a:xfrm>
          <a:prstGeom prst="roundRect">
            <a:avLst>
              <a:gd name="adj" fmla="val 50000"/>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en-US" sz="1400" b="1">
              <a:solidFill>
                <a:schemeClr val="lt1"/>
              </a:solidFill>
              <a:latin typeface="微软雅黑" panose="020B0503020204020204" pitchFamily="34" charset="-122"/>
              <a:ea typeface="微软雅黑" panose="020B0503020204020204" pitchFamily="34" charset="-122"/>
            </a:endParaRPr>
          </a:p>
        </p:txBody>
      </p:sp>
      <p:sp>
        <p:nvSpPr>
          <p:cNvPr id="85" name="矩形: 圆角 53"/>
          <p:cNvSpPr/>
          <p:nvPr/>
        </p:nvSpPr>
        <p:spPr>
          <a:xfrm>
            <a:off x="7346950" y="4114977"/>
            <a:ext cx="1270000" cy="406400"/>
          </a:xfrm>
          <a:prstGeom prst="roundRect">
            <a:avLst>
              <a:gd name="adj" fmla="val 50000"/>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en-US" sz="1400" b="1">
              <a:solidFill>
                <a:schemeClr val="lt1"/>
              </a:solidFill>
              <a:latin typeface="微软雅黑" panose="020B0503020204020204" pitchFamily="34" charset="-122"/>
              <a:ea typeface="微软雅黑" panose="020B0503020204020204" pitchFamily="34" charset="-122"/>
            </a:endParaRPr>
          </a:p>
        </p:txBody>
      </p:sp>
      <p:sp>
        <p:nvSpPr>
          <p:cNvPr id="86" name="矩形: 圆角 54"/>
          <p:cNvSpPr/>
          <p:nvPr/>
        </p:nvSpPr>
        <p:spPr>
          <a:xfrm>
            <a:off x="9436100" y="4114977"/>
            <a:ext cx="1270000" cy="406400"/>
          </a:xfrm>
          <a:prstGeom prst="roundRect">
            <a:avLst>
              <a:gd name="adj" fmla="val 50000"/>
            </a:avLst>
          </a:prstGeom>
          <a:gradFill>
            <a:gsLst>
              <a:gs pos="0">
                <a:srgbClr val="4EB2F6"/>
              </a:gs>
              <a:gs pos="99000">
                <a:srgbClr val="256EE9"/>
              </a:gs>
            </a:gsLst>
            <a:lin ang="0" scaled="1"/>
          </a:gradFill>
          <a:ln w="6350">
            <a:solidFill>
              <a:srgbClr val="2381EF">
                <a:alpha val="50000"/>
              </a:srgbClr>
            </a:solidFill>
          </a:ln>
          <a:effectLst>
            <a:outerShdw blurRad="50800" dist="12700" dir="5400000" algn="t" rotWithShape="0">
              <a:srgbClr val="256EE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en-US" sz="1400" b="1">
              <a:solidFill>
                <a:schemeClr val="lt1"/>
              </a:solidFill>
              <a:latin typeface="微软雅黑" panose="020B0503020204020204" pitchFamily="34" charset="-122"/>
              <a:ea typeface="微软雅黑" panose="020B0503020204020204" pitchFamily="34" charset="-122"/>
            </a:endParaRPr>
          </a:p>
        </p:txBody>
      </p:sp>
      <p:sp>
        <p:nvSpPr>
          <p:cNvPr id="87" name="文本框 86"/>
          <p:cNvSpPr txBox="1"/>
          <p:nvPr/>
        </p:nvSpPr>
        <p:spPr>
          <a:xfrm>
            <a:off x="1319719" y="2933184"/>
            <a:ext cx="1321196" cy="369332"/>
          </a:xfrm>
          <a:prstGeom prst="rect">
            <a:avLst/>
          </a:prstGeom>
          <a:noFill/>
        </p:spPr>
        <p:txBody>
          <a:bodyPr wrap="none" rtlCol="0">
            <a:spAutoFit/>
          </a:bodyPr>
          <a:lstStyle/>
          <a:p>
            <a:pPr algn="ctr"/>
            <a:r>
              <a:rPr lang="en-US">
                <a:solidFill>
                  <a:schemeClr val="bg1"/>
                </a:solidFill>
                <a:latin typeface="OPPOSans M" panose="00020600040101010101" pitchFamily="18" charset="-122"/>
                <a:ea typeface="OPPOSans M" panose="00020600040101010101" pitchFamily="18" charset="-122"/>
                <a:cs typeface="OPPOSans M" panose="00020600040101010101" pitchFamily="18" charset="-122"/>
              </a:rPr>
              <a:t>0:</a:t>
            </a:r>
            <a:r>
              <a:rPr lang="en-US" altLang="zh-CN">
                <a:solidFill>
                  <a:schemeClr val="bg1"/>
                </a:solidFill>
                <a:latin typeface="OPPOSans M" panose="00020600040101010101" pitchFamily="18" charset="-122"/>
                <a:ea typeface="OPPOSans M" panose="00020600040101010101" pitchFamily="18" charset="-122"/>
                <a:cs typeface="OPPOSans M" panose="00020600040101010101" pitchFamily="18" charset="-122"/>
              </a:rPr>
              <a:t>00-7:00</a:t>
            </a:r>
            <a:endParaRPr lang="en-US">
              <a:solidFill>
                <a:schemeClr val="bg1"/>
              </a:solidFill>
              <a:latin typeface="OPPOSans M" panose="00020600040101010101" pitchFamily="18" charset="-122"/>
              <a:ea typeface="OPPOSans M" panose="00020600040101010101" pitchFamily="18" charset="-122"/>
              <a:cs typeface="OPPOSans M" panose="00020600040101010101" pitchFamily="18" charset="-122"/>
            </a:endParaRPr>
          </a:p>
        </p:txBody>
      </p:sp>
      <p:sp>
        <p:nvSpPr>
          <p:cNvPr id="88" name="文本框 87"/>
          <p:cNvSpPr txBox="1"/>
          <p:nvPr/>
        </p:nvSpPr>
        <p:spPr>
          <a:xfrm>
            <a:off x="3311044" y="2933184"/>
            <a:ext cx="1375698" cy="369332"/>
          </a:xfrm>
          <a:prstGeom prst="rect">
            <a:avLst/>
          </a:prstGeom>
          <a:noFill/>
        </p:spPr>
        <p:txBody>
          <a:bodyPr wrap="none" rtlCol="0">
            <a:spAutoFit/>
          </a:bodyPr>
          <a:lstStyle/>
          <a:p>
            <a:pPr algn="ctr"/>
            <a:r>
              <a:rPr lang="en-US">
                <a:solidFill>
                  <a:schemeClr val="bg1"/>
                </a:solidFill>
                <a:latin typeface="OPPOSans M" panose="00020600040101010101" pitchFamily="18" charset="-122"/>
                <a:ea typeface="OPPOSans M" panose="00020600040101010101" pitchFamily="18" charset="-122"/>
                <a:cs typeface="OPPOSans M" panose="00020600040101010101" pitchFamily="18" charset="-122"/>
              </a:rPr>
              <a:t>7:</a:t>
            </a:r>
            <a:r>
              <a:rPr lang="en-US" altLang="zh-CN">
                <a:solidFill>
                  <a:schemeClr val="bg1"/>
                </a:solidFill>
                <a:latin typeface="OPPOSans M" panose="00020600040101010101" pitchFamily="18" charset="-122"/>
                <a:ea typeface="OPPOSans M" panose="00020600040101010101" pitchFamily="18" charset="-122"/>
                <a:cs typeface="OPPOSans M" panose="00020600040101010101" pitchFamily="18" charset="-122"/>
              </a:rPr>
              <a:t>00-12:00</a:t>
            </a:r>
            <a:endParaRPr lang="en-US">
              <a:solidFill>
                <a:schemeClr val="bg1"/>
              </a:solidFill>
              <a:latin typeface="OPPOSans M" panose="00020600040101010101" pitchFamily="18" charset="-122"/>
              <a:ea typeface="OPPOSans M" panose="00020600040101010101" pitchFamily="18" charset="-122"/>
              <a:cs typeface="OPPOSans M" panose="00020600040101010101" pitchFamily="18" charset="-122"/>
            </a:endParaRPr>
          </a:p>
        </p:txBody>
      </p:sp>
      <p:sp>
        <p:nvSpPr>
          <p:cNvPr id="89" name="文本框 88"/>
          <p:cNvSpPr txBox="1"/>
          <p:nvPr/>
        </p:nvSpPr>
        <p:spPr>
          <a:xfrm>
            <a:off x="9293836" y="2933184"/>
            <a:ext cx="1521571" cy="369332"/>
          </a:xfrm>
          <a:prstGeom prst="rect">
            <a:avLst/>
          </a:prstGeom>
          <a:noFill/>
        </p:spPr>
        <p:txBody>
          <a:bodyPr wrap="none" rtlCol="0">
            <a:spAutoFit/>
          </a:bodyPr>
          <a:lstStyle/>
          <a:p>
            <a:pPr algn="ctr"/>
            <a:r>
              <a:rPr lang="en-US">
                <a:solidFill>
                  <a:schemeClr val="bg1"/>
                </a:solidFill>
                <a:latin typeface="OPPOSans M" panose="00020600040101010101" pitchFamily="18" charset="-122"/>
                <a:ea typeface="OPPOSans M" panose="00020600040101010101" pitchFamily="18" charset="-122"/>
                <a:cs typeface="OPPOSans M" panose="00020600040101010101" pitchFamily="18" charset="-122"/>
              </a:rPr>
              <a:t>19:</a:t>
            </a:r>
            <a:r>
              <a:rPr lang="en-US" altLang="zh-CN">
                <a:solidFill>
                  <a:schemeClr val="bg1"/>
                </a:solidFill>
                <a:latin typeface="OPPOSans M" panose="00020600040101010101" pitchFamily="18" charset="-122"/>
                <a:ea typeface="OPPOSans M" panose="00020600040101010101" pitchFamily="18" charset="-122"/>
                <a:cs typeface="OPPOSans M" panose="00020600040101010101" pitchFamily="18" charset="-122"/>
              </a:rPr>
              <a:t>00-24:00</a:t>
            </a:r>
            <a:endParaRPr lang="en-US">
              <a:solidFill>
                <a:schemeClr val="bg1"/>
              </a:solidFill>
              <a:latin typeface="OPPOSans M" panose="00020600040101010101" pitchFamily="18" charset="-122"/>
              <a:ea typeface="OPPOSans M" panose="00020600040101010101" pitchFamily="18" charset="-122"/>
              <a:cs typeface="OPPOSans M" panose="00020600040101010101" pitchFamily="18" charset="-122"/>
            </a:endParaRPr>
          </a:p>
        </p:txBody>
      </p:sp>
      <p:sp>
        <p:nvSpPr>
          <p:cNvPr id="90" name="文本框 89"/>
          <p:cNvSpPr txBox="1"/>
          <p:nvPr/>
        </p:nvSpPr>
        <p:spPr>
          <a:xfrm>
            <a:off x="7296900" y="2933184"/>
            <a:ext cx="1478290" cy="369332"/>
          </a:xfrm>
          <a:prstGeom prst="rect">
            <a:avLst/>
          </a:prstGeom>
          <a:noFill/>
        </p:spPr>
        <p:txBody>
          <a:bodyPr wrap="none" rtlCol="0">
            <a:spAutoFit/>
          </a:bodyPr>
          <a:lstStyle/>
          <a:p>
            <a:pPr algn="ctr"/>
            <a:r>
              <a:rPr lang="en-US">
                <a:solidFill>
                  <a:schemeClr val="bg1"/>
                </a:solidFill>
                <a:latin typeface="OPPOSans M" panose="00020600040101010101" pitchFamily="18" charset="-122"/>
                <a:ea typeface="OPPOSans M" panose="00020600040101010101" pitchFamily="18" charset="-122"/>
                <a:cs typeface="OPPOSans M" panose="00020600040101010101" pitchFamily="18" charset="-122"/>
              </a:rPr>
              <a:t>14:</a:t>
            </a:r>
            <a:r>
              <a:rPr lang="en-US" altLang="zh-CN">
                <a:solidFill>
                  <a:schemeClr val="bg1"/>
                </a:solidFill>
                <a:latin typeface="OPPOSans M" panose="00020600040101010101" pitchFamily="18" charset="-122"/>
                <a:ea typeface="OPPOSans M" panose="00020600040101010101" pitchFamily="18" charset="-122"/>
                <a:cs typeface="OPPOSans M" panose="00020600040101010101" pitchFamily="18" charset="-122"/>
              </a:rPr>
              <a:t>00-19:00</a:t>
            </a:r>
            <a:endParaRPr lang="en-US">
              <a:solidFill>
                <a:schemeClr val="bg1"/>
              </a:solidFill>
              <a:latin typeface="OPPOSans M" panose="00020600040101010101" pitchFamily="18" charset="-122"/>
              <a:ea typeface="OPPOSans M" panose="00020600040101010101" pitchFamily="18" charset="-122"/>
              <a:cs typeface="OPPOSans M" panose="00020600040101010101" pitchFamily="18" charset="-122"/>
            </a:endParaRPr>
          </a:p>
        </p:txBody>
      </p:sp>
      <p:sp>
        <p:nvSpPr>
          <p:cNvPr id="97" name="文本框 96"/>
          <p:cNvSpPr txBox="1"/>
          <p:nvPr/>
        </p:nvSpPr>
        <p:spPr>
          <a:xfrm>
            <a:off x="5278324" y="2933184"/>
            <a:ext cx="1478290" cy="369332"/>
          </a:xfrm>
          <a:prstGeom prst="rect">
            <a:avLst/>
          </a:prstGeom>
          <a:noFill/>
        </p:spPr>
        <p:txBody>
          <a:bodyPr wrap="none" rtlCol="0">
            <a:spAutoFit/>
          </a:bodyPr>
          <a:lstStyle/>
          <a:p>
            <a:pPr algn="ctr"/>
            <a:r>
              <a:rPr lang="en-US">
                <a:solidFill>
                  <a:schemeClr val="bg1"/>
                </a:solidFill>
                <a:latin typeface="OPPOSans M" panose="00020600040101010101" pitchFamily="18" charset="-122"/>
                <a:ea typeface="OPPOSans M" panose="00020600040101010101" pitchFamily="18" charset="-122"/>
                <a:cs typeface="OPPOSans M" panose="00020600040101010101" pitchFamily="18" charset="-122"/>
              </a:rPr>
              <a:t>12:</a:t>
            </a:r>
            <a:r>
              <a:rPr lang="en-US" altLang="zh-CN">
                <a:solidFill>
                  <a:schemeClr val="bg1"/>
                </a:solidFill>
                <a:latin typeface="OPPOSans M" panose="00020600040101010101" pitchFamily="18" charset="-122"/>
                <a:ea typeface="OPPOSans M" panose="00020600040101010101" pitchFamily="18" charset="-122"/>
                <a:cs typeface="OPPOSans M" panose="00020600040101010101" pitchFamily="18" charset="-122"/>
              </a:rPr>
              <a:t>00-14:00</a:t>
            </a:r>
            <a:endParaRPr lang="en-US">
              <a:solidFill>
                <a:schemeClr val="bg1"/>
              </a:solidFill>
              <a:latin typeface="OPPOSans M" panose="00020600040101010101" pitchFamily="18" charset="-122"/>
              <a:ea typeface="OPPOSans M" panose="00020600040101010101" pitchFamily="18" charset="-122"/>
              <a:cs typeface="OPPOSans M" panose="00020600040101010101" pitchFamily="18" charset="-122"/>
            </a:endParaRPr>
          </a:p>
        </p:txBody>
      </p:sp>
      <p:sp>
        <p:nvSpPr>
          <p:cNvPr id="98" name="文本框 97"/>
          <p:cNvSpPr txBox="1"/>
          <p:nvPr/>
        </p:nvSpPr>
        <p:spPr>
          <a:xfrm>
            <a:off x="9619695" y="1725889"/>
            <a:ext cx="902811" cy="307777"/>
          </a:xfrm>
          <a:prstGeom prst="rect">
            <a:avLst/>
          </a:prstGeom>
          <a:noFill/>
        </p:spPr>
        <p:txBody>
          <a:bodyPr wrap="none" rtlCol="0">
            <a:spAutoFit/>
          </a:bodyPr>
          <a:lstStyle/>
          <a:p>
            <a:pPr algn="ctr"/>
            <a:r>
              <a:rPr lang="zh-CN" altLang="en-US" sz="1400">
                <a:solidFill>
                  <a:schemeClr val="bg1"/>
                </a:solidFill>
                <a:latin typeface="OPPOSans M" panose="00020600040101010101" pitchFamily="18" charset="-122"/>
                <a:ea typeface="OPPOSans M" panose="00020600040101010101" pitchFamily="18" charset="-122"/>
                <a:cs typeface="OPPOSans M" panose="00020600040101010101" pitchFamily="18" charset="-122"/>
              </a:rPr>
              <a:t>黄金时段</a:t>
            </a:r>
            <a:endParaRPr lang="en-US" sz="1400">
              <a:solidFill>
                <a:schemeClr val="bg1"/>
              </a:solidFill>
              <a:latin typeface="OPPOSans M" panose="00020600040101010101" pitchFamily="18" charset="-122"/>
              <a:ea typeface="OPPOSans M" panose="00020600040101010101" pitchFamily="18" charset="-122"/>
              <a:cs typeface="OPPOSans M" panose="00020600040101010101" pitchFamily="18" charset="-122"/>
            </a:endParaRPr>
          </a:p>
        </p:txBody>
      </p:sp>
      <p:sp>
        <p:nvSpPr>
          <p:cNvPr id="99" name="文本框 98"/>
          <p:cNvSpPr txBox="1"/>
          <p:nvPr/>
        </p:nvSpPr>
        <p:spPr>
          <a:xfrm>
            <a:off x="7440776" y="1725889"/>
            <a:ext cx="1082349" cy="307777"/>
          </a:xfrm>
          <a:prstGeom prst="rect">
            <a:avLst/>
          </a:prstGeom>
          <a:noFill/>
        </p:spPr>
        <p:txBody>
          <a:bodyPr wrap="none" rtlCol="0">
            <a:spAutoFit/>
          </a:bodyPr>
          <a:lstStyle/>
          <a:p>
            <a:pPr algn="ctr"/>
            <a:r>
              <a:rPr lang="zh-CN" altLang="en-US" sz="1400">
                <a:solidFill>
                  <a:schemeClr val="bg1"/>
                </a:solidFill>
                <a:latin typeface="OPPOSans M" panose="00020600040101010101" pitchFamily="18" charset="-122"/>
                <a:ea typeface="OPPOSans M" panose="00020600040101010101" pitchFamily="18" charset="-122"/>
                <a:cs typeface="OPPOSans M" panose="00020600040101010101" pitchFamily="18" charset="-122"/>
              </a:rPr>
              <a:t>非黄金时段</a:t>
            </a:r>
            <a:endParaRPr lang="en-US" sz="1400">
              <a:solidFill>
                <a:schemeClr val="bg1"/>
              </a:solidFill>
              <a:latin typeface="OPPOSans M" panose="00020600040101010101" pitchFamily="18" charset="-122"/>
              <a:ea typeface="OPPOSans M" panose="00020600040101010101" pitchFamily="18" charset="-122"/>
              <a:cs typeface="OPPOSans M" panose="00020600040101010101" pitchFamily="18" charset="-122"/>
            </a:endParaRPr>
          </a:p>
        </p:txBody>
      </p:sp>
      <p:sp>
        <p:nvSpPr>
          <p:cNvPr id="100" name="文本框 99"/>
          <p:cNvSpPr txBox="1"/>
          <p:nvPr/>
        </p:nvSpPr>
        <p:spPr>
          <a:xfrm>
            <a:off x="5531163" y="1725889"/>
            <a:ext cx="723275" cy="307777"/>
          </a:xfrm>
          <a:prstGeom prst="rect">
            <a:avLst/>
          </a:prstGeom>
          <a:noFill/>
        </p:spPr>
        <p:txBody>
          <a:bodyPr wrap="none" rtlCol="0">
            <a:spAutoFit/>
          </a:bodyPr>
          <a:lstStyle/>
          <a:p>
            <a:pPr algn="ctr"/>
            <a:r>
              <a:rPr lang="zh-CN" altLang="en-US" sz="1400">
                <a:solidFill>
                  <a:schemeClr val="bg1"/>
                </a:solidFill>
                <a:latin typeface="OPPOSans M" panose="00020600040101010101" pitchFamily="18" charset="-122"/>
                <a:ea typeface="OPPOSans M" panose="00020600040101010101" pitchFamily="18" charset="-122"/>
                <a:cs typeface="OPPOSans M" panose="00020600040101010101" pitchFamily="18" charset="-122"/>
              </a:rPr>
              <a:t>流量期</a:t>
            </a:r>
            <a:endParaRPr lang="en-US" sz="1400">
              <a:solidFill>
                <a:schemeClr val="bg1"/>
              </a:solidFill>
              <a:latin typeface="OPPOSans M" panose="00020600040101010101" pitchFamily="18" charset="-122"/>
              <a:ea typeface="OPPOSans M" panose="00020600040101010101" pitchFamily="18" charset="-122"/>
              <a:cs typeface="OPPOSans M" panose="00020600040101010101" pitchFamily="18" charset="-122"/>
            </a:endParaRPr>
          </a:p>
        </p:txBody>
      </p:sp>
      <p:sp>
        <p:nvSpPr>
          <p:cNvPr id="101" name="文本框 100"/>
          <p:cNvSpPr txBox="1"/>
          <p:nvPr/>
        </p:nvSpPr>
        <p:spPr>
          <a:xfrm>
            <a:off x="3325976" y="1725889"/>
            <a:ext cx="1082349" cy="307777"/>
          </a:xfrm>
          <a:prstGeom prst="rect">
            <a:avLst/>
          </a:prstGeom>
          <a:noFill/>
        </p:spPr>
        <p:txBody>
          <a:bodyPr wrap="none" rtlCol="0">
            <a:spAutoFit/>
          </a:bodyPr>
          <a:lstStyle/>
          <a:p>
            <a:pPr algn="ctr"/>
            <a:r>
              <a:rPr lang="zh-CN" altLang="en-US" sz="1400">
                <a:solidFill>
                  <a:schemeClr val="bg1"/>
                </a:solidFill>
                <a:latin typeface="OPPOSans M" panose="00020600040101010101" pitchFamily="18" charset="-122"/>
                <a:ea typeface="OPPOSans M" panose="00020600040101010101" pitchFamily="18" charset="-122"/>
                <a:cs typeface="OPPOSans M" panose="00020600040101010101" pitchFamily="18" charset="-122"/>
              </a:rPr>
              <a:t>非黄金时段</a:t>
            </a:r>
            <a:endParaRPr lang="en-US" sz="1400">
              <a:solidFill>
                <a:schemeClr val="bg1"/>
              </a:solidFill>
              <a:latin typeface="OPPOSans M" panose="00020600040101010101" pitchFamily="18" charset="-122"/>
              <a:ea typeface="OPPOSans M" panose="00020600040101010101" pitchFamily="18" charset="-122"/>
              <a:cs typeface="OPPOSans M" panose="00020600040101010101" pitchFamily="18" charset="-122"/>
            </a:endParaRPr>
          </a:p>
        </p:txBody>
      </p:sp>
      <p:sp>
        <p:nvSpPr>
          <p:cNvPr id="102" name="文本框 101"/>
          <p:cNvSpPr txBox="1"/>
          <p:nvPr/>
        </p:nvSpPr>
        <p:spPr>
          <a:xfrm>
            <a:off x="1446376" y="1725889"/>
            <a:ext cx="1082348" cy="307777"/>
          </a:xfrm>
          <a:prstGeom prst="rect">
            <a:avLst/>
          </a:prstGeom>
          <a:noFill/>
        </p:spPr>
        <p:txBody>
          <a:bodyPr wrap="none" rtlCol="0">
            <a:spAutoFit/>
          </a:bodyPr>
          <a:lstStyle/>
          <a:p>
            <a:pPr algn="ctr"/>
            <a:r>
              <a:rPr lang="zh-CN" altLang="en-US" sz="1400">
                <a:solidFill>
                  <a:schemeClr val="bg1"/>
                </a:solidFill>
                <a:latin typeface="OPPOSans M" panose="00020600040101010101" pitchFamily="18" charset="-122"/>
                <a:ea typeface="OPPOSans M" panose="00020600040101010101" pitchFamily="18" charset="-122"/>
                <a:cs typeface="OPPOSans M" panose="00020600040101010101" pitchFamily="18" charset="-122"/>
              </a:rPr>
              <a:t>后晚间时段</a:t>
            </a:r>
            <a:endParaRPr lang="en-US" sz="1400">
              <a:solidFill>
                <a:schemeClr val="bg1"/>
              </a:solidFill>
              <a:latin typeface="OPPOSans M" panose="00020600040101010101" pitchFamily="18" charset="-122"/>
              <a:ea typeface="OPPOSans M" panose="00020600040101010101" pitchFamily="18" charset="-122"/>
              <a:cs typeface="OPPOSans M" panose="00020600040101010101" pitchFamily="18" charset="-122"/>
            </a:endParaRPr>
          </a:p>
        </p:txBody>
      </p:sp>
      <p:sp>
        <p:nvSpPr>
          <p:cNvPr id="103" name="文本框 102"/>
          <p:cNvSpPr txBox="1"/>
          <p:nvPr/>
        </p:nvSpPr>
        <p:spPr>
          <a:xfrm>
            <a:off x="9611679" y="4164289"/>
            <a:ext cx="918842" cy="307777"/>
          </a:xfrm>
          <a:prstGeom prst="rect">
            <a:avLst/>
          </a:prstGeom>
          <a:noFill/>
        </p:spPr>
        <p:txBody>
          <a:bodyPr wrap="none" rtlCol="0">
            <a:spAutoFit/>
          </a:bodyPr>
          <a:lstStyle/>
          <a:p>
            <a:pPr algn="ctr"/>
            <a:r>
              <a:rPr lang="zh-CN" altLang="en-US" sz="1400">
                <a:solidFill>
                  <a:schemeClr val="bg1"/>
                </a:solidFill>
                <a:latin typeface="OPPOSans M" panose="00020600040101010101" pitchFamily="18" charset="-122"/>
                <a:ea typeface="OPPOSans M" panose="00020600040101010101" pitchFamily="18" charset="-122"/>
                <a:cs typeface="OPPOSans M" panose="00020600040101010101" pitchFamily="18" charset="-122"/>
              </a:rPr>
              <a:t>黄金</a:t>
            </a:r>
            <a:r>
              <a:rPr lang="en-US" altLang="zh-CN" sz="1400">
                <a:solidFill>
                  <a:schemeClr val="bg1"/>
                </a:solidFill>
                <a:latin typeface="OPPOSans M" panose="00020600040101010101" pitchFamily="18" charset="-122"/>
                <a:ea typeface="OPPOSans M" panose="00020600040101010101" pitchFamily="18" charset="-122"/>
                <a:cs typeface="OPPOSans M" panose="00020600040101010101" pitchFamily="18" charset="-122"/>
              </a:rPr>
              <a:t>PGC</a:t>
            </a:r>
            <a:endParaRPr lang="en-US" sz="1400">
              <a:solidFill>
                <a:schemeClr val="bg1"/>
              </a:solidFill>
              <a:latin typeface="OPPOSans M" panose="00020600040101010101" pitchFamily="18" charset="-122"/>
              <a:ea typeface="OPPOSans M" panose="00020600040101010101" pitchFamily="18" charset="-122"/>
              <a:cs typeface="OPPOSans M" panose="00020600040101010101" pitchFamily="18" charset="-122"/>
            </a:endParaRPr>
          </a:p>
        </p:txBody>
      </p:sp>
      <p:sp>
        <p:nvSpPr>
          <p:cNvPr id="105" name="文本框 104"/>
          <p:cNvSpPr txBox="1"/>
          <p:nvPr/>
        </p:nvSpPr>
        <p:spPr>
          <a:xfrm>
            <a:off x="7510507" y="4164289"/>
            <a:ext cx="942887" cy="307777"/>
          </a:xfrm>
          <a:prstGeom prst="rect">
            <a:avLst/>
          </a:prstGeom>
          <a:noFill/>
        </p:spPr>
        <p:txBody>
          <a:bodyPr wrap="none" rtlCol="0">
            <a:spAutoFit/>
          </a:bodyPr>
          <a:lstStyle/>
          <a:p>
            <a:pPr algn="ctr"/>
            <a:r>
              <a:rPr lang="zh-CN" altLang="en-US" sz="1400">
                <a:solidFill>
                  <a:schemeClr val="bg1"/>
                </a:solidFill>
                <a:latin typeface="OPPOSans M" panose="00020600040101010101" pitchFamily="18" charset="-122"/>
                <a:ea typeface="OPPOSans M" panose="00020600040101010101" pitchFamily="18" charset="-122"/>
                <a:cs typeface="OPPOSans M" panose="00020600040101010101" pitchFamily="18" charset="-122"/>
              </a:rPr>
              <a:t>挑战</a:t>
            </a:r>
            <a:r>
              <a:rPr lang="en-US" altLang="zh-CN" sz="1400">
                <a:solidFill>
                  <a:schemeClr val="bg1"/>
                </a:solidFill>
                <a:latin typeface="OPPOSans M" panose="00020600040101010101" pitchFamily="18" charset="-122"/>
                <a:ea typeface="OPPOSans M" panose="00020600040101010101" pitchFamily="18" charset="-122"/>
                <a:cs typeface="OPPOSans M" panose="00020600040101010101" pitchFamily="18" charset="-122"/>
              </a:rPr>
              <a:t>UGC</a:t>
            </a:r>
          </a:p>
        </p:txBody>
      </p:sp>
      <p:sp>
        <p:nvSpPr>
          <p:cNvPr id="106" name="文本框 105"/>
          <p:cNvSpPr txBox="1"/>
          <p:nvPr/>
        </p:nvSpPr>
        <p:spPr>
          <a:xfrm>
            <a:off x="5433379" y="4164289"/>
            <a:ext cx="918842" cy="307777"/>
          </a:xfrm>
          <a:prstGeom prst="rect">
            <a:avLst/>
          </a:prstGeom>
          <a:noFill/>
        </p:spPr>
        <p:txBody>
          <a:bodyPr wrap="none" rtlCol="0">
            <a:spAutoFit/>
          </a:bodyPr>
          <a:lstStyle/>
          <a:p>
            <a:pPr algn="ctr"/>
            <a:r>
              <a:rPr lang="zh-CN" altLang="en-US" sz="1400">
                <a:solidFill>
                  <a:schemeClr val="bg1"/>
                </a:solidFill>
                <a:latin typeface="OPPOSans M" panose="00020600040101010101" pitchFamily="18" charset="-122"/>
                <a:ea typeface="OPPOSans M" panose="00020600040101010101" pitchFamily="18" charset="-122"/>
                <a:cs typeface="OPPOSans M" panose="00020600040101010101" pitchFamily="18" charset="-122"/>
              </a:rPr>
              <a:t>午间</a:t>
            </a:r>
            <a:r>
              <a:rPr lang="en-US" altLang="zh-CN" sz="1400">
                <a:solidFill>
                  <a:schemeClr val="bg1"/>
                </a:solidFill>
                <a:latin typeface="OPPOSans M" panose="00020600040101010101" pitchFamily="18" charset="-122"/>
                <a:ea typeface="OPPOSans M" panose="00020600040101010101" pitchFamily="18" charset="-122"/>
                <a:cs typeface="OPPOSans M" panose="00020600040101010101" pitchFamily="18" charset="-122"/>
              </a:rPr>
              <a:t>PGC</a:t>
            </a:r>
            <a:endParaRPr lang="en-US" sz="1400">
              <a:solidFill>
                <a:schemeClr val="bg1"/>
              </a:solidFill>
              <a:latin typeface="OPPOSans M" panose="00020600040101010101" pitchFamily="18" charset="-122"/>
              <a:ea typeface="OPPOSans M" panose="00020600040101010101" pitchFamily="18" charset="-122"/>
              <a:cs typeface="OPPOSans M" panose="00020600040101010101" pitchFamily="18" charset="-122"/>
            </a:endParaRPr>
          </a:p>
        </p:txBody>
      </p:sp>
      <p:sp>
        <p:nvSpPr>
          <p:cNvPr id="108" name="文本框 107"/>
          <p:cNvSpPr txBox="1"/>
          <p:nvPr/>
        </p:nvSpPr>
        <p:spPr>
          <a:xfrm>
            <a:off x="3395707" y="4164289"/>
            <a:ext cx="942887" cy="307777"/>
          </a:xfrm>
          <a:prstGeom prst="rect">
            <a:avLst/>
          </a:prstGeom>
          <a:noFill/>
        </p:spPr>
        <p:txBody>
          <a:bodyPr wrap="none" rtlCol="0">
            <a:spAutoFit/>
          </a:bodyPr>
          <a:lstStyle/>
          <a:p>
            <a:pPr algn="ctr"/>
            <a:r>
              <a:rPr lang="zh-CN" altLang="en-US" sz="1400">
                <a:solidFill>
                  <a:schemeClr val="bg1"/>
                </a:solidFill>
                <a:latin typeface="OPPOSans M" panose="00020600040101010101" pitchFamily="18" charset="-122"/>
                <a:ea typeface="OPPOSans M" panose="00020600040101010101" pitchFamily="18" charset="-122"/>
                <a:cs typeface="OPPOSans M" panose="00020600040101010101" pitchFamily="18" charset="-122"/>
              </a:rPr>
              <a:t>挑战</a:t>
            </a:r>
            <a:r>
              <a:rPr lang="en-US" altLang="zh-CN" sz="1400">
                <a:solidFill>
                  <a:schemeClr val="bg1"/>
                </a:solidFill>
                <a:latin typeface="OPPOSans M" panose="00020600040101010101" pitchFamily="18" charset="-122"/>
                <a:ea typeface="OPPOSans M" panose="00020600040101010101" pitchFamily="18" charset="-122"/>
                <a:cs typeface="OPPOSans M" panose="00020600040101010101" pitchFamily="18" charset="-122"/>
              </a:rPr>
              <a:t>UGC</a:t>
            </a:r>
            <a:endParaRPr lang="en-US" sz="1400">
              <a:solidFill>
                <a:schemeClr val="bg1"/>
              </a:solidFill>
              <a:latin typeface="OPPOSans M" panose="00020600040101010101" pitchFamily="18" charset="-122"/>
              <a:ea typeface="OPPOSans M" panose="00020600040101010101" pitchFamily="18" charset="-122"/>
              <a:cs typeface="OPPOSans M" panose="00020600040101010101" pitchFamily="18" charset="-122"/>
            </a:endParaRPr>
          </a:p>
        </p:txBody>
      </p:sp>
      <p:sp>
        <p:nvSpPr>
          <p:cNvPr id="109" name="文本框 108"/>
          <p:cNvSpPr txBox="1"/>
          <p:nvPr/>
        </p:nvSpPr>
        <p:spPr>
          <a:xfrm>
            <a:off x="1516107" y="4164289"/>
            <a:ext cx="942887" cy="307777"/>
          </a:xfrm>
          <a:prstGeom prst="rect">
            <a:avLst/>
          </a:prstGeom>
          <a:noFill/>
        </p:spPr>
        <p:txBody>
          <a:bodyPr wrap="none" rtlCol="0">
            <a:spAutoFit/>
          </a:bodyPr>
          <a:lstStyle/>
          <a:p>
            <a:pPr algn="ctr"/>
            <a:r>
              <a:rPr lang="zh-CN" altLang="en-US" sz="1400">
                <a:solidFill>
                  <a:schemeClr val="bg1"/>
                </a:solidFill>
                <a:latin typeface="OPPOSans M" panose="00020600040101010101" pitchFamily="18" charset="-122"/>
                <a:ea typeface="OPPOSans M" panose="00020600040101010101" pitchFamily="18" charset="-122"/>
                <a:cs typeface="OPPOSans M" panose="00020600040101010101" pitchFamily="18" charset="-122"/>
              </a:rPr>
              <a:t>深夜</a:t>
            </a:r>
            <a:r>
              <a:rPr lang="en-US" altLang="zh-CN" sz="1400">
                <a:solidFill>
                  <a:schemeClr val="bg1"/>
                </a:solidFill>
                <a:latin typeface="OPPOSans M" panose="00020600040101010101" pitchFamily="18" charset="-122"/>
                <a:ea typeface="OPPOSans M" panose="00020600040101010101" pitchFamily="18" charset="-122"/>
                <a:cs typeface="OPPOSans M" panose="00020600040101010101" pitchFamily="18" charset="-122"/>
              </a:rPr>
              <a:t>UGC</a:t>
            </a:r>
            <a:endParaRPr lang="en-US" sz="1400">
              <a:solidFill>
                <a:schemeClr val="bg1"/>
              </a:solidFill>
              <a:latin typeface="OPPOSans M" panose="00020600040101010101" pitchFamily="18" charset="-122"/>
              <a:ea typeface="OPPOSans M" panose="00020600040101010101" pitchFamily="18" charset="-122"/>
              <a:cs typeface="OPPOSans M" panose="00020600040101010101" pitchFamily="18" charset="-122"/>
            </a:endParaRPr>
          </a:p>
        </p:txBody>
      </p:sp>
      <p:sp>
        <p:nvSpPr>
          <p:cNvPr id="110" name="文本框 109"/>
          <p:cNvSpPr txBox="1"/>
          <p:nvPr/>
        </p:nvSpPr>
        <p:spPr>
          <a:xfrm>
            <a:off x="9337564" y="4960279"/>
            <a:ext cx="1467068" cy="400110"/>
          </a:xfrm>
          <a:prstGeom prst="rect">
            <a:avLst/>
          </a:prstGeom>
          <a:noFill/>
        </p:spPr>
        <p:txBody>
          <a:bodyPr wrap="none" rtlCol="0">
            <a:spAutoFit/>
          </a:bodyPr>
          <a:lstStyle/>
          <a:p>
            <a:pPr algn="ctr"/>
            <a:r>
              <a:rPr lang="zh-CN" altLang="en-US" sz="2000">
                <a:solidFill>
                  <a:srgbClr val="4794FF"/>
                </a:solidFill>
                <a:latin typeface="+mj-ea"/>
                <a:ea typeface="+mj-ea"/>
                <a:cs typeface="OPPOSans B" panose="00020600040101010101" pitchFamily="18" charset="-122"/>
              </a:rPr>
              <a:t>米粉万万岁</a:t>
            </a:r>
            <a:endParaRPr lang="en-US" sz="2000">
              <a:solidFill>
                <a:srgbClr val="4794FF"/>
              </a:solidFill>
              <a:latin typeface="+mj-ea"/>
              <a:ea typeface="+mj-ea"/>
              <a:cs typeface="OPPOSans B" panose="00020600040101010101" pitchFamily="18" charset="-122"/>
            </a:endParaRPr>
          </a:p>
        </p:txBody>
      </p:sp>
      <p:sp>
        <p:nvSpPr>
          <p:cNvPr id="111" name="文本框 110"/>
          <p:cNvSpPr txBox="1"/>
          <p:nvPr/>
        </p:nvSpPr>
        <p:spPr>
          <a:xfrm>
            <a:off x="7316678" y="4960279"/>
            <a:ext cx="1467068" cy="400110"/>
          </a:xfrm>
          <a:prstGeom prst="rect">
            <a:avLst/>
          </a:prstGeom>
          <a:noFill/>
        </p:spPr>
        <p:txBody>
          <a:bodyPr wrap="none" rtlCol="0">
            <a:spAutoFit/>
          </a:bodyPr>
          <a:lstStyle/>
          <a:p>
            <a:pPr algn="ctr"/>
            <a:r>
              <a:rPr lang="zh-CN" altLang="en-US" sz="2000">
                <a:solidFill>
                  <a:srgbClr val="4794FF"/>
                </a:solidFill>
                <a:latin typeface="+mj-ea"/>
                <a:ea typeface="+mj-ea"/>
                <a:cs typeface="OPPOSans B" panose="00020600040101010101" pitchFamily="18" charset="-122"/>
              </a:rPr>
              <a:t>进击吧米粉</a:t>
            </a:r>
            <a:endParaRPr lang="en-US" sz="2000">
              <a:solidFill>
                <a:srgbClr val="4794FF"/>
              </a:solidFill>
              <a:latin typeface="+mj-ea"/>
              <a:ea typeface="+mj-ea"/>
              <a:cs typeface="OPPOSans B" panose="00020600040101010101" pitchFamily="18" charset="-122"/>
            </a:endParaRPr>
          </a:p>
        </p:txBody>
      </p:sp>
      <p:sp>
        <p:nvSpPr>
          <p:cNvPr id="112" name="文本框 111"/>
          <p:cNvSpPr txBox="1"/>
          <p:nvPr/>
        </p:nvSpPr>
        <p:spPr>
          <a:xfrm>
            <a:off x="5295790" y="4960279"/>
            <a:ext cx="1467068" cy="400110"/>
          </a:xfrm>
          <a:prstGeom prst="rect">
            <a:avLst/>
          </a:prstGeom>
          <a:noFill/>
        </p:spPr>
        <p:txBody>
          <a:bodyPr wrap="none" rtlCol="0">
            <a:spAutoFit/>
          </a:bodyPr>
          <a:lstStyle/>
          <a:p>
            <a:pPr algn="ctr"/>
            <a:r>
              <a:rPr lang="zh-CN" altLang="en-US" sz="2000">
                <a:solidFill>
                  <a:srgbClr val="4794FF"/>
                </a:solidFill>
                <a:latin typeface="+mj-ea"/>
                <a:ea typeface="+mj-ea"/>
                <a:cs typeface="OPPOSans B" panose="00020600040101010101" pitchFamily="18" charset="-122"/>
              </a:rPr>
              <a:t>米粉午间档</a:t>
            </a:r>
            <a:endParaRPr lang="en-US" sz="2000">
              <a:solidFill>
                <a:srgbClr val="4794FF"/>
              </a:solidFill>
              <a:latin typeface="+mj-ea"/>
              <a:ea typeface="+mj-ea"/>
              <a:cs typeface="OPPOSans B" panose="00020600040101010101" pitchFamily="18" charset="-122"/>
            </a:endParaRPr>
          </a:p>
        </p:txBody>
      </p:sp>
      <p:sp>
        <p:nvSpPr>
          <p:cNvPr id="113" name="文本框 112"/>
          <p:cNvSpPr txBox="1"/>
          <p:nvPr/>
        </p:nvSpPr>
        <p:spPr>
          <a:xfrm>
            <a:off x="3274903" y="4960279"/>
            <a:ext cx="1467068" cy="400110"/>
          </a:xfrm>
          <a:prstGeom prst="rect">
            <a:avLst/>
          </a:prstGeom>
          <a:noFill/>
        </p:spPr>
        <p:txBody>
          <a:bodyPr wrap="none" rtlCol="0">
            <a:spAutoFit/>
          </a:bodyPr>
          <a:lstStyle/>
          <a:p>
            <a:pPr algn="ctr"/>
            <a:r>
              <a:rPr lang="zh-CN" altLang="en-US" sz="2000">
                <a:solidFill>
                  <a:srgbClr val="4794FF"/>
                </a:solidFill>
                <a:latin typeface="+mj-ea"/>
                <a:ea typeface="+mj-ea"/>
                <a:cs typeface="OPPOSans B" panose="00020600040101010101" pitchFamily="18" charset="-122"/>
              </a:rPr>
              <a:t>进击吧米粉</a:t>
            </a:r>
            <a:endParaRPr lang="en-US" sz="2000">
              <a:solidFill>
                <a:srgbClr val="4794FF"/>
              </a:solidFill>
              <a:latin typeface="+mj-ea"/>
              <a:ea typeface="+mj-ea"/>
              <a:cs typeface="OPPOSans B" panose="00020600040101010101" pitchFamily="18" charset="-122"/>
            </a:endParaRPr>
          </a:p>
        </p:txBody>
      </p:sp>
      <p:sp>
        <p:nvSpPr>
          <p:cNvPr id="114" name="文本框 113"/>
          <p:cNvSpPr txBox="1"/>
          <p:nvPr/>
        </p:nvSpPr>
        <p:spPr>
          <a:xfrm>
            <a:off x="1254015" y="4960279"/>
            <a:ext cx="1467068" cy="400110"/>
          </a:xfrm>
          <a:prstGeom prst="rect">
            <a:avLst/>
          </a:prstGeom>
          <a:noFill/>
        </p:spPr>
        <p:txBody>
          <a:bodyPr wrap="none" rtlCol="0">
            <a:spAutoFit/>
          </a:bodyPr>
          <a:lstStyle/>
          <a:p>
            <a:pPr algn="ctr"/>
            <a:r>
              <a:rPr lang="zh-CN" altLang="en-US" sz="2000">
                <a:solidFill>
                  <a:srgbClr val="4794FF"/>
                </a:solidFill>
                <a:latin typeface="+mj-ea"/>
                <a:ea typeface="+mj-ea"/>
                <a:cs typeface="OPPOSans B" panose="00020600040101010101" pitchFamily="18" charset="-122"/>
              </a:rPr>
              <a:t>米粉不打烊</a:t>
            </a:r>
            <a:endParaRPr lang="en-US" sz="2000">
              <a:solidFill>
                <a:srgbClr val="4794FF"/>
              </a:solidFill>
              <a:latin typeface="+mj-ea"/>
              <a:ea typeface="+mj-ea"/>
              <a:cs typeface="OPPOSans B" panose="00020600040101010101" pitchFamily="18"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标题 103"/>
          <p:cNvSpPr>
            <a:spLocks noGrp="1"/>
          </p:cNvSpPr>
          <p:nvPr>
            <p:ph type="title"/>
          </p:nvPr>
        </p:nvSpPr>
        <p:spPr>
          <a:xfrm>
            <a:off x="632137" y="245670"/>
            <a:ext cx="6695941" cy="402674"/>
          </a:xfrm>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Helvetica85-Heavy"/>
                <a:ea typeface="汉仪综艺体简" panose="02010609000101010101" pitchFamily="49" charset="-122"/>
                <a:cs typeface="+mn-cs"/>
              </a:rPr>
              <a:t>物联网产品优势</a:t>
            </a:r>
          </a:p>
        </p:txBody>
      </p:sp>
      <p:sp>
        <p:nvSpPr>
          <p:cNvPr id="107" name="文本框 106"/>
          <p:cNvSpPr txBox="1"/>
          <p:nvPr/>
        </p:nvSpPr>
        <p:spPr>
          <a:xfrm>
            <a:off x="625557" y="611269"/>
            <a:ext cx="2784993" cy="276999"/>
          </a:xfrm>
          <a:prstGeom prst="rect">
            <a:avLst/>
          </a:prstGeom>
          <a:noFill/>
        </p:spPr>
        <p:txBody>
          <a:bodyPr wrap="none" rtlCol="0">
            <a:spAutoFit/>
          </a:bodyPr>
          <a:lstStyle>
            <a:defPPr>
              <a:defRPr lang="zh-CN"/>
            </a:defPPr>
            <a:lvl1pPr>
              <a:defRPr sz="1400">
                <a:solidFill>
                  <a:schemeClr val="bg1">
                    <a:lumMod val="65000"/>
                  </a:schemeClr>
                </a:solidFill>
                <a:effectLst/>
                <a:latin typeface="微软雅黑 Light" panose="020B0502040204020203" pitchFamily="34" charset="-122"/>
                <a:ea typeface="微软雅黑 Light" panose="020B0502040204020203" pitchFamily="34" charset="-122"/>
                <a:cs typeface="阿里巴巴普惠体 M" panose="00020600040101010101" pitchFamily="18"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GB" altLang="zh-CN" sz="1200" spc="300"/>
              <a:t>Design Project Directory</a:t>
            </a:r>
          </a:p>
        </p:txBody>
      </p:sp>
      <p:sp>
        <p:nvSpPr>
          <p:cNvPr id="58" name="图形"/>
          <p:cNvSpPr/>
          <p:nvPr>
            <p:custDataLst>
              <p:tags r:id="rId1"/>
            </p:custDataLst>
          </p:nvPr>
        </p:nvSpPr>
        <p:spPr>
          <a:xfrm>
            <a:off x="699854" y="1540601"/>
            <a:ext cx="1565910" cy="156591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w="19050">
            <a:solidFill>
              <a:schemeClr val="accent1">
                <a:lumMod val="60000"/>
                <a:lumOff val="40000"/>
              </a:schemeClr>
            </a:solidFill>
            <a:prstDash val="sysDot"/>
            <a:miter lim="400000"/>
          </a:ln>
        </p:spPr>
        <p:txBody>
          <a:bodyPr lIns="50800" tIns="50800" rIns="50800" bIns="50800" anchor="ctr"/>
          <a:lstStyle/>
          <a:p>
            <a:pPr lvl="0"/>
            <a:endParaRPr>
              <a:latin typeface="微软雅黑" panose="020B0503020204020204" pitchFamily="34" charset="-122"/>
              <a:ea typeface="微软雅黑" panose="020B0503020204020204" pitchFamily="34" charset="-122"/>
              <a:cs typeface="汉仪综艺体简" panose="02010609000101010101" pitchFamily="49" charset="-122"/>
            </a:endParaRPr>
          </a:p>
        </p:txBody>
      </p:sp>
      <p:sp>
        <p:nvSpPr>
          <p:cNvPr id="59" name="图形"/>
          <p:cNvSpPr/>
          <p:nvPr>
            <p:custDataLst>
              <p:tags r:id="rId2"/>
            </p:custDataLst>
          </p:nvPr>
        </p:nvSpPr>
        <p:spPr>
          <a:xfrm>
            <a:off x="1235159" y="1840321"/>
            <a:ext cx="1046480" cy="104648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35000">
                <a:srgbClr val="0055FF">
                  <a:lumMod val="60000"/>
                  <a:lumOff val="40000"/>
                </a:srgbClr>
              </a:gs>
              <a:gs pos="100000">
                <a:srgbClr val="0055FF"/>
              </a:gs>
            </a:gsLst>
            <a:path path="circle">
              <a:fillToRect r="100000" b="100000"/>
            </a:path>
            <a:tileRect l="-100000" t="-100000"/>
          </a:gradFill>
          <a:ln w="12700" cap="flat" cmpd="sng" algn="ctr">
            <a:noFill/>
            <a:prstDash val="solid"/>
            <a:miter lim="800000"/>
          </a:ln>
          <a:effectLst>
            <a:outerShdw blurRad="368300" dist="127000" dir="2400000" sx="98000" sy="98000" algn="tl" rotWithShape="0">
              <a:srgbClr val="0055FF">
                <a:alpha val="40000"/>
              </a:srgbClr>
            </a:outerShdw>
          </a:effectLst>
        </p:spPr>
        <p:txBody>
          <a:bodyPr rtlCol="0" anchor="ctr"/>
          <a:lstStyle/>
          <a:p>
            <a:pPr algn="ctr">
              <a:spcBef>
                <a:spcPts val="800"/>
              </a:spcBef>
            </a:pPr>
            <a:endParaRPr b="1">
              <a:solidFill>
                <a:schemeClr val="bg1"/>
              </a:solidFill>
              <a:latin typeface="微软雅黑" panose="020B0503020204020204" pitchFamily="34" charset="-122"/>
              <a:ea typeface="微软雅黑" panose="020B0503020204020204" pitchFamily="34" charset="-122"/>
            </a:endParaRPr>
          </a:p>
        </p:txBody>
      </p:sp>
      <p:sp>
        <p:nvSpPr>
          <p:cNvPr id="60" name="图形"/>
          <p:cNvSpPr/>
          <p:nvPr>
            <p:custDataLst>
              <p:tags r:id="rId3"/>
            </p:custDataLst>
          </p:nvPr>
        </p:nvSpPr>
        <p:spPr>
          <a:xfrm>
            <a:off x="666834" y="4196451"/>
            <a:ext cx="1565910" cy="156591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w="19050">
            <a:solidFill>
              <a:schemeClr val="accent1">
                <a:lumMod val="60000"/>
                <a:lumOff val="40000"/>
              </a:schemeClr>
            </a:solidFill>
            <a:prstDash val="sysDot"/>
            <a:miter lim="400000"/>
          </a:ln>
        </p:spPr>
        <p:txBody>
          <a:bodyPr lIns="50800" tIns="50800" rIns="50800" bIns="50800" anchor="ctr"/>
          <a:lstStyle/>
          <a:p>
            <a:pPr lvl="0"/>
            <a:endParaRPr>
              <a:latin typeface="微软雅黑" panose="020B0503020204020204" pitchFamily="34" charset="-122"/>
              <a:ea typeface="微软雅黑" panose="020B0503020204020204" pitchFamily="34" charset="-122"/>
              <a:cs typeface="汉仪综艺体简" panose="02010609000101010101" pitchFamily="49" charset="-122"/>
            </a:endParaRPr>
          </a:p>
        </p:txBody>
      </p:sp>
      <p:sp>
        <p:nvSpPr>
          <p:cNvPr id="61" name="图形"/>
          <p:cNvSpPr/>
          <p:nvPr>
            <p:custDataLst>
              <p:tags r:id="rId4"/>
            </p:custDataLst>
          </p:nvPr>
        </p:nvSpPr>
        <p:spPr>
          <a:xfrm>
            <a:off x="6315225" y="1581241"/>
            <a:ext cx="1565910" cy="156591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w="19050">
            <a:solidFill>
              <a:schemeClr val="accent1">
                <a:lumMod val="60000"/>
                <a:lumOff val="40000"/>
              </a:schemeClr>
            </a:solidFill>
            <a:prstDash val="sysDot"/>
            <a:miter lim="400000"/>
          </a:ln>
        </p:spPr>
        <p:txBody>
          <a:bodyPr lIns="50800" tIns="50800" rIns="50800" bIns="50800" anchor="ctr"/>
          <a:lstStyle/>
          <a:p>
            <a:pPr lvl="0"/>
            <a:endParaRPr>
              <a:latin typeface="微软雅黑" panose="020B0503020204020204" pitchFamily="34" charset="-122"/>
              <a:ea typeface="微软雅黑" panose="020B0503020204020204" pitchFamily="34" charset="-122"/>
              <a:cs typeface="汉仪综艺体简" panose="02010609000101010101" pitchFamily="49" charset="-122"/>
            </a:endParaRPr>
          </a:p>
        </p:txBody>
      </p:sp>
      <p:sp>
        <p:nvSpPr>
          <p:cNvPr id="62" name="图形"/>
          <p:cNvSpPr/>
          <p:nvPr>
            <p:custDataLst>
              <p:tags r:id="rId5"/>
            </p:custDataLst>
          </p:nvPr>
        </p:nvSpPr>
        <p:spPr>
          <a:xfrm>
            <a:off x="6341895" y="4217406"/>
            <a:ext cx="1565910" cy="156591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ln w="19050">
            <a:solidFill>
              <a:schemeClr val="accent1">
                <a:lumMod val="60000"/>
                <a:lumOff val="40000"/>
              </a:schemeClr>
            </a:solidFill>
            <a:prstDash val="sysDot"/>
            <a:miter lim="400000"/>
          </a:ln>
        </p:spPr>
        <p:txBody>
          <a:bodyPr lIns="50800" tIns="50800" rIns="50800" bIns="50800" anchor="ctr"/>
          <a:lstStyle/>
          <a:p>
            <a:pPr lvl="0"/>
            <a:endParaRPr>
              <a:latin typeface="微软雅黑" panose="020B0503020204020204" pitchFamily="34" charset="-122"/>
              <a:ea typeface="微软雅黑" panose="020B0503020204020204" pitchFamily="34" charset="-122"/>
              <a:cs typeface="汉仪综艺体简" panose="02010609000101010101" pitchFamily="49" charset="-122"/>
            </a:endParaRPr>
          </a:p>
        </p:txBody>
      </p:sp>
      <p:sp>
        <p:nvSpPr>
          <p:cNvPr id="63" name="图形"/>
          <p:cNvSpPr/>
          <p:nvPr>
            <p:custDataLst>
              <p:tags r:id="rId6"/>
            </p:custDataLst>
          </p:nvPr>
        </p:nvSpPr>
        <p:spPr>
          <a:xfrm>
            <a:off x="1202139" y="4496171"/>
            <a:ext cx="1046480" cy="104648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35000">
                <a:srgbClr val="0055FF">
                  <a:lumMod val="60000"/>
                  <a:lumOff val="40000"/>
                </a:srgbClr>
              </a:gs>
              <a:gs pos="100000">
                <a:srgbClr val="0055FF"/>
              </a:gs>
            </a:gsLst>
            <a:path path="circle">
              <a:fillToRect r="100000" b="100000"/>
            </a:path>
            <a:tileRect l="-100000" t="-100000"/>
          </a:gradFill>
          <a:ln w="12700" cap="flat" cmpd="sng" algn="ctr">
            <a:noFill/>
            <a:prstDash val="solid"/>
            <a:miter lim="800000"/>
          </a:ln>
          <a:effectLst>
            <a:outerShdw blurRad="368300" dist="127000" dir="2400000" sx="98000" sy="98000" algn="tl" rotWithShape="0">
              <a:srgbClr val="0055FF">
                <a:alpha val="40000"/>
              </a:srgbClr>
            </a:outerShdw>
          </a:effectLst>
        </p:spPr>
        <p:txBody>
          <a:bodyPr rtlCol="0" anchor="ctr"/>
          <a:lstStyle/>
          <a:p>
            <a:pPr algn="ctr">
              <a:spcBef>
                <a:spcPts val="800"/>
              </a:spcBef>
            </a:pPr>
            <a:endParaRPr b="1">
              <a:solidFill>
                <a:schemeClr val="bg1"/>
              </a:solidFill>
              <a:latin typeface="微软雅黑" panose="020B0503020204020204" pitchFamily="34" charset="-122"/>
              <a:ea typeface="微软雅黑" panose="020B0503020204020204" pitchFamily="34" charset="-122"/>
            </a:endParaRPr>
          </a:p>
        </p:txBody>
      </p:sp>
      <p:sp>
        <p:nvSpPr>
          <p:cNvPr id="64" name="图形"/>
          <p:cNvSpPr/>
          <p:nvPr>
            <p:custDataLst>
              <p:tags r:id="rId7"/>
            </p:custDataLst>
          </p:nvPr>
        </p:nvSpPr>
        <p:spPr>
          <a:xfrm>
            <a:off x="6849895" y="1880961"/>
            <a:ext cx="1046480" cy="104648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35000">
                <a:srgbClr val="0055FF">
                  <a:lumMod val="60000"/>
                  <a:lumOff val="40000"/>
                </a:srgbClr>
              </a:gs>
              <a:gs pos="100000">
                <a:srgbClr val="0055FF"/>
              </a:gs>
            </a:gsLst>
            <a:path path="circle">
              <a:fillToRect r="100000" b="100000"/>
            </a:path>
            <a:tileRect l="-100000" t="-100000"/>
          </a:gradFill>
          <a:ln w="12700" cap="flat" cmpd="sng" algn="ctr">
            <a:noFill/>
            <a:prstDash val="solid"/>
            <a:miter lim="800000"/>
          </a:ln>
          <a:effectLst>
            <a:outerShdw blurRad="368300" dist="127000" dir="2400000" sx="98000" sy="98000" algn="tl" rotWithShape="0">
              <a:srgbClr val="0055FF">
                <a:alpha val="40000"/>
              </a:srgbClr>
            </a:outerShdw>
          </a:effectLst>
        </p:spPr>
        <p:txBody>
          <a:bodyPr rtlCol="0" anchor="ctr"/>
          <a:lstStyle/>
          <a:p>
            <a:pPr algn="ctr">
              <a:spcBef>
                <a:spcPts val="800"/>
              </a:spcBef>
            </a:pPr>
            <a:endParaRPr b="1">
              <a:solidFill>
                <a:schemeClr val="bg1"/>
              </a:solidFill>
              <a:latin typeface="微软雅黑" panose="020B0503020204020204" pitchFamily="34" charset="-122"/>
              <a:ea typeface="微软雅黑" panose="020B0503020204020204" pitchFamily="34" charset="-122"/>
            </a:endParaRPr>
          </a:p>
        </p:txBody>
      </p:sp>
      <p:sp>
        <p:nvSpPr>
          <p:cNvPr id="65" name="图形"/>
          <p:cNvSpPr/>
          <p:nvPr>
            <p:custDataLst>
              <p:tags r:id="rId8"/>
            </p:custDataLst>
          </p:nvPr>
        </p:nvSpPr>
        <p:spPr>
          <a:xfrm>
            <a:off x="7185514" y="2216580"/>
            <a:ext cx="375243" cy="375243"/>
          </a:xfrm>
          <a:custGeom>
            <a:avLst/>
            <a:gdLst/>
            <a:ahLst/>
            <a:cxnLst>
              <a:cxn ang="0">
                <a:pos x="wd2" y="hd2"/>
              </a:cxn>
              <a:cxn ang="5400000">
                <a:pos x="wd2" y="hd2"/>
              </a:cxn>
              <a:cxn ang="10800000">
                <a:pos x="wd2" y="hd2"/>
              </a:cxn>
              <a:cxn ang="16200000">
                <a:pos x="wd2" y="hd2"/>
              </a:cxn>
            </a:cxnLst>
            <a:rect l="0" t="0" r="r" b="b"/>
            <a:pathLst>
              <a:path w="21600" h="21600" extrusionOk="0">
                <a:moveTo>
                  <a:pt x="17850" y="17619"/>
                </a:moveTo>
                <a:cubicBezTo>
                  <a:pt x="17269" y="17124"/>
                  <a:pt x="16604" y="16681"/>
                  <a:pt x="15855" y="16327"/>
                </a:cubicBezTo>
                <a:cubicBezTo>
                  <a:pt x="15868" y="16285"/>
                  <a:pt x="15882" y="16243"/>
                  <a:pt x="15895" y="16202"/>
                </a:cubicBezTo>
                <a:cubicBezTo>
                  <a:pt x="16132" y="15456"/>
                  <a:pt x="16320" y="14658"/>
                  <a:pt x="16454" y="13811"/>
                </a:cubicBezTo>
                <a:cubicBezTo>
                  <a:pt x="16471" y="13706"/>
                  <a:pt x="16484" y="13597"/>
                  <a:pt x="16499" y="13488"/>
                </a:cubicBezTo>
                <a:cubicBezTo>
                  <a:pt x="16544" y="13166"/>
                  <a:pt x="16580" y="12840"/>
                  <a:pt x="16610" y="12507"/>
                </a:cubicBezTo>
                <a:cubicBezTo>
                  <a:pt x="16620" y="12382"/>
                  <a:pt x="16632" y="12262"/>
                  <a:pt x="16641" y="12135"/>
                </a:cubicBezTo>
                <a:cubicBezTo>
                  <a:pt x="16660" y="11857"/>
                  <a:pt x="16663" y="11573"/>
                  <a:pt x="16672" y="11291"/>
                </a:cubicBezTo>
                <a:lnTo>
                  <a:pt x="20598" y="11291"/>
                </a:lnTo>
                <a:cubicBezTo>
                  <a:pt x="20476" y="13747"/>
                  <a:pt x="19450" y="15962"/>
                  <a:pt x="17850" y="17619"/>
                </a:cubicBezTo>
                <a:moveTo>
                  <a:pt x="13714" y="20180"/>
                </a:moveTo>
                <a:cubicBezTo>
                  <a:pt x="13925" y="19958"/>
                  <a:pt x="14126" y="19712"/>
                  <a:pt x="14321" y="19445"/>
                </a:cubicBezTo>
                <a:cubicBezTo>
                  <a:pt x="14338" y="19419"/>
                  <a:pt x="14358" y="19395"/>
                  <a:pt x="14375" y="19370"/>
                </a:cubicBezTo>
                <a:cubicBezTo>
                  <a:pt x="14764" y="18823"/>
                  <a:pt x="15116" y="18193"/>
                  <a:pt x="15419" y="17489"/>
                </a:cubicBezTo>
                <a:cubicBezTo>
                  <a:pt x="15436" y="17451"/>
                  <a:pt x="15451" y="17409"/>
                  <a:pt x="15467" y="17372"/>
                </a:cubicBezTo>
                <a:cubicBezTo>
                  <a:pt x="15485" y="17331"/>
                  <a:pt x="15499" y="17282"/>
                  <a:pt x="15516" y="17241"/>
                </a:cubicBezTo>
                <a:cubicBezTo>
                  <a:pt x="16123" y="17537"/>
                  <a:pt x="16665" y="17888"/>
                  <a:pt x="17141" y="18286"/>
                </a:cubicBezTo>
                <a:cubicBezTo>
                  <a:pt x="16148" y="19131"/>
                  <a:pt x="14989" y="19782"/>
                  <a:pt x="13714" y="20180"/>
                </a:cubicBezTo>
                <a:moveTo>
                  <a:pt x="11291" y="20569"/>
                </a:moveTo>
                <a:lnTo>
                  <a:pt x="11291" y="16222"/>
                </a:lnTo>
                <a:cubicBezTo>
                  <a:pt x="12498" y="16270"/>
                  <a:pt x="13637" y="16495"/>
                  <a:pt x="14651" y="16869"/>
                </a:cubicBezTo>
                <a:cubicBezTo>
                  <a:pt x="13851" y="18909"/>
                  <a:pt x="12653" y="20300"/>
                  <a:pt x="11291" y="20569"/>
                </a:cubicBezTo>
                <a:moveTo>
                  <a:pt x="11291" y="11291"/>
                </a:moveTo>
                <a:lnTo>
                  <a:pt x="15698" y="11291"/>
                </a:lnTo>
                <a:cubicBezTo>
                  <a:pt x="15655" y="12993"/>
                  <a:pt x="15392" y="14580"/>
                  <a:pt x="14970" y="15947"/>
                </a:cubicBezTo>
                <a:cubicBezTo>
                  <a:pt x="13856" y="15531"/>
                  <a:pt x="12608" y="15291"/>
                  <a:pt x="11291" y="15239"/>
                </a:cubicBezTo>
                <a:cubicBezTo>
                  <a:pt x="11291" y="15239"/>
                  <a:pt x="11291" y="11291"/>
                  <a:pt x="11291" y="11291"/>
                </a:cubicBezTo>
                <a:close/>
                <a:moveTo>
                  <a:pt x="11291" y="6362"/>
                </a:moveTo>
                <a:cubicBezTo>
                  <a:pt x="12608" y="6309"/>
                  <a:pt x="13856" y="6066"/>
                  <a:pt x="14970" y="5653"/>
                </a:cubicBezTo>
                <a:cubicBezTo>
                  <a:pt x="15392" y="7019"/>
                  <a:pt x="15655" y="8604"/>
                  <a:pt x="15698" y="10309"/>
                </a:cubicBezTo>
                <a:lnTo>
                  <a:pt x="11291" y="10309"/>
                </a:lnTo>
                <a:cubicBezTo>
                  <a:pt x="11291" y="10309"/>
                  <a:pt x="11291" y="6362"/>
                  <a:pt x="11291" y="6362"/>
                </a:cubicBezTo>
                <a:close/>
                <a:moveTo>
                  <a:pt x="11291" y="1031"/>
                </a:moveTo>
                <a:cubicBezTo>
                  <a:pt x="12653" y="1300"/>
                  <a:pt x="13851" y="2693"/>
                  <a:pt x="14651" y="4731"/>
                </a:cubicBezTo>
                <a:cubicBezTo>
                  <a:pt x="13637" y="5105"/>
                  <a:pt x="12498" y="5332"/>
                  <a:pt x="11291" y="5380"/>
                </a:cubicBezTo>
                <a:cubicBezTo>
                  <a:pt x="11291" y="5380"/>
                  <a:pt x="11291" y="1031"/>
                  <a:pt x="11291" y="1031"/>
                </a:cubicBezTo>
                <a:close/>
                <a:moveTo>
                  <a:pt x="17141" y="3314"/>
                </a:moveTo>
                <a:cubicBezTo>
                  <a:pt x="16665" y="3712"/>
                  <a:pt x="16123" y="4065"/>
                  <a:pt x="15516" y="4359"/>
                </a:cubicBezTo>
                <a:cubicBezTo>
                  <a:pt x="15499" y="4319"/>
                  <a:pt x="15485" y="4269"/>
                  <a:pt x="15467" y="4229"/>
                </a:cubicBezTo>
                <a:cubicBezTo>
                  <a:pt x="15451" y="4191"/>
                  <a:pt x="15436" y="4149"/>
                  <a:pt x="15419" y="4113"/>
                </a:cubicBezTo>
                <a:cubicBezTo>
                  <a:pt x="15116" y="3409"/>
                  <a:pt x="14764" y="2777"/>
                  <a:pt x="14375" y="2231"/>
                </a:cubicBezTo>
                <a:cubicBezTo>
                  <a:pt x="14358" y="2205"/>
                  <a:pt x="14338" y="2181"/>
                  <a:pt x="14321" y="2156"/>
                </a:cubicBezTo>
                <a:cubicBezTo>
                  <a:pt x="14126" y="1890"/>
                  <a:pt x="13925" y="1642"/>
                  <a:pt x="13714" y="1420"/>
                </a:cubicBezTo>
                <a:cubicBezTo>
                  <a:pt x="14989" y="1818"/>
                  <a:pt x="16148" y="2471"/>
                  <a:pt x="17141" y="3314"/>
                </a:cubicBezTo>
                <a:moveTo>
                  <a:pt x="20598" y="10309"/>
                </a:moveTo>
                <a:lnTo>
                  <a:pt x="16672" y="10309"/>
                </a:lnTo>
                <a:cubicBezTo>
                  <a:pt x="16663" y="10027"/>
                  <a:pt x="16660" y="9743"/>
                  <a:pt x="16641" y="9466"/>
                </a:cubicBezTo>
                <a:cubicBezTo>
                  <a:pt x="16632" y="9338"/>
                  <a:pt x="16620" y="9215"/>
                  <a:pt x="16610" y="9095"/>
                </a:cubicBezTo>
                <a:cubicBezTo>
                  <a:pt x="16580" y="8760"/>
                  <a:pt x="16544" y="8436"/>
                  <a:pt x="16499" y="8112"/>
                </a:cubicBezTo>
                <a:cubicBezTo>
                  <a:pt x="16484" y="8004"/>
                  <a:pt x="16471" y="7894"/>
                  <a:pt x="16454" y="7789"/>
                </a:cubicBezTo>
                <a:cubicBezTo>
                  <a:pt x="16320" y="6944"/>
                  <a:pt x="16132" y="6144"/>
                  <a:pt x="15895" y="5398"/>
                </a:cubicBezTo>
                <a:cubicBezTo>
                  <a:pt x="15882" y="5357"/>
                  <a:pt x="15868" y="5317"/>
                  <a:pt x="15855" y="5278"/>
                </a:cubicBezTo>
                <a:cubicBezTo>
                  <a:pt x="16604" y="4919"/>
                  <a:pt x="17269" y="4476"/>
                  <a:pt x="17850" y="3981"/>
                </a:cubicBezTo>
                <a:cubicBezTo>
                  <a:pt x="19450" y="5638"/>
                  <a:pt x="20476" y="7854"/>
                  <a:pt x="20598" y="10309"/>
                </a:cubicBezTo>
                <a:moveTo>
                  <a:pt x="10309" y="5380"/>
                </a:moveTo>
                <a:cubicBezTo>
                  <a:pt x="9101" y="5332"/>
                  <a:pt x="7961" y="5105"/>
                  <a:pt x="6946" y="4731"/>
                </a:cubicBezTo>
                <a:cubicBezTo>
                  <a:pt x="7749" y="2693"/>
                  <a:pt x="8945" y="1300"/>
                  <a:pt x="10309" y="1031"/>
                </a:cubicBezTo>
                <a:cubicBezTo>
                  <a:pt x="10309" y="1031"/>
                  <a:pt x="10309" y="5380"/>
                  <a:pt x="10309" y="5380"/>
                </a:cubicBezTo>
                <a:close/>
                <a:moveTo>
                  <a:pt x="10309" y="10309"/>
                </a:moveTo>
                <a:lnTo>
                  <a:pt x="5902" y="10309"/>
                </a:lnTo>
                <a:cubicBezTo>
                  <a:pt x="5945" y="8604"/>
                  <a:pt x="6207" y="7019"/>
                  <a:pt x="6630" y="5653"/>
                </a:cubicBezTo>
                <a:cubicBezTo>
                  <a:pt x="7744" y="6066"/>
                  <a:pt x="8991" y="6309"/>
                  <a:pt x="10309" y="6362"/>
                </a:cubicBezTo>
                <a:cubicBezTo>
                  <a:pt x="10309" y="6362"/>
                  <a:pt x="10309" y="10309"/>
                  <a:pt x="10309" y="10309"/>
                </a:cubicBezTo>
                <a:close/>
                <a:moveTo>
                  <a:pt x="10309" y="15239"/>
                </a:moveTo>
                <a:cubicBezTo>
                  <a:pt x="8991" y="15291"/>
                  <a:pt x="7744" y="15531"/>
                  <a:pt x="6630" y="15947"/>
                </a:cubicBezTo>
                <a:cubicBezTo>
                  <a:pt x="6207" y="14580"/>
                  <a:pt x="5945" y="12993"/>
                  <a:pt x="5902" y="11291"/>
                </a:cubicBezTo>
                <a:lnTo>
                  <a:pt x="10309" y="11291"/>
                </a:lnTo>
                <a:cubicBezTo>
                  <a:pt x="10309" y="11291"/>
                  <a:pt x="10309" y="15239"/>
                  <a:pt x="10309" y="15239"/>
                </a:cubicBezTo>
                <a:close/>
                <a:moveTo>
                  <a:pt x="10309" y="20569"/>
                </a:moveTo>
                <a:cubicBezTo>
                  <a:pt x="8945" y="20300"/>
                  <a:pt x="7749" y="18909"/>
                  <a:pt x="6946" y="16869"/>
                </a:cubicBezTo>
                <a:cubicBezTo>
                  <a:pt x="7961" y="16495"/>
                  <a:pt x="9101" y="16270"/>
                  <a:pt x="10309" y="16222"/>
                </a:cubicBezTo>
                <a:cubicBezTo>
                  <a:pt x="10309" y="16222"/>
                  <a:pt x="10309" y="20569"/>
                  <a:pt x="10309" y="20569"/>
                </a:cubicBezTo>
                <a:close/>
                <a:moveTo>
                  <a:pt x="4459" y="18286"/>
                </a:moveTo>
                <a:cubicBezTo>
                  <a:pt x="4934" y="17888"/>
                  <a:pt x="5476" y="17537"/>
                  <a:pt x="6083" y="17241"/>
                </a:cubicBezTo>
                <a:cubicBezTo>
                  <a:pt x="6100" y="17282"/>
                  <a:pt x="6115" y="17331"/>
                  <a:pt x="6132" y="17372"/>
                </a:cubicBezTo>
                <a:cubicBezTo>
                  <a:pt x="6148" y="17409"/>
                  <a:pt x="6163" y="17451"/>
                  <a:pt x="6179" y="17489"/>
                </a:cubicBezTo>
                <a:cubicBezTo>
                  <a:pt x="6483" y="18193"/>
                  <a:pt x="6835" y="18823"/>
                  <a:pt x="7223" y="19370"/>
                </a:cubicBezTo>
                <a:cubicBezTo>
                  <a:pt x="7242" y="19395"/>
                  <a:pt x="7260" y="19419"/>
                  <a:pt x="7278" y="19445"/>
                </a:cubicBezTo>
                <a:cubicBezTo>
                  <a:pt x="7472" y="19712"/>
                  <a:pt x="7675" y="19958"/>
                  <a:pt x="7885" y="20180"/>
                </a:cubicBezTo>
                <a:cubicBezTo>
                  <a:pt x="6610" y="19782"/>
                  <a:pt x="5452" y="19131"/>
                  <a:pt x="4459" y="18286"/>
                </a:cubicBezTo>
                <a:moveTo>
                  <a:pt x="1002" y="11291"/>
                </a:moveTo>
                <a:lnTo>
                  <a:pt x="4926" y="11291"/>
                </a:lnTo>
                <a:cubicBezTo>
                  <a:pt x="4935" y="11573"/>
                  <a:pt x="4940" y="11857"/>
                  <a:pt x="4959" y="12135"/>
                </a:cubicBezTo>
                <a:cubicBezTo>
                  <a:pt x="4967" y="12262"/>
                  <a:pt x="4979" y="12382"/>
                  <a:pt x="4990" y="12507"/>
                </a:cubicBezTo>
                <a:cubicBezTo>
                  <a:pt x="5019" y="12840"/>
                  <a:pt x="5055" y="13166"/>
                  <a:pt x="5100" y="13488"/>
                </a:cubicBezTo>
                <a:cubicBezTo>
                  <a:pt x="5115" y="13597"/>
                  <a:pt x="5129" y="13706"/>
                  <a:pt x="5146" y="13811"/>
                </a:cubicBezTo>
                <a:cubicBezTo>
                  <a:pt x="5279" y="14658"/>
                  <a:pt x="5467" y="15456"/>
                  <a:pt x="5704" y="16202"/>
                </a:cubicBezTo>
                <a:cubicBezTo>
                  <a:pt x="5717" y="16243"/>
                  <a:pt x="5731" y="16285"/>
                  <a:pt x="5744" y="16327"/>
                </a:cubicBezTo>
                <a:cubicBezTo>
                  <a:pt x="4996" y="16681"/>
                  <a:pt x="4329" y="17124"/>
                  <a:pt x="3748" y="17619"/>
                </a:cubicBezTo>
                <a:cubicBezTo>
                  <a:pt x="2150" y="15962"/>
                  <a:pt x="1124" y="13747"/>
                  <a:pt x="1002" y="11291"/>
                </a:cubicBezTo>
                <a:moveTo>
                  <a:pt x="3748" y="3981"/>
                </a:moveTo>
                <a:cubicBezTo>
                  <a:pt x="4329" y="4476"/>
                  <a:pt x="4996" y="4919"/>
                  <a:pt x="5744" y="5278"/>
                </a:cubicBezTo>
                <a:cubicBezTo>
                  <a:pt x="5731" y="5317"/>
                  <a:pt x="5717" y="5357"/>
                  <a:pt x="5704" y="5398"/>
                </a:cubicBezTo>
                <a:cubicBezTo>
                  <a:pt x="5468" y="6144"/>
                  <a:pt x="5279" y="6944"/>
                  <a:pt x="5146" y="7789"/>
                </a:cubicBezTo>
                <a:cubicBezTo>
                  <a:pt x="5129" y="7894"/>
                  <a:pt x="5115" y="8004"/>
                  <a:pt x="5100" y="8112"/>
                </a:cubicBezTo>
                <a:cubicBezTo>
                  <a:pt x="5055" y="8436"/>
                  <a:pt x="5019" y="8760"/>
                  <a:pt x="4990" y="9095"/>
                </a:cubicBezTo>
                <a:cubicBezTo>
                  <a:pt x="4979" y="9215"/>
                  <a:pt x="4967" y="9338"/>
                  <a:pt x="4959" y="9466"/>
                </a:cubicBezTo>
                <a:cubicBezTo>
                  <a:pt x="4940" y="9743"/>
                  <a:pt x="4935" y="10027"/>
                  <a:pt x="4926" y="10309"/>
                </a:cubicBezTo>
                <a:lnTo>
                  <a:pt x="1002" y="10309"/>
                </a:lnTo>
                <a:cubicBezTo>
                  <a:pt x="1124" y="7854"/>
                  <a:pt x="2150" y="5638"/>
                  <a:pt x="3748" y="3981"/>
                </a:cubicBezTo>
                <a:moveTo>
                  <a:pt x="7885" y="1420"/>
                </a:moveTo>
                <a:cubicBezTo>
                  <a:pt x="7675" y="1642"/>
                  <a:pt x="7472" y="1890"/>
                  <a:pt x="7278" y="2156"/>
                </a:cubicBezTo>
                <a:cubicBezTo>
                  <a:pt x="7260" y="2181"/>
                  <a:pt x="7242" y="2205"/>
                  <a:pt x="7223" y="2231"/>
                </a:cubicBezTo>
                <a:cubicBezTo>
                  <a:pt x="6835" y="2777"/>
                  <a:pt x="6483" y="3409"/>
                  <a:pt x="6179" y="4113"/>
                </a:cubicBezTo>
                <a:cubicBezTo>
                  <a:pt x="6163" y="4149"/>
                  <a:pt x="6148" y="4191"/>
                  <a:pt x="6132" y="4229"/>
                </a:cubicBezTo>
                <a:cubicBezTo>
                  <a:pt x="6115" y="4269"/>
                  <a:pt x="6100" y="4319"/>
                  <a:pt x="6083" y="4359"/>
                </a:cubicBezTo>
                <a:cubicBezTo>
                  <a:pt x="5476" y="4065"/>
                  <a:pt x="4934" y="3712"/>
                  <a:pt x="4459" y="3314"/>
                </a:cubicBezTo>
                <a:cubicBezTo>
                  <a:pt x="5452" y="2471"/>
                  <a:pt x="6610" y="1818"/>
                  <a:pt x="7885" y="1420"/>
                </a:cubicBezTo>
                <a:moveTo>
                  <a:pt x="10800" y="0"/>
                </a:moveTo>
                <a:cubicBezTo>
                  <a:pt x="4836" y="0"/>
                  <a:pt x="0" y="4836"/>
                  <a:pt x="0" y="10800"/>
                </a:cubicBezTo>
                <a:cubicBezTo>
                  <a:pt x="0" y="16764"/>
                  <a:pt x="4836" y="21600"/>
                  <a:pt x="10800" y="21600"/>
                </a:cubicBezTo>
                <a:cubicBezTo>
                  <a:pt x="16764" y="21600"/>
                  <a:pt x="21600" y="16764"/>
                  <a:pt x="21600" y="10800"/>
                </a:cubicBezTo>
                <a:cubicBezTo>
                  <a:pt x="21600" y="4836"/>
                  <a:pt x="16764" y="0"/>
                  <a:pt x="10800" y="0"/>
                </a:cubicBezTo>
              </a:path>
            </a:pathLst>
          </a:custGeom>
          <a:solidFill>
            <a:srgbClr val="FFFFFF"/>
          </a:solidFill>
          <a:ln w="12700">
            <a:miter lim="400000"/>
          </a:ln>
        </p:spPr>
        <p:txBody>
          <a:bodyPr lIns="38100" tIns="38100" rIns="38100" bIns="38100" anchor="ctr"/>
          <a:lstStyle/>
          <a:p>
            <a:pPr lvl="0" defTabSz="4572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latin typeface="微软雅黑" panose="020B0503020204020204" pitchFamily="34" charset="-122"/>
              <a:ea typeface="微软雅黑" panose="020B0503020204020204" pitchFamily="34" charset="-122"/>
              <a:cs typeface="思源黑体 CN Light" panose="020B0300000000000000" charset="-122"/>
              <a:sym typeface="思源黑体 CN Light" panose="020B0300000000000000" charset="-122"/>
            </a:endParaRPr>
          </a:p>
        </p:txBody>
      </p:sp>
      <p:sp>
        <p:nvSpPr>
          <p:cNvPr id="66" name="图形"/>
          <p:cNvSpPr/>
          <p:nvPr>
            <p:custDataLst>
              <p:tags r:id="rId9"/>
            </p:custDataLst>
          </p:nvPr>
        </p:nvSpPr>
        <p:spPr>
          <a:xfrm>
            <a:off x="6877200" y="4517126"/>
            <a:ext cx="1046480" cy="104648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35000">
                <a:srgbClr val="0055FF">
                  <a:lumMod val="60000"/>
                  <a:lumOff val="40000"/>
                </a:srgbClr>
              </a:gs>
              <a:gs pos="100000">
                <a:srgbClr val="0055FF"/>
              </a:gs>
            </a:gsLst>
            <a:path path="circle">
              <a:fillToRect r="100000" b="100000"/>
            </a:path>
            <a:tileRect l="-100000" t="-100000"/>
          </a:gradFill>
          <a:ln w="12700" cap="flat" cmpd="sng" algn="ctr">
            <a:noFill/>
            <a:prstDash val="solid"/>
            <a:miter lim="800000"/>
          </a:ln>
          <a:effectLst>
            <a:outerShdw blurRad="368300" dist="127000" dir="2400000" sx="98000" sy="98000" algn="tl" rotWithShape="0">
              <a:srgbClr val="0055FF">
                <a:alpha val="40000"/>
              </a:srgbClr>
            </a:outerShdw>
          </a:effectLst>
        </p:spPr>
        <p:txBody>
          <a:bodyPr rtlCol="0" anchor="ctr"/>
          <a:lstStyle/>
          <a:p>
            <a:pPr algn="ctr">
              <a:spcBef>
                <a:spcPts val="800"/>
              </a:spcBef>
            </a:pPr>
            <a:endParaRPr b="1">
              <a:solidFill>
                <a:schemeClr val="bg1"/>
              </a:solidFill>
              <a:latin typeface="微软雅黑" panose="020B0503020204020204" pitchFamily="34" charset="-122"/>
              <a:ea typeface="微软雅黑" panose="020B0503020204020204" pitchFamily="34" charset="-122"/>
            </a:endParaRPr>
          </a:p>
        </p:txBody>
      </p:sp>
      <p:sp>
        <p:nvSpPr>
          <p:cNvPr id="73" name="图形"/>
          <p:cNvSpPr txBox="1"/>
          <p:nvPr>
            <p:custDataLst>
              <p:tags r:id="rId10"/>
            </p:custDataLst>
          </p:nvPr>
        </p:nvSpPr>
        <p:spPr>
          <a:xfrm>
            <a:off x="739224" y="2180046"/>
            <a:ext cx="416560" cy="377190"/>
          </a:xfrm>
          <a:prstGeom prst="rect">
            <a:avLst/>
          </a:prstGeom>
        </p:spPr>
        <p:txBody>
          <a:bodyPr vert="horz"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800" b="0" kern="1200" baseline="0">
                <a:solidFill>
                  <a:schemeClr val="bg1">
                    <a:lumMod val="65000"/>
                  </a:schemeClr>
                </a:solidFill>
                <a:latin typeface="Source Sans Pro Light" panose="020B0403030403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d-ID">
                <a:solidFill>
                  <a:srgbClr val="007EFF"/>
                </a:solidFill>
                <a:latin typeface="微软雅黑" panose="020B0503020204020204" pitchFamily="34" charset="-122"/>
                <a:ea typeface="微软雅黑" panose="020B0503020204020204" pitchFamily="34" charset="-122"/>
                <a:cs typeface="汉仪综艺体简" panose="02010609000101010101" pitchFamily="49" charset="-122"/>
              </a:rPr>
              <a:t>1</a:t>
            </a:r>
          </a:p>
        </p:txBody>
      </p:sp>
      <p:sp>
        <p:nvSpPr>
          <p:cNvPr id="74" name="图形"/>
          <p:cNvSpPr txBox="1"/>
          <p:nvPr>
            <p:custDataLst>
              <p:tags r:id="rId11"/>
            </p:custDataLst>
          </p:nvPr>
        </p:nvSpPr>
        <p:spPr>
          <a:xfrm>
            <a:off x="6382535" y="2193381"/>
            <a:ext cx="416560" cy="362585"/>
          </a:xfrm>
          <a:prstGeom prst="rect">
            <a:avLst/>
          </a:prstGeom>
        </p:spPr>
        <p:txBody>
          <a:bodyPr vert="horz"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800" b="0" kern="1200" baseline="0">
                <a:solidFill>
                  <a:schemeClr val="bg1">
                    <a:lumMod val="65000"/>
                  </a:schemeClr>
                </a:solidFill>
                <a:latin typeface="Source Sans Pro Light" panose="020B0403030403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d-ID">
                <a:solidFill>
                  <a:srgbClr val="007EFF"/>
                </a:solidFill>
                <a:latin typeface="微软雅黑" panose="020B0503020204020204" pitchFamily="34" charset="-122"/>
                <a:ea typeface="微软雅黑" panose="020B0503020204020204" pitchFamily="34" charset="-122"/>
                <a:cs typeface="汉仪综艺体简" panose="02010609000101010101" pitchFamily="49" charset="-122"/>
              </a:rPr>
              <a:t>3</a:t>
            </a:r>
          </a:p>
        </p:txBody>
      </p:sp>
      <p:sp>
        <p:nvSpPr>
          <p:cNvPr id="75" name="图形"/>
          <p:cNvSpPr txBox="1"/>
          <p:nvPr>
            <p:custDataLst>
              <p:tags r:id="rId12"/>
            </p:custDataLst>
          </p:nvPr>
        </p:nvSpPr>
        <p:spPr>
          <a:xfrm>
            <a:off x="739224" y="4830816"/>
            <a:ext cx="416560" cy="377190"/>
          </a:xfrm>
          <a:prstGeom prst="rect">
            <a:avLst/>
          </a:prstGeom>
        </p:spPr>
        <p:txBody>
          <a:bodyPr vert="horz"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800" b="0" kern="1200" baseline="0">
                <a:solidFill>
                  <a:schemeClr val="bg1">
                    <a:lumMod val="65000"/>
                  </a:schemeClr>
                </a:solidFill>
                <a:latin typeface="Source Sans Pro Light" panose="020B0403030403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d-ID">
                <a:solidFill>
                  <a:srgbClr val="007EFF"/>
                </a:solidFill>
                <a:latin typeface="微软雅黑" panose="020B0503020204020204" pitchFamily="34" charset="-122"/>
                <a:ea typeface="微软雅黑" panose="020B0503020204020204" pitchFamily="34" charset="-122"/>
                <a:cs typeface="汉仪综艺体简" panose="02010609000101010101" pitchFamily="49" charset="-122"/>
              </a:rPr>
              <a:t>2</a:t>
            </a:r>
          </a:p>
        </p:txBody>
      </p:sp>
      <p:sp>
        <p:nvSpPr>
          <p:cNvPr id="76" name="图形"/>
          <p:cNvSpPr txBox="1"/>
          <p:nvPr>
            <p:custDataLst>
              <p:tags r:id="rId13"/>
            </p:custDataLst>
          </p:nvPr>
        </p:nvSpPr>
        <p:spPr>
          <a:xfrm>
            <a:off x="6394600" y="4823831"/>
            <a:ext cx="416560" cy="362585"/>
          </a:xfrm>
          <a:prstGeom prst="rect">
            <a:avLst/>
          </a:prstGeom>
        </p:spPr>
        <p:txBody>
          <a:bodyPr vert="horz" lIns="0" tIns="45720" rIns="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800" b="0" kern="1200" baseline="0">
                <a:solidFill>
                  <a:schemeClr val="bg1">
                    <a:lumMod val="65000"/>
                  </a:schemeClr>
                </a:solidFill>
                <a:latin typeface="Source Sans Pro Light" panose="020B0403030403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d-ID">
                <a:solidFill>
                  <a:srgbClr val="007EFF"/>
                </a:solidFill>
                <a:latin typeface="微软雅黑" panose="020B0503020204020204" pitchFamily="34" charset="-122"/>
                <a:ea typeface="微软雅黑" panose="020B0503020204020204" pitchFamily="34" charset="-122"/>
                <a:cs typeface="汉仪综艺体简" panose="02010609000101010101" pitchFamily="49" charset="-122"/>
              </a:rPr>
              <a:t>4</a:t>
            </a:r>
          </a:p>
        </p:txBody>
      </p:sp>
      <p:sp>
        <p:nvSpPr>
          <p:cNvPr id="77" name="图形"/>
          <p:cNvSpPr>
            <a:spLocks noEditPoints="1"/>
          </p:cNvSpPr>
          <p:nvPr>
            <p:custDataLst>
              <p:tags r:id="rId14"/>
            </p:custDataLst>
          </p:nvPr>
        </p:nvSpPr>
        <p:spPr bwMode="auto">
          <a:xfrm>
            <a:off x="7226768" y="4823831"/>
            <a:ext cx="387985" cy="376555"/>
          </a:xfrm>
          <a:custGeom>
            <a:avLst/>
            <a:gdLst>
              <a:gd name="T0" fmla="*/ 94 w 132"/>
              <a:gd name="T1" fmla="*/ 0 h 128"/>
              <a:gd name="T2" fmla="*/ 56 w 132"/>
              <a:gd name="T3" fmla="*/ 27 h 128"/>
              <a:gd name="T4" fmla="*/ 55 w 132"/>
              <a:gd name="T5" fmla="*/ 27 h 128"/>
              <a:gd name="T6" fmla="*/ 14 w 132"/>
              <a:gd name="T7" fmla="*/ 69 h 128"/>
              <a:gd name="T8" fmla="*/ 1 w 132"/>
              <a:gd name="T9" fmla="*/ 110 h 128"/>
              <a:gd name="T10" fmla="*/ 14 w 132"/>
              <a:gd name="T11" fmla="*/ 128 h 128"/>
              <a:gd name="T12" fmla="*/ 53 w 132"/>
              <a:gd name="T13" fmla="*/ 118 h 128"/>
              <a:gd name="T14" fmla="*/ 120 w 132"/>
              <a:gd name="T15" fmla="*/ 53 h 128"/>
              <a:gd name="T16" fmla="*/ 64 w 132"/>
              <a:gd name="T17" fmla="*/ 95 h 128"/>
              <a:gd name="T18" fmla="*/ 99 w 132"/>
              <a:gd name="T19" fmla="*/ 47 h 128"/>
              <a:gd name="T20" fmla="*/ 95 w 132"/>
              <a:gd name="T21" fmla="*/ 67 h 128"/>
              <a:gd name="T22" fmla="*/ 64 w 132"/>
              <a:gd name="T23" fmla="*/ 98 h 128"/>
              <a:gd name="T24" fmla="*/ 59 w 132"/>
              <a:gd name="T25" fmla="*/ 81 h 128"/>
              <a:gd name="T26" fmla="*/ 46 w 132"/>
              <a:gd name="T27" fmla="*/ 68 h 128"/>
              <a:gd name="T28" fmla="*/ 92 w 132"/>
              <a:gd name="T29" fmla="*/ 36 h 128"/>
              <a:gd name="T30" fmla="*/ 59 w 132"/>
              <a:gd name="T31" fmla="*/ 81 h 128"/>
              <a:gd name="T32" fmla="*/ 30 w 132"/>
              <a:gd name="T33" fmla="*/ 64 h 128"/>
              <a:gd name="T34" fmla="*/ 80 w 132"/>
              <a:gd name="T35" fmla="*/ 29 h 128"/>
              <a:gd name="T36" fmla="*/ 17 w 132"/>
              <a:gd name="T37" fmla="*/ 119 h 128"/>
              <a:gd name="T38" fmla="*/ 8 w 132"/>
              <a:gd name="T39" fmla="*/ 114 h 128"/>
              <a:gd name="T40" fmla="*/ 13 w 132"/>
              <a:gd name="T41" fmla="*/ 96 h 128"/>
              <a:gd name="T42" fmla="*/ 32 w 132"/>
              <a:gd name="T43" fmla="*/ 116 h 128"/>
              <a:gd name="T44" fmla="*/ 35 w 132"/>
              <a:gd name="T45" fmla="*/ 115 h 128"/>
              <a:gd name="T46" fmla="*/ 14 w 132"/>
              <a:gd name="T47" fmla="*/ 92 h 128"/>
              <a:gd name="T48" fmla="*/ 19 w 132"/>
              <a:gd name="T49" fmla="*/ 75 h 128"/>
              <a:gd name="T50" fmla="*/ 52 w 132"/>
              <a:gd name="T51" fmla="*/ 110 h 128"/>
              <a:gd name="T52" fmla="*/ 35 w 132"/>
              <a:gd name="T53" fmla="*/ 115 h 128"/>
              <a:gd name="T54" fmla="*/ 108 w 132"/>
              <a:gd name="T55" fmla="*/ 54 h 128"/>
              <a:gd name="T56" fmla="*/ 98 w 132"/>
              <a:gd name="T57" fmla="*/ 30 h 128"/>
              <a:gd name="T58" fmla="*/ 81 w 132"/>
              <a:gd name="T59" fmla="*/ 13 h 128"/>
              <a:gd name="T60" fmla="*/ 112 w 132"/>
              <a:gd name="T61" fmla="*/ 16 h 128"/>
              <a:gd name="T62" fmla="*/ 115 w 132"/>
              <a:gd name="T63" fmla="*/ 47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2" h="128">
                <a:moveTo>
                  <a:pt x="118" y="10"/>
                </a:moveTo>
                <a:cubicBezTo>
                  <a:pt x="111" y="4"/>
                  <a:pt x="102" y="0"/>
                  <a:pt x="94" y="0"/>
                </a:cubicBezTo>
                <a:cubicBezTo>
                  <a:pt x="87" y="0"/>
                  <a:pt x="80" y="3"/>
                  <a:pt x="75" y="8"/>
                </a:cubicBezTo>
                <a:cubicBezTo>
                  <a:pt x="56" y="27"/>
                  <a:pt x="56" y="27"/>
                  <a:pt x="56" y="27"/>
                </a:cubicBezTo>
                <a:cubicBezTo>
                  <a:pt x="56" y="27"/>
                  <a:pt x="56" y="27"/>
                  <a:pt x="55" y="27"/>
                </a:cubicBezTo>
                <a:cubicBezTo>
                  <a:pt x="55" y="27"/>
                  <a:pt x="55" y="27"/>
                  <a:pt x="55" y="27"/>
                </a:cubicBezTo>
                <a:cubicBezTo>
                  <a:pt x="55" y="27"/>
                  <a:pt x="55" y="27"/>
                  <a:pt x="55" y="27"/>
                </a:cubicBezTo>
                <a:cubicBezTo>
                  <a:pt x="14" y="69"/>
                  <a:pt x="14" y="69"/>
                  <a:pt x="14" y="69"/>
                </a:cubicBezTo>
                <a:cubicBezTo>
                  <a:pt x="12" y="71"/>
                  <a:pt x="11" y="73"/>
                  <a:pt x="10" y="76"/>
                </a:cubicBezTo>
                <a:cubicBezTo>
                  <a:pt x="1" y="110"/>
                  <a:pt x="1" y="110"/>
                  <a:pt x="1" y="110"/>
                </a:cubicBezTo>
                <a:cubicBezTo>
                  <a:pt x="1" y="110"/>
                  <a:pt x="0" y="113"/>
                  <a:pt x="0" y="114"/>
                </a:cubicBezTo>
                <a:cubicBezTo>
                  <a:pt x="0" y="122"/>
                  <a:pt x="6" y="128"/>
                  <a:pt x="14" y="128"/>
                </a:cubicBezTo>
                <a:cubicBezTo>
                  <a:pt x="16" y="128"/>
                  <a:pt x="19" y="127"/>
                  <a:pt x="19" y="127"/>
                </a:cubicBezTo>
                <a:cubicBezTo>
                  <a:pt x="53" y="118"/>
                  <a:pt x="53" y="118"/>
                  <a:pt x="53" y="118"/>
                </a:cubicBezTo>
                <a:cubicBezTo>
                  <a:pt x="55" y="118"/>
                  <a:pt x="57" y="116"/>
                  <a:pt x="59" y="114"/>
                </a:cubicBezTo>
                <a:cubicBezTo>
                  <a:pt x="120" y="53"/>
                  <a:pt x="120" y="53"/>
                  <a:pt x="120" y="53"/>
                </a:cubicBezTo>
                <a:cubicBezTo>
                  <a:pt x="132" y="42"/>
                  <a:pt x="130" y="23"/>
                  <a:pt x="118" y="10"/>
                </a:cubicBezTo>
                <a:close/>
                <a:moveTo>
                  <a:pt x="64" y="95"/>
                </a:moveTo>
                <a:cubicBezTo>
                  <a:pt x="64" y="92"/>
                  <a:pt x="63" y="88"/>
                  <a:pt x="61" y="85"/>
                </a:cubicBezTo>
                <a:cubicBezTo>
                  <a:pt x="99" y="47"/>
                  <a:pt x="99" y="47"/>
                  <a:pt x="99" y="47"/>
                </a:cubicBezTo>
                <a:cubicBezTo>
                  <a:pt x="101" y="54"/>
                  <a:pt x="100" y="62"/>
                  <a:pt x="95" y="67"/>
                </a:cubicBezTo>
                <a:cubicBezTo>
                  <a:pt x="95" y="67"/>
                  <a:pt x="95" y="67"/>
                  <a:pt x="95" y="67"/>
                </a:cubicBezTo>
                <a:cubicBezTo>
                  <a:pt x="95" y="67"/>
                  <a:pt x="95" y="67"/>
                  <a:pt x="95" y="67"/>
                </a:cubicBezTo>
                <a:cubicBezTo>
                  <a:pt x="64" y="98"/>
                  <a:pt x="64" y="98"/>
                  <a:pt x="64" y="98"/>
                </a:cubicBezTo>
                <a:cubicBezTo>
                  <a:pt x="64" y="97"/>
                  <a:pt x="64" y="96"/>
                  <a:pt x="64" y="95"/>
                </a:cubicBezTo>
                <a:close/>
                <a:moveTo>
                  <a:pt x="59" y="81"/>
                </a:moveTo>
                <a:cubicBezTo>
                  <a:pt x="58" y="79"/>
                  <a:pt x="56" y="76"/>
                  <a:pt x="54" y="74"/>
                </a:cubicBezTo>
                <a:cubicBezTo>
                  <a:pt x="51" y="72"/>
                  <a:pt x="49" y="70"/>
                  <a:pt x="46" y="68"/>
                </a:cubicBezTo>
                <a:cubicBezTo>
                  <a:pt x="84" y="30"/>
                  <a:pt x="84" y="30"/>
                  <a:pt x="84" y="30"/>
                </a:cubicBezTo>
                <a:cubicBezTo>
                  <a:pt x="87" y="31"/>
                  <a:pt x="90" y="33"/>
                  <a:pt x="92" y="36"/>
                </a:cubicBezTo>
                <a:cubicBezTo>
                  <a:pt x="94" y="38"/>
                  <a:pt x="96" y="40"/>
                  <a:pt x="97" y="43"/>
                </a:cubicBezTo>
                <a:lnTo>
                  <a:pt x="59" y="81"/>
                </a:lnTo>
                <a:close/>
                <a:moveTo>
                  <a:pt x="42" y="66"/>
                </a:moveTo>
                <a:cubicBezTo>
                  <a:pt x="38" y="65"/>
                  <a:pt x="34" y="64"/>
                  <a:pt x="30" y="64"/>
                </a:cubicBezTo>
                <a:cubicBezTo>
                  <a:pt x="61" y="33"/>
                  <a:pt x="61" y="33"/>
                  <a:pt x="61" y="33"/>
                </a:cubicBezTo>
                <a:cubicBezTo>
                  <a:pt x="66" y="28"/>
                  <a:pt x="73" y="27"/>
                  <a:pt x="80" y="29"/>
                </a:cubicBezTo>
                <a:lnTo>
                  <a:pt x="42" y="66"/>
                </a:lnTo>
                <a:close/>
                <a:moveTo>
                  <a:pt x="17" y="119"/>
                </a:moveTo>
                <a:cubicBezTo>
                  <a:pt x="16" y="120"/>
                  <a:pt x="15" y="120"/>
                  <a:pt x="14" y="120"/>
                </a:cubicBezTo>
                <a:cubicBezTo>
                  <a:pt x="11" y="120"/>
                  <a:pt x="8" y="117"/>
                  <a:pt x="8" y="114"/>
                </a:cubicBezTo>
                <a:cubicBezTo>
                  <a:pt x="8" y="113"/>
                  <a:pt x="8" y="112"/>
                  <a:pt x="8" y="112"/>
                </a:cubicBezTo>
                <a:cubicBezTo>
                  <a:pt x="13" y="96"/>
                  <a:pt x="13" y="96"/>
                  <a:pt x="13" y="96"/>
                </a:cubicBezTo>
                <a:cubicBezTo>
                  <a:pt x="17" y="96"/>
                  <a:pt x="22" y="98"/>
                  <a:pt x="26" y="102"/>
                </a:cubicBezTo>
                <a:cubicBezTo>
                  <a:pt x="30" y="106"/>
                  <a:pt x="32" y="111"/>
                  <a:pt x="32" y="116"/>
                </a:cubicBezTo>
                <a:lnTo>
                  <a:pt x="17" y="119"/>
                </a:lnTo>
                <a:close/>
                <a:moveTo>
                  <a:pt x="35" y="115"/>
                </a:moveTo>
                <a:cubicBezTo>
                  <a:pt x="35" y="109"/>
                  <a:pt x="33" y="104"/>
                  <a:pt x="29" y="99"/>
                </a:cubicBezTo>
                <a:cubicBezTo>
                  <a:pt x="25" y="95"/>
                  <a:pt x="19" y="93"/>
                  <a:pt x="14" y="92"/>
                </a:cubicBezTo>
                <a:cubicBezTo>
                  <a:pt x="18" y="78"/>
                  <a:pt x="18" y="78"/>
                  <a:pt x="18" y="78"/>
                </a:cubicBezTo>
                <a:cubicBezTo>
                  <a:pt x="18" y="77"/>
                  <a:pt x="19" y="76"/>
                  <a:pt x="19" y="75"/>
                </a:cubicBezTo>
                <a:cubicBezTo>
                  <a:pt x="27" y="69"/>
                  <a:pt x="40" y="71"/>
                  <a:pt x="48" y="80"/>
                </a:cubicBezTo>
                <a:cubicBezTo>
                  <a:pt x="57" y="89"/>
                  <a:pt x="59" y="102"/>
                  <a:pt x="52" y="110"/>
                </a:cubicBezTo>
                <a:cubicBezTo>
                  <a:pt x="51" y="110"/>
                  <a:pt x="51" y="111"/>
                  <a:pt x="50" y="111"/>
                </a:cubicBezTo>
                <a:lnTo>
                  <a:pt x="35" y="115"/>
                </a:lnTo>
                <a:close/>
                <a:moveTo>
                  <a:pt x="115" y="47"/>
                </a:moveTo>
                <a:cubicBezTo>
                  <a:pt x="108" y="54"/>
                  <a:pt x="108" y="54"/>
                  <a:pt x="108" y="54"/>
                </a:cubicBezTo>
                <a:cubicBezTo>
                  <a:pt x="108" y="53"/>
                  <a:pt x="108" y="52"/>
                  <a:pt x="108" y="51"/>
                </a:cubicBezTo>
                <a:cubicBezTo>
                  <a:pt x="107" y="43"/>
                  <a:pt x="104" y="36"/>
                  <a:pt x="98" y="30"/>
                </a:cubicBezTo>
                <a:cubicBezTo>
                  <a:pt x="91" y="24"/>
                  <a:pt x="83" y="20"/>
                  <a:pt x="74" y="20"/>
                </a:cubicBezTo>
                <a:cubicBezTo>
                  <a:pt x="81" y="13"/>
                  <a:pt x="81" y="13"/>
                  <a:pt x="81" y="13"/>
                </a:cubicBezTo>
                <a:cubicBezTo>
                  <a:pt x="84" y="10"/>
                  <a:pt x="89" y="8"/>
                  <a:pt x="94" y="8"/>
                </a:cubicBezTo>
                <a:cubicBezTo>
                  <a:pt x="100" y="8"/>
                  <a:pt x="107" y="11"/>
                  <a:pt x="112" y="16"/>
                </a:cubicBezTo>
                <a:cubicBezTo>
                  <a:pt x="117" y="21"/>
                  <a:pt x="120" y="27"/>
                  <a:pt x="120" y="33"/>
                </a:cubicBezTo>
                <a:cubicBezTo>
                  <a:pt x="120" y="38"/>
                  <a:pt x="118" y="43"/>
                  <a:pt x="115" y="47"/>
                </a:cubicBezTo>
                <a:close/>
              </a:path>
            </a:pathLst>
          </a:custGeom>
          <a:solidFill>
            <a:schemeClr val="bg1"/>
          </a:solidFill>
          <a:ln>
            <a:noFill/>
          </a:ln>
        </p:spPr>
        <p:txBody>
          <a:bodyPr vert="horz" wrap="square" lIns="91440" tIns="45720" rIns="91440" bIns="45720" numCol="1" anchor="t" anchorCtr="0" compatLnSpc="1"/>
          <a:lstStyle/>
          <a:p>
            <a:endParaRPr lang="en-US">
              <a:latin typeface="+mj-lt"/>
              <a:cs typeface="思源黑体 CN Light" panose="020B0300000000000000" charset="-122"/>
            </a:endParaRPr>
          </a:p>
        </p:txBody>
      </p:sp>
      <p:sp>
        <p:nvSpPr>
          <p:cNvPr id="78" name="图形"/>
          <p:cNvSpPr>
            <a:spLocks noEditPoints="1"/>
          </p:cNvSpPr>
          <p:nvPr>
            <p:custDataLst>
              <p:tags r:id="rId15"/>
            </p:custDataLst>
          </p:nvPr>
        </p:nvSpPr>
        <p:spPr bwMode="auto">
          <a:xfrm>
            <a:off x="1596157" y="4830816"/>
            <a:ext cx="258445" cy="376555"/>
          </a:xfrm>
          <a:custGeom>
            <a:avLst/>
            <a:gdLst>
              <a:gd name="T0" fmla="*/ 44 w 88"/>
              <a:gd name="T1" fmla="*/ 0 h 128"/>
              <a:gd name="T2" fmla="*/ 0 w 88"/>
              <a:gd name="T3" fmla="*/ 44 h 128"/>
              <a:gd name="T4" fmla="*/ 20 w 88"/>
              <a:gd name="T5" fmla="*/ 92 h 128"/>
              <a:gd name="T6" fmla="*/ 44 w 88"/>
              <a:gd name="T7" fmla="*/ 128 h 128"/>
              <a:gd name="T8" fmla="*/ 68 w 88"/>
              <a:gd name="T9" fmla="*/ 92 h 128"/>
              <a:gd name="T10" fmla="*/ 88 w 88"/>
              <a:gd name="T11" fmla="*/ 44 h 128"/>
              <a:gd name="T12" fmla="*/ 44 w 88"/>
              <a:gd name="T13" fmla="*/ 0 h 128"/>
              <a:gd name="T14" fmla="*/ 54 w 88"/>
              <a:gd name="T15" fmla="*/ 109 h 128"/>
              <a:gd name="T16" fmla="*/ 35 w 88"/>
              <a:gd name="T17" fmla="*/ 111 h 128"/>
              <a:gd name="T18" fmla="*/ 32 w 88"/>
              <a:gd name="T19" fmla="*/ 104 h 128"/>
              <a:gd name="T20" fmla="*/ 32 w 88"/>
              <a:gd name="T21" fmla="*/ 103 h 128"/>
              <a:gd name="T22" fmla="*/ 57 w 88"/>
              <a:gd name="T23" fmla="*/ 100 h 128"/>
              <a:gd name="T24" fmla="*/ 56 w 88"/>
              <a:gd name="T25" fmla="*/ 104 h 128"/>
              <a:gd name="T26" fmla="*/ 54 w 88"/>
              <a:gd name="T27" fmla="*/ 109 h 128"/>
              <a:gd name="T28" fmla="*/ 31 w 88"/>
              <a:gd name="T29" fmla="*/ 100 h 128"/>
              <a:gd name="T30" fmla="*/ 28 w 88"/>
              <a:gd name="T31" fmla="*/ 92 h 128"/>
              <a:gd name="T32" fmla="*/ 60 w 88"/>
              <a:gd name="T33" fmla="*/ 92 h 128"/>
              <a:gd name="T34" fmla="*/ 58 w 88"/>
              <a:gd name="T35" fmla="*/ 96 h 128"/>
              <a:gd name="T36" fmla="*/ 31 w 88"/>
              <a:gd name="T37" fmla="*/ 100 h 128"/>
              <a:gd name="T38" fmla="*/ 44 w 88"/>
              <a:gd name="T39" fmla="*/ 120 h 128"/>
              <a:gd name="T40" fmla="*/ 36 w 88"/>
              <a:gd name="T41" fmla="*/ 115 h 128"/>
              <a:gd name="T42" fmla="*/ 53 w 88"/>
              <a:gd name="T43" fmla="*/ 113 h 128"/>
              <a:gd name="T44" fmla="*/ 44 w 88"/>
              <a:gd name="T45" fmla="*/ 120 h 128"/>
              <a:gd name="T46" fmla="*/ 63 w 88"/>
              <a:gd name="T47" fmla="*/ 84 h 128"/>
              <a:gd name="T48" fmla="*/ 25 w 88"/>
              <a:gd name="T49" fmla="*/ 84 h 128"/>
              <a:gd name="T50" fmla="*/ 19 w 88"/>
              <a:gd name="T51" fmla="*/ 71 h 128"/>
              <a:gd name="T52" fmla="*/ 8 w 88"/>
              <a:gd name="T53" fmla="*/ 44 h 128"/>
              <a:gd name="T54" fmla="*/ 44 w 88"/>
              <a:gd name="T55" fmla="*/ 8 h 128"/>
              <a:gd name="T56" fmla="*/ 80 w 88"/>
              <a:gd name="T57" fmla="*/ 44 h 128"/>
              <a:gd name="T58" fmla="*/ 69 w 88"/>
              <a:gd name="T59" fmla="*/ 71 h 128"/>
              <a:gd name="T60" fmla="*/ 63 w 88"/>
              <a:gd name="T61" fmla="*/ 8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8" h="128">
                <a:moveTo>
                  <a:pt x="44" y="0"/>
                </a:moveTo>
                <a:cubicBezTo>
                  <a:pt x="20" y="0"/>
                  <a:pt x="0" y="20"/>
                  <a:pt x="0" y="44"/>
                </a:cubicBezTo>
                <a:cubicBezTo>
                  <a:pt x="0" y="60"/>
                  <a:pt x="15" y="77"/>
                  <a:pt x="20" y="92"/>
                </a:cubicBezTo>
                <a:cubicBezTo>
                  <a:pt x="28" y="115"/>
                  <a:pt x="27" y="128"/>
                  <a:pt x="44" y="128"/>
                </a:cubicBezTo>
                <a:cubicBezTo>
                  <a:pt x="61" y="128"/>
                  <a:pt x="60" y="115"/>
                  <a:pt x="68" y="92"/>
                </a:cubicBezTo>
                <a:cubicBezTo>
                  <a:pt x="73" y="77"/>
                  <a:pt x="88" y="60"/>
                  <a:pt x="88" y="44"/>
                </a:cubicBezTo>
                <a:cubicBezTo>
                  <a:pt x="88" y="20"/>
                  <a:pt x="68" y="0"/>
                  <a:pt x="44" y="0"/>
                </a:cubicBezTo>
                <a:close/>
                <a:moveTo>
                  <a:pt x="54" y="109"/>
                </a:moveTo>
                <a:cubicBezTo>
                  <a:pt x="35" y="111"/>
                  <a:pt x="35" y="111"/>
                  <a:pt x="35" y="111"/>
                </a:cubicBezTo>
                <a:cubicBezTo>
                  <a:pt x="34" y="109"/>
                  <a:pt x="33" y="107"/>
                  <a:pt x="32" y="104"/>
                </a:cubicBezTo>
                <a:cubicBezTo>
                  <a:pt x="32" y="104"/>
                  <a:pt x="32" y="104"/>
                  <a:pt x="32" y="103"/>
                </a:cubicBezTo>
                <a:cubicBezTo>
                  <a:pt x="57" y="100"/>
                  <a:pt x="57" y="100"/>
                  <a:pt x="57" y="100"/>
                </a:cubicBezTo>
                <a:cubicBezTo>
                  <a:pt x="57" y="102"/>
                  <a:pt x="56" y="103"/>
                  <a:pt x="56" y="104"/>
                </a:cubicBezTo>
                <a:cubicBezTo>
                  <a:pt x="55" y="106"/>
                  <a:pt x="55" y="107"/>
                  <a:pt x="54" y="109"/>
                </a:cubicBezTo>
                <a:close/>
                <a:moveTo>
                  <a:pt x="31" y="100"/>
                </a:moveTo>
                <a:cubicBezTo>
                  <a:pt x="30" y="97"/>
                  <a:pt x="29" y="95"/>
                  <a:pt x="28" y="92"/>
                </a:cubicBezTo>
                <a:cubicBezTo>
                  <a:pt x="60" y="92"/>
                  <a:pt x="60" y="92"/>
                  <a:pt x="60" y="92"/>
                </a:cubicBezTo>
                <a:cubicBezTo>
                  <a:pt x="59" y="93"/>
                  <a:pt x="59" y="95"/>
                  <a:pt x="58" y="96"/>
                </a:cubicBezTo>
                <a:lnTo>
                  <a:pt x="31" y="100"/>
                </a:lnTo>
                <a:close/>
                <a:moveTo>
                  <a:pt x="44" y="120"/>
                </a:moveTo>
                <a:cubicBezTo>
                  <a:pt x="40" y="120"/>
                  <a:pt x="38" y="120"/>
                  <a:pt x="36" y="115"/>
                </a:cubicBezTo>
                <a:cubicBezTo>
                  <a:pt x="53" y="113"/>
                  <a:pt x="53" y="113"/>
                  <a:pt x="53" y="113"/>
                </a:cubicBezTo>
                <a:cubicBezTo>
                  <a:pt x="51" y="119"/>
                  <a:pt x="49" y="120"/>
                  <a:pt x="44" y="120"/>
                </a:cubicBezTo>
                <a:close/>
                <a:moveTo>
                  <a:pt x="63" y="84"/>
                </a:moveTo>
                <a:cubicBezTo>
                  <a:pt x="25" y="84"/>
                  <a:pt x="25" y="84"/>
                  <a:pt x="25" y="84"/>
                </a:cubicBezTo>
                <a:cubicBezTo>
                  <a:pt x="23" y="80"/>
                  <a:pt x="21" y="75"/>
                  <a:pt x="19" y="71"/>
                </a:cubicBezTo>
                <a:cubicBezTo>
                  <a:pt x="13" y="62"/>
                  <a:pt x="8" y="52"/>
                  <a:pt x="8" y="44"/>
                </a:cubicBezTo>
                <a:cubicBezTo>
                  <a:pt x="8" y="24"/>
                  <a:pt x="24" y="8"/>
                  <a:pt x="44" y="8"/>
                </a:cubicBezTo>
                <a:cubicBezTo>
                  <a:pt x="64" y="8"/>
                  <a:pt x="80" y="24"/>
                  <a:pt x="80" y="44"/>
                </a:cubicBezTo>
                <a:cubicBezTo>
                  <a:pt x="80" y="52"/>
                  <a:pt x="75" y="62"/>
                  <a:pt x="69" y="71"/>
                </a:cubicBezTo>
                <a:cubicBezTo>
                  <a:pt x="67" y="75"/>
                  <a:pt x="65" y="80"/>
                  <a:pt x="63" y="84"/>
                </a:cubicBezTo>
                <a:close/>
              </a:path>
            </a:pathLst>
          </a:custGeom>
          <a:solidFill>
            <a:schemeClr val="bg1"/>
          </a:solidFill>
          <a:ln w="9525">
            <a:noFill/>
            <a:round/>
          </a:ln>
        </p:spPr>
        <p:txBody>
          <a:bodyPr vert="horz" wrap="square" lIns="91440" tIns="45720" rIns="91440" bIns="45720" numCol="1" anchor="t" anchorCtr="0" compatLnSpc="1"/>
          <a:lstStyle/>
          <a:p>
            <a:endParaRPr lang="en-US">
              <a:latin typeface="+mj-lt"/>
              <a:cs typeface="思源黑体 CN Light" panose="020B0300000000000000" charset="-122"/>
            </a:endParaRPr>
          </a:p>
        </p:txBody>
      </p:sp>
      <p:sp>
        <p:nvSpPr>
          <p:cNvPr id="79" name="图形"/>
          <p:cNvSpPr>
            <a:spLocks noEditPoints="1"/>
          </p:cNvSpPr>
          <p:nvPr>
            <p:custDataLst>
              <p:tags r:id="rId16"/>
            </p:custDataLst>
          </p:nvPr>
        </p:nvSpPr>
        <p:spPr bwMode="auto">
          <a:xfrm>
            <a:off x="1569487" y="2174649"/>
            <a:ext cx="377825" cy="377825"/>
          </a:xfrm>
          <a:custGeom>
            <a:avLst/>
            <a:gdLst>
              <a:gd name="T0" fmla="*/ 80 w 128"/>
              <a:gd name="T1" fmla="*/ 0 h 128"/>
              <a:gd name="T2" fmla="*/ 32 w 128"/>
              <a:gd name="T3" fmla="*/ 48 h 128"/>
              <a:gd name="T4" fmla="*/ 38 w 128"/>
              <a:gd name="T5" fmla="*/ 70 h 128"/>
              <a:gd name="T6" fmla="*/ 4 w 128"/>
              <a:gd name="T7" fmla="*/ 104 h 128"/>
              <a:gd name="T8" fmla="*/ 4 w 128"/>
              <a:gd name="T9" fmla="*/ 104 h 128"/>
              <a:gd name="T10" fmla="*/ 0 w 128"/>
              <a:gd name="T11" fmla="*/ 114 h 128"/>
              <a:gd name="T12" fmla="*/ 14 w 128"/>
              <a:gd name="T13" fmla="*/ 128 h 128"/>
              <a:gd name="T14" fmla="*/ 24 w 128"/>
              <a:gd name="T15" fmla="*/ 124 h 128"/>
              <a:gd name="T16" fmla="*/ 24 w 128"/>
              <a:gd name="T17" fmla="*/ 124 h 128"/>
              <a:gd name="T18" fmla="*/ 58 w 128"/>
              <a:gd name="T19" fmla="*/ 90 h 128"/>
              <a:gd name="T20" fmla="*/ 80 w 128"/>
              <a:gd name="T21" fmla="*/ 96 h 128"/>
              <a:gd name="T22" fmla="*/ 128 w 128"/>
              <a:gd name="T23" fmla="*/ 48 h 128"/>
              <a:gd name="T24" fmla="*/ 80 w 128"/>
              <a:gd name="T25" fmla="*/ 0 h 128"/>
              <a:gd name="T26" fmla="*/ 19 w 128"/>
              <a:gd name="T27" fmla="*/ 119 h 128"/>
              <a:gd name="T28" fmla="*/ 14 w 128"/>
              <a:gd name="T29" fmla="*/ 121 h 128"/>
              <a:gd name="T30" fmla="*/ 7 w 128"/>
              <a:gd name="T31" fmla="*/ 114 h 128"/>
              <a:gd name="T32" fmla="*/ 9 w 128"/>
              <a:gd name="T33" fmla="*/ 109 h 128"/>
              <a:gd name="T34" fmla="*/ 9 w 128"/>
              <a:gd name="T35" fmla="*/ 109 h 128"/>
              <a:gd name="T36" fmla="*/ 41 w 128"/>
              <a:gd name="T37" fmla="*/ 77 h 128"/>
              <a:gd name="T38" fmla="*/ 51 w 128"/>
              <a:gd name="T39" fmla="*/ 87 h 128"/>
              <a:gd name="T40" fmla="*/ 19 w 128"/>
              <a:gd name="T41" fmla="*/ 119 h 128"/>
              <a:gd name="T42" fmla="*/ 80 w 128"/>
              <a:gd name="T43" fmla="*/ 88 h 128"/>
              <a:gd name="T44" fmla="*/ 40 w 128"/>
              <a:gd name="T45" fmla="*/ 48 h 128"/>
              <a:gd name="T46" fmla="*/ 80 w 128"/>
              <a:gd name="T47" fmla="*/ 8 h 128"/>
              <a:gd name="T48" fmla="*/ 120 w 128"/>
              <a:gd name="T49" fmla="*/ 48 h 128"/>
              <a:gd name="T50" fmla="*/ 80 w 128"/>
              <a:gd name="T51" fmla="*/ 8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8" h="128">
                <a:moveTo>
                  <a:pt x="80" y="0"/>
                </a:moveTo>
                <a:cubicBezTo>
                  <a:pt x="53" y="0"/>
                  <a:pt x="32" y="21"/>
                  <a:pt x="32" y="48"/>
                </a:cubicBezTo>
                <a:cubicBezTo>
                  <a:pt x="32" y="56"/>
                  <a:pt x="34" y="64"/>
                  <a:pt x="38" y="70"/>
                </a:cubicBezTo>
                <a:cubicBezTo>
                  <a:pt x="4" y="104"/>
                  <a:pt x="4" y="104"/>
                  <a:pt x="4" y="104"/>
                </a:cubicBezTo>
                <a:cubicBezTo>
                  <a:pt x="4" y="104"/>
                  <a:pt x="4" y="104"/>
                  <a:pt x="4" y="104"/>
                </a:cubicBezTo>
                <a:cubicBezTo>
                  <a:pt x="2" y="106"/>
                  <a:pt x="0" y="110"/>
                  <a:pt x="0" y="114"/>
                </a:cubicBezTo>
                <a:cubicBezTo>
                  <a:pt x="0" y="122"/>
                  <a:pt x="6" y="128"/>
                  <a:pt x="14" y="128"/>
                </a:cubicBezTo>
                <a:cubicBezTo>
                  <a:pt x="18" y="128"/>
                  <a:pt x="22" y="126"/>
                  <a:pt x="24" y="124"/>
                </a:cubicBezTo>
                <a:cubicBezTo>
                  <a:pt x="24" y="124"/>
                  <a:pt x="24" y="124"/>
                  <a:pt x="24" y="124"/>
                </a:cubicBezTo>
                <a:cubicBezTo>
                  <a:pt x="58" y="90"/>
                  <a:pt x="58" y="90"/>
                  <a:pt x="58" y="90"/>
                </a:cubicBezTo>
                <a:cubicBezTo>
                  <a:pt x="64" y="94"/>
                  <a:pt x="72" y="96"/>
                  <a:pt x="80" y="96"/>
                </a:cubicBezTo>
                <a:cubicBezTo>
                  <a:pt x="107" y="96"/>
                  <a:pt x="128" y="75"/>
                  <a:pt x="128" y="48"/>
                </a:cubicBezTo>
                <a:cubicBezTo>
                  <a:pt x="128" y="21"/>
                  <a:pt x="107" y="0"/>
                  <a:pt x="80" y="0"/>
                </a:cubicBezTo>
                <a:close/>
                <a:moveTo>
                  <a:pt x="19" y="119"/>
                </a:moveTo>
                <a:cubicBezTo>
                  <a:pt x="18" y="120"/>
                  <a:pt x="16" y="121"/>
                  <a:pt x="14" y="121"/>
                </a:cubicBezTo>
                <a:cubicBezTo>
                  <a:pt x="10" y="121"/>
                  <a:pt x="7" y="118"/>
                  <a:pt x="7" y="114"/>
                </a:cubicBezTo>
                <a:cubicBezTo>
                  <a:pt x="7" y="112"/>
                  <a:pt x="8" y="110"/>
                  <a:pt x="9" y="109"/>
                </a:cubicBezTo>
                <a:cubicBezTo>
                  <a:pt x="9" y="109"/>
                  <a:pt x="9" y="109"/>
                  <a:pt x="9" y="109"/>
                </a:cubicBezTo>
                <a:cubicBezTo>
                  <a:pt x="41" y="77"/>
                  <a:pt x="41" y="77"/>
                  <a:pt x="41" y="77"/>
                </a:cubicBezTo>
                <a:cubicBezTo>
                  <a:pt x="44" y="80"/>
                  <a:pt x="48" y="84"/>
                  <a:pt x="51" y="87"/>
                </a:cubicBezTo>
                <a:lnTo>
                  <a:pt x="19" y="119"/>
                </a:lnTo>
                <a:close/>
                <a:moveTo>
                  <a:pt x="80" y="88"/>
                </a:moveTo>
                <a:cubicBezTo>
                  <a:pt x="58" y="88"/>
                  <a:pt x="40" y="70"/>
                  <a:pt x="40" y="48"/>
                </a:cubicBezTo>
                <a:cubicBezTo>
                  <a:pt x="40" y="26"/>
                  <a:pt x="58" y="8"/>
                  <a:pt x="80" y="8"/>
                </a:cubicBezTo>
                <a:cubicBezTo>
                  <a:pt x="102" y="8"/>
                  <a:pt x="120" y="26"/>
                  <a:pt x="120" y="48"/>
                </a:cubicBezTo>
                <a:cubicBezTo>
                  <a:pt x="120" y="70"/>
                  <a:pt x="102" y="88"/>
                  <a:pt x="80" y="88"/>
                </a:cubicBezTo>
                <a:close/>
              </a:path>
            </a:pathLst>
          </a:custGeom>
          <a:solidFill>
            <a:schemeClr val="bg1"/>
          </a:solidFill>
          <a:ln w="9525">
            <a:noFill/>
            <a:round/>
          </a:ln>
        </p:spPr>
        <p:txBody>
          <a:bodyPr vert="horz" wrap="square" lIns="91440" tIns="45720" rIns="91440" bIns="45720" numCol="1" anchor="t" anchorCtr="0" compatLnSpc="1"/>
          <a:lstStyle/>
          <a:p>
            <a:endParaRPr lang="en-US">
              <a:latin typeface="+mj-lt"/>
              <a:cs typeface="思源黑体 CN Light" panose="020B0300000000000000" charset="-122"/>
            </a:endParaRPr>
          </a:p>
        </p:txBody>
      </p:sp>
      <p:sp>
        <p:nvSpPr>
          <p:cNvPr id="2" name="矩形: 圆角 50"/>
          <p:cNvSpPr/>
          <p:nvPr>
            <p:custDataLst>
              <p:tags r:id="rId17"/>
            </p:custDataLst>
          </p:nvPr>
        </p:nvSpPr>
        <p:spPr>
          <a:xfrm>
            <a:off x="2546755" y="1554951"/>
            <a:ext cx="3308614" cy="1525133"/>
          </a:xfrm>
          <a:prstGeom prst="rect">
            <a:avLst/>
          </a:prstGeom>
          <a:noFill/>
          <a:ln w="3175" cap="flat" cmpd="sng" algn="ctr">
            <a:noFill/>
            <a:prstDash val="solid"/>
            <a:round/>
            <a:headEnd type="none" w="med" len="med"/>
            <a:tailEnd type="none" w="med" len="med"/>
          </a:ln>
          <a:effectLst/>
        </p:spPr>
        <p:txBody>
          <a:bodyPr vert="horz" wrap="square" lIns="81000" tIns="0" rIns="0" bIns="34290" numCol="1" rtlCol="0" anchor="t" anchorCtr="0" compatLnSpc="1">
            <a:noAutofit/>
          </a:bodyPr>
          <a:lstStyle/>
          <a:p>
            <a:pPr marL="171450" indent="-171450" fontAlgn="base">
              <a:lnSpc>
                <a:spcPct val="150000"/>
              </a:lnSpc>
              <a:spcBef>
                <a:spcPct val="0"/>
              </a:spcBef>
              <a:spcAft>
                <a:spcPct val="0"/>
              </a:spcAft>
              <a:buFont typeface="Arial" panose="020B0604020202020204" pitchFamily="34" charset="0"/>
              <a:buChar char="•"/>
              <a:defRPr/>
            </a:pPr>
            <a:r>
              <a:rPr lang="zh-CN" altLang="en-US" sz="1600" b="1">
                <a:gradFill flip="none" rotWithShape="1">
                  <a:gsLst>
                    <a:gs pos="0">
                      <a:srgbClr val="3FAAF9"/>
                    </a:gs>
                    <a:gs pos="74000">
                      <a:srgbClr val="0055FF"/>
                    </a:gs>
                  </a:gsLst>
                  <a:lin ang="16200000" scaled="0"/>
                </a:gradFill>
                <a:latin typeface="微软雅黑" panose="020B0503020204020204" pitchFamily="34" charset="-122"/>
                <a:ea typeface="微软雅黑" panose="020B0503020204020204" pitchFamily="34" charset="-122"/>
              </a:rPr>
              <a:t>点击替换文字</a:t>
            </a:r>
            <a:endParaRPr lang="en-US" altLang="zh-CN" sz="1600" b="1">
              <a:gradFill flip="none" rotWithShape="1">
                <a:gsLst>
                  <a:gs pos="0">
                    <a:srgbClr val="3FAAF9"/>
                  </a:gs>
                  <a:gs pos="74000">
                    <a:srgbClr val="0055FF"/>
                  </a:gs>
                </a:gsLst>
                <a:lin ang="16200000" scaled="0"/>
              </a:gradFill>
              <a:latin typeface="微软雅黑" panose="020B0503020204020204" pitchFamily="34" charset="-122"/>
              <a:ea typeface="微软雅黑" panose="020B0503020204020204" pitchFamily="34" charset="-122"/>
            </a:endParaRPr>
          </a:p>
          <a:p>
            <a:pPr fontAlgn="base">
              <a:lnSpc>
                <a:spcPct val="150000"/>
              </a:lnSpc>
              <a:spcBef>
                <a:spcPct val="0"/>
              </a:spcBef>
              <a:spcAft>
                <a:spcPct val="0"/>
              </a:spcAft>
              <a:defRPr/>
            </a:pPr>
            <a:r>
              <a:rPr lang="zh-CN" altLang="en-US" sz="1400"/>
              <a:t>它是由微传感器、微执行器、信号处理和控制电路、通讯接口和电源它是由微传感器、微执行器、信号处理和控制电路、通讯接口和电源</a:t>
            </a:r>
            <a:endParaRPr kumimoji="0" lang="zh-CN" altLang="en-US" sz="1400" b="0" i="0" u="none" strike="noStrike" kern="1200" cap="none" spc="0" normalizeH="0" baseline="0" noProof="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endParaRPr>
          </a:p>
          <a:p>
            <a:pPr fontAlgn="base">
              <a:lnSpc>
                <a:spcPct val="150000"/>
              </a:lnSpc>
              <a:spcBef>
                <a:spcPct val="0"/>
              </a:spcBef>
              <a:spcAft>
                <a:spcPct val="0"/>
              </a:spcAft>
              <a:defRPr/>
            </a:pPr>
            <a:endParaRPr kumimoji="0" lang="zh-CN" altLang="en-US" sz="1400" b="0" i="0" u="none" strike="noStrike" kern="1200" cap="none" spc="0" normalizeH="0" baseline="0" noProof="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endParaRPr>
          </a:p>
        </p:txBody>
      </p:sp>
      <p:sp>
        <p:nvSpPr>
          <p:cNvPr id="3" name="矩形: 圆角 50"/>
          <p:cNvSpPr/>
          <p:nvPr>
            <p:custDataLst>
              <p:tags r:id="rId18"/>
            </p:custDataLst>
          </p:nvPr>
        </p:nvSpPr>
        <p:spPr>
          <a:xfrm>
            <a:off x="2546755" y="4293096"/>
            <a:ext cx="3308614" cy="1525133"/>
          </a:xfrm>
          <a:prstGeom prst="rect">
            <a:avLst/>
          </a:prstGeom>
          <a:noFill/>
          <a:ln w="3175" cap="flat" cmpd="sng" algn="ctr">
            <a:noFill/>
            <a:prstDash val="solid"/>
            <a:round/>
            <a:headEnd type="none" w="med" len="med"/>
            <a:tailEnd type="none" w="med" len="med"/>
          </a:ln>
          <a:effectLst/>
        </p:spPr>
        <p:txBody>
          <a:bodyPr vert="horz" wrap="square" lIns="81000" tIns="0" rIns="0" bIns="34290" numCol="1" rtlCol="0" anchor="t" anchorCtr="0" compatLnSpc="1">
            <a:noAutofit/>
          </a:bodyPr>
          <a:lstStyle/>
          <a:p>
            <a:pPr marL="171450" indent="-171450" fontAlgn="base">
              <a:lnSpc>
                <a:spcPct val="150000"/>
              </a:lnSpc>
              <a:spcBef>
                <a:spcPct val="0"/>
              </a:spcBef>
              <a:spcAft>
                <a:spcPct val="0"/>
              </a:spcAft>
              <a:buFont typeface="Arial" panose="020B0604020202020204" pitchFamily="34" charset="0"/>
              <a:buChar char="•"/>
              <a:defRPr/>
            </a:pPr>
            <a:r>
              <a:rPr lang="zh-CN" altLang="en-US" sz="1600" b="1">
                <a:gradFill flip="none" rotWithShape="1">
                  <a:gsLst>
                    <a:gs pos="0">
                      <a:srgbClr val="3FAAF9"/>
                    </a:gs>
                    <a:gs pos="74000">
                      <a:srgbClr val="0055FF"/>
                    </a:gs>
                  </a:gsLst>
                  <a:lin ang="16200000" scaled="0"/>
                </a:gradFill>
                <a:latin typeface="微软雅黑" panose="020B0503020204020204" pitchFamily="34" charset="-122"/>
                <a:ea typeface="微软雅黑" panose="020B0503020204020204" pitchFamily="34" charset="-122"/>
              </a:rPr>
              <a:t>点击替换文字</a:t>
            </a:r>
            <a:endParaRPr lang="en-US" altLang="zh-CN" sz="1600" b="1">
              <a:gradFill flip="none" rotWithShape="1">
                <a:gsLst>
                  <a:gs pos="0">
                    <a:srgbClr val="3FAAF9"/>
                  </a:gs>
                  <a:gs pos="74000">
                    <a:srgbClr val="0055FF"/>
                  </a:gs>
                </a:gsLst>
                <a:lin ang="16200000" scaled="0"/>
              </a:gradFill>
              <a:latin typeface="微软雅黑" panose="020B0503020204020204" pitchFamily="34" charset="-122"/>
              <a:ea typeface="微软雅黑" panose="020B0503020204020204" pitchFamily="34" charset="-122"/>
            </a:endParaRPr>
          </a:p>
          <a:p>
            <a:pPr fontAlgn="base">
              <a:lnSpc>
                <a:spcPct val="150000"/>
              </a:lnSpc>
              <a:spcBef>
                <a:spcPct val="0"/>
              </a:spcBef>
              <a:spcAft>
                <a:spcPct val="0"/>
              </a:spcAft>
              <a:defRPr/>
            </a:pPr>
            <a:r>
              <a:rPr lang="zh-CN" altLang="en-US" sz="1400"/>
              <a:t>它是由微传感器、微执行器、信号处理和控制电路、通讯接口和电源它是由微传感器、微执行器、信号处理和控制电路、通讯接口和电源</a:t>
            </a:r>
            <a:endParaRPr kumimoji="0" lang="zh-CN" altLang="en-US" sz="1400" b="0" i="0" u="none" strike="noStrike" kern="1200" cap="none" spc="0" normalizeH="0" baseline="0" noProof="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endParaRPr>
          </a:p>
          <a:p>
            <a:pPr fontAlgn="base">
              <a:lnSpc>
                <a:spcPct val="150000"/>
              </a:lnSpc>
              <a:spcBef>
                <a:spcPct val="0"/>
              </a:spcBef>
              <a:spcAft>
                <a:spcPct val="0"/>
              </a:spcAft>
              <a:defRPr/>
            </a:pPr>
            <a:endParaRPr kumimoji="0" lang="zh-CN" altLang="en-US" sz="1400" b="0" i="0" u="none" strike="noStrike" kern="1200" cap="none" spc="0" normalizeH="0" baseline="0" noProof="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endParaRPr>
          </a:p>
        </p:txBody>
      </p:sp>
      <p:sp>
        <p:nvSpPr>
          <p:cNvPr id="6" name="矩形: 圆角 50"/>
          <p:cNvSpPr/>
          <p:nvPr>
            <p:custDataLst>
              <p:tags r:id="rId19"/>
            </p:custDataLst>
          </p:nvPr>
        </p:nvSpPr>
        <p:spPr>
          <a:xfrm>
            <a:off x="8111861" y="1554951"/>
            <a:ext cx="3308614" cy="1525133"/>
          </a:xfrm>
          <a:prstGeom prst="rect">
            <a:avLst/>
          </a:prstGeom>
          <a:noFill/>
          <a:ln w="3175" cap="flat" cmpd="sng" algn="ctr">
            <a:noFill/>
            <a:prstDash val="solid"/>
            <a:round/>
            <a:headEnd type="none" w="med" len="med"/>
            <a:tailEnd type="none" w="med" len="med"/>
          </a:ln>
          <a:effectLst/>
        </p:spPr>
        <p:txBody>
          <a:bodyPr vert="horz" wrap="square" lIns="81000" tIns="0" rIns="0" bIns="34290" numCol="1" rtlCol="0" anchor="t" anchorCtr="0" compatLnSpc="1">
            <a:noAutofit/>
          </a:bodyPr>
          <a:lstStyle/>
          <a:p>
            <a:pPr marL="171450" indent="-171450" fontAlgn="base">
              <a:lnSpc>
                <a:spcPct val="150000"/>
              </a:lnSpc>
              <a:spcBef>
                <a:spcPct val="0"/>
              </a:spcBef>
              <a:spcAft>
                <a:spcPct val="0"/>
              </a:spcAft>
              <a:buFont typeface="Arial" panose="020B0604020202020204" pitchFamily="34" charset="0"/>
              <a:buChar char="•"/>
              <a:defRPr/>
            </a:pPr>
            <a:r>
              <a:rPr lang="zh-CN" altLang="en-US" sz="1600" b="1">
                <a:gradFill flip="none" rotWithShape="1">
                  <a:gsLst>
                    <a:gs pos="0">
                      <a:srgbClr val="3FAAF9"/>
                    </a:gs>
                    <a:gs pos="74000">
                      <a:srgbClr val="0055FF"/>
                    </a:gs>
                  </a:gsLst>
                  <a:lin ang="16200000" scaled="0"/>
                </a:gradFill>
                <a:latin typeface="微软雅黑" panose="020B0503020204020204" pitchFamily="34" charset="-122"/>
                <a:ea typeface="微软雅黑" panose="020B0503020204020204" pitchFamily="34" charset="-122"/>
              </a:rPr>
              <a:t>点击替换文字</a:t>
            </a:r>
            <a:endParaRPr lang="en-US" altLang="zh-CN" sz="1600" b="1">
              <a:gradFill flip="none" rotWithShape="1">
                <a:gsLst>
                  <a:gs pos="0">
                    <a:srgbClr val="3FAAF9"/>
                  </a:gs>
                  <a:gs pos="74000">
                    <a:srgbClr val="0055FF"/>
                  </a:gs>
                </a:gsLst>
                <a:lin ang="16200000" scaled="0"/>
              </a:gradFill>
              <a:latin typeface="微软雅黑" panose="020B0503020204020204" pitchFamily="34" charset="-122"/>
              <a:ea typeface="微软雅黑" panose="020B0503020204020204" pitchFamily="34" charset="-122"/>
            </a:endParaRPr>
          </a:p>
          <a:p>
            <a:pPr fontAlgn="base">
              <a:lnSpc>
                <a:spcPct val="150000"/>
              </a:lnSpc>
              <a:spcBef>
                <a:spcPct val="0"/>
              </a:spcBef>
              <a:spcAft>
                <a:spcPct val="0"/>
              </a:spcAft>
              <a:defRPr/>
            </a:pPr>
            <a:r>
              <a:rPr lang="zh-CN" altLang="en-US" sz="1400"/>
              <a:t>它是由微传感器、微执行器、信号处理和控制电路、通讯接口和电源它是由微传感器、微执行器、信号处理和控制电路、通讯接口和电源</a:t>
            </a:r>
            <a:endParaRPr kumimoji="0" lang="zh-CN" altLang="en-US" sz="1400" b="0" i="0" u="none" strike="noStrike" kern="1200" cap="none" spc="0" normalizeH="0" baseline="0" noProof="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endParaRPr>
          </a:p>
          <a:p>
            <a:pPr fontAlgn="base">
              <a:lnSpc>
                <a:spcPct val="150000"/>
              </a:lnSpc>
              <a:spcBef>
                <a:spcPct val="0"/>
              </a:spcBef>
              <a:spcAft>
                <a:spcPct val="0"/>
              </a:spcAft>
              <a:defRPr/>
            </a:pPr>
            <a:endParaRPr kumimoji="0" lang="zh-CN" altLang="en-US" sz="1400" b="0" i="0" u="none" strike="noStrike" kern="1200" cap="none" spc="0" normalizeH="0" baseline="0" noProof="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endParaRPr>
          </a:p>
        </p:txBody>
      </p:sp>
      <p:sp>
        <p:nvSpPr>
          <p:cNvPr id="7" name="矩形: 圆角 50"/>
          <p:cNvSpPr/>
          <p:nvPr>
            <p:custDataLst>
              <p:tags r:id="rId20"/>
            </p:custDataLst>
          </p:nvPr>
        </p:nvSpPr>
        <p:spPr>
          <a:xfrm>
            <a:off x="8111861" y="4293096"/>
            <a:ext cx="3308614" cy="1525133"/>
          </a:xfrm>
          <a:prstGeom prst="rect">
            <a:avLst/>
          </a:prstGeom>
          <a:noFill/>
          <a:ln w="3175" cap="flat" cmpd="sng" algn="ctr">
            <a:noFill/>
            <a:prstDash val="solid"/>
            <a:round/>
            <a:headEnd type="none" w="med" len="med"/>
            <a:tailEnd type="none" w="med" len="med"/>
          </a:ln>
          <a:effectLst/>
        </p:spPr>
        <p:txBody>
          <a:bodyPr vert="horz" wrap="square" lIns="81000" tIns="0" rIns="0" bIns="34290" numCol="1" rtlCol="0" anchor="t" anchorCtr="0" compatLnSpc="1">
            <a:noAutofit/>
          </a:bodyPr>
          <a:lstStyle/>
          <a:p>
            <a:pPr marL="171450" indent="-171450" fontAlgn="base">
              <a:lnSpc>
                <a:spcPct val="150000"/>
              </a:lnSpc>
              <a:spcBef>
                <a:spcPct val="0"/>
              </a:spcBef>
              <a:spcAft>
                <a:spcPct val="0"/>
              </a:spcAft>
              <a:buFont typeface="Arial" panose="020B0604020202020204" pitchFamily="34" charset="0"/>
              <a:buChar char="•"/>
              <a:defRPr/>
            </a:pPr>
            <a:r>
              <a:rPr lang="zh-CN" altLang="en-US" sz="1600" b="1" dirty="0">
                <a:gradFill flip="none" rotWithShape="1">
                  <a:gsLst>
                    <a:gs pos="0">
                      <a:srgbClr val="3FAAF9"/>
                    </a:gs>
                    <a:gs pos="74000">
                      <a:srgbClr val="0055FF"/>
                    </a:gs>
                  </a:gsLst>
                  <a:lin ang="16200000" scaled="0"/>
                </a:gradFill>
                <a:latin typeface="微软雅黑" panose="020B0503020204020204" pitchFamily="34" charset="-122"/>
                <a:ea typeface="微软雅黑" panose="020B0503020204020204" pitchFamily="34" charset="-122"/>
              </a:rPr>
              <a:t>点击替换文字</a:t>
            </a:r>
            <a:endParaRPr lang="en-US" altLang="zh-CN" sz="1600" b="1" dirty="0">
              <a:gradFill flip="none" rotWithShape="1">
                <a:gsLst>
                  <a:gs pos="0">
                    <a:srgbClr val="3FAAF9"/>
                  </a:gs>
                  <a:gs pos="74000">
                    <a:srgbClr val="0055FF"/>
                  </a:gs>
                </a:gsLst>
                <a:lin ang="16200000" scaled="0"/>
              </a:gradFill>
              <a:latin typeface="微软雅黑" panose="020B0503020204020204" pitchFamily="34" charset="-122"/>
              <a:ea typeface="微软雅黑" panose="020B0503020204020204" pitchFamily="34" charset="-122"/>
            </a:endParaRPr>
          </a:p>
          <a:p>
            <a:pPr fontAlgn="base">
              <a:lnSpc>
                <a:spcPct val="150000"/>
              </a:lnSpc>
              <a:spcBef>
                <a:spcPct val="0"/>
              </a:spcBef>
              <a:spcAft>
                <a:spcPct val="0"/>
              </a:spcAft>
              <a:defRPr/>
            </a:pPr>
            <a:r>
              <a:rPr lang="zh-CN" altLang="en-US" sz="1400" dirty="0"/>
              <a:t>它是由微传感器、微执行器、信号处理和控制电路、通讯接口和电源它是由微传感器、微执行器、信号处理和控制电路、通讯接口和电源</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endParaRPr>
          </a:p>
          <a:p>
            <a:pPr fontAlgn="base">
              <a:lnSpc>
                <a:spcPct val="150000"/>
              </a:lnSpc>
              <a:spcBef>
                <a:spcPct val="0"/>
              </a:spcBef>
              <a:spcAft>
                <a:spcPct val="0"/>
              </a:spcAft>
              <a:defRPr/>
            </a:pP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endParaRPr>
          </a:p>
        </p:txBody>
      </p:sp>
      <p:sp>
        <p:nvSpPr>
          <p:cNvPr id="8" name="TextBox 4"/>
          <p:cNvSpPr txBox="1"/>
          <p:nvPr/>
        </p:nvSpPr>
        <p:spPr>
          <a:xfrm>
            <a:off x="0" y="5"/>
            <a:ext cx="604867" cy="13324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zh-CN" altLang="en-US" sz="135">
                <a:solidFill>
                  <a:schemeClr val="tx1">
                    <a:alpha val="0"/>
                  </a:schemeClr>
                </a:solidFill>
                <a:latin typeface="微软雅黑" panose="020B0503020204020204" pitchFamily="34" charset="-122"/>
                <a:ea typeface="微软雅黑" panose="020B0503020204020204" pitchFamily="34" charset="-122"/>
              </a:rPr>
              <a:t>行业</a:t>
            </a:r>
            <a:r>
              <a:rPr lang="en-US" altLang="zh-CN" sz="135">
                <a:solidFill>
                  <a:schemeClr val="tx1">
                    <a:alpha val="0"/>
                  </a:schemeClr>
                </a:solidFill>
                <a:latin typeface="微软雅黑" panose="020B0503020204020204" pitchFamily="34" charset="-122"/>
                <a:ea typeface="微软雅黑" panose="020B0503020204020204" pitchFamily="34" charset="-122"/>
              </a:rPr>
              <a:t>PPT</a:t>
            </a:r>
            <a:r>
              <a:rPr lang="zh-CN" altLang="en-US" sz="135">
                <a:solidFill>
                  <a:schemeClr val="tx1">
                    <a:alpha val="0"/>
                  </a:schemeClr>
                </a:solidFill>
                <a:latin typeface="微软雅黑" panose="020B0503020204020204" pitchFamily="34" charset="-122"/>
                <a:ea typeface="微软雅黑" panose="020B0503020204020204" pitchFamily="34" charset="-122"/>
              </a:rPr>
              <a:t>模板</a:t>
            </a:r>
            <a:r>
              <a:rPr lang="en-US" altLang="zh-CN" sz="135">
                <a:solidFill>
                  <a:schemeClr val="tx1">
                    <a:alpha val="0"/>
                  </a:schemeClr>
                </a:solidFill>
                <a:latin typeface="微软雅黑" panose="020B0503020204020204" pitchFamily="34" charset="-122"/>
                <a:ea typeface="微软雅黑" panose="020B0503020204020204" pitchFamily="34" charset="-122"/>
              </a:rPr>
              <a:t>http://www.1ppt.com/hangye/</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0" y="0"/>
            <a:ext cx="12192000" cy="6858000"/>
          </a:xfrm>
          <a:prstGeom prst="rect">
            <a:avLst/>
          </a:prstGeom>
        </p:spPr>
      </p:pic>
      <p:sp>
        <p:nvSpPr>
          <p:cNvPr id="5" name="爱设计-14"/>
          <p:cNvSpPr txBox="1"/>
          <p:nvPr/>
        </p:nvSpPr>
        <p:spPr>
          <a:xfrm>
            <a:off x="818307" y="5859362"/>
            <a:ext cx="9465133" cy="307340"/>
          </a:xfrm>
          <a:prstGeom prst="rect">
            <a:avLst/>
          </a:prstGeom>
          <a:noFill/>
          <a:effectLst/>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ct val="0"/>
              </a:spcBef>
              <a:spcAft>
                <a:spcPct val="0"/>
              </a:spcAft>
              <a:buClrTx/>
              <a:buSzTx/>
              <a:buFontTx/>
              <a:buNone/>
              <a:defRPr/>
            </a:pPr>
            <a:r>
              <a:rPr lang="zh-CN" altLang="en-US" sz="2000" b="1" spc="600" dirty="0">
                <a:solidFill>
                  <a:srgbClr val="05050F"/>
                </a:solidFill>
                <a:latin typeface="微软雅黑 Light" panose="020B0502040204020203" pitchFamily="34" charset="-122"/>
                <a:ea typeface="微软雅黑 Light" panose="020B0502040204020203" pitchFamily="34" charset="-122"/>
                <a:cs typeface="阿里巴巴普惠体 2.0 95 ExtraBold" panose="00020600040101010101" pitchFamily="18" charset="-122"/>
              </a:rPr>
              <a:t>演讲人：第一</a:t>
            </a:r>
            <a:r>
              <a:rPr lang="en-US" altLang="zh-CN" sz="2000" b="1" spc="600" dirty="0">
                <a:solidFill>
                  <a:srgbClr val="05050F"/>
                </a:solidFill>
                <a:latin typeface="微软雅黑 Light" panose="020B0502040204020203" pitchFamily="34" charset="-122"/>
                <a:ea typeface="微软雅黑 Light" panose="020B0502040204020203" pitchFamily="34" charset="-122"/>
                <a:cs typeface="阿里巴巴普惠体 2.0 95 ExtraBold" panose="00020600040101010101" pitchFamily="18" charset="-122"/>
              </a:rPr>
              <a:t>PPT</a:t>
            </a:r>
            <a:endParaRPr kumimoji="0" lang="zh-CN" altLang="en-US" sz="2000" b="1" u="none" strike="noStrike" kern="1200" cap="none" spc="600" normalizeH="0" baseline="0" noProof="0" dirty="0">
              <a:ln>
                <a:noFill/>
              </a:ln>
              <a:solidFill>
                <a:srgbClr val="05050F"/>
              </a:solidFill>
              <a:effectLst/>
              <a:uLnTx/>
              <a:uFillTx/>
              <a:latin typeface="微软雅黑 Light" panose="020B0502040204020203" pitchFamily="34" charset="-122"/>
              <a:ea typeface="微软雅黑 Light" panose="020B0502040204020203" pitchFamily="34" charset="-122"/>
              <a:cs typeface="阿里巴巴普惠体 2.0 95 ExtraBold" panose="00020600040101010101" pitchFamily="18" charset="-122"/>
            </a:endParaRPr>
          </a:p>
        </p:txBody>
      </p:sp>
      <p:sp>
        <p:nvSpPr>
          <p:cNvPr id="15" name="剪去对角的矩形 14"/>
          <p:cNvSpPr/>
          <p:nvPr/>
        </p:nvSpPr>
        <p:spPr>
          <a:xfrm>
            <a:off x="741839" y="4142282"/>
            <a:ext cx="4597805" cy="614598"/>
          </a:xfrm>
          <a:prstGeom prst="snip2DiagRect">
            <a:avLst>
              <a:gd name="adj1" fmla="val 0"/>
              <a:gd name="adj2" fmla="val 38618"/>
            </a:avLst>
          </a:prstGeom>
          <a:gradFill>
            <a:gsLst>
              <a:gs pos="89000">
                <a:srgbClr val="275DF5"/>
              </a:gs>
              <a:gs pos="0">
                <a:srgbClr val="3DA4F9"/>
              </a:gs>
            </a:gsLst>
            <a:lin ang="27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2400" dirty="0">
                <a:solidFill>
                  <a:prstClr val="white"/>
                </a:solidFill>
                <a:latin typeface="+mj-ea"/>
                <a:ea typeface="+mj-ea"/>
              </a:rPr>
              <a:t>科技物联网行业研究报告</a:t>
            </a:r>
          </a:p>
        </p:txBody>
      </p:sp>
      <p:sp>
        <p:nvSpPr>
          <p:cNvPr id="4" name="爱设计-7"/>
          <p:cNvSpPr txBox="1"/>
          <p:nvPr/>
        </p:nvSpPr>
        <p:spPr>
          <a:xfrm>
            <a:off x="729407" y="1964578"/>
            <a:ext cx="8305800" cy="1015663"/>
          </a:xfrm>
          <a:prstGeom prst="rect">
            <a:avLst/>
          </a:prstGeom>
          <a:noFill/>
          <a:effectLst/>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a:defRPr/>
            </a:pPr>
            <a:r>
              <a:rPr lang="zh-CN" altLang="en-US" sz="6600" spc="0" dirty="0">
                <a:solidFill>
                  <a:srgbClr val="275DF5"/>
                </a:solidFill>
                <a:latin typeface="汉仪综艺体简" panose="02010609000101010101" pitchFamily="49" charset="-122"/>
                <a:ea typeface="汉仪综艺体简" panose="02010609000101010101" pitchFamily="49" charset="-122"/>
              </a:rPr>
              <a:t>谢谢</a:t>
            </a:r>
            <a:r>
              <a:rPr lang="zh-CN" altLang="en-US" sz="6600" spc="600" dirty="0">
                <a:solidFill>
                  <a:schemeClr val="tx1"/>
                </a:solidFill>
                <a:latin typeface="汉仪综艺体简" panose="02010609000101010101" pitchFamily="49" charset="-122"/>
                <a:ea typeface="汉仪综艺体简" panose="02010609000101010101" pitchFamily="49" charset="-122"/>
                <a:cs typeface="OPPOSans H" panose="00020600040101010101" pitchFamily="18" charset="-122"/>
              </a:rPr>
              <a:t>观看</a:t>
            </a:r>
          </a:p>
        </p:txBody>
      </p:sp>
      <p:sp>
        <p:nvSpPr>
          <p:cNvPr id="6" name="爱设计-8"/>
          <p:cNvSpPr txBox="1"/>
          <p:nvPr/>
        </p:nvSpPr>
        <p:spPr>
          <a:xfrm>
            <a:off x="729407" y="3207264"/>
            <a:ext cx="6165012" cy="369332"/>
          </a:xfrm>
          <a:prstGeom prst="rect">
            <a:avLst/>
          </a:prstGeom>
          <a:noFill/>
          <a:effectLst/>
        </p:spPr>
        <p:txBody>
          <a:bodyPr wrap="square" lIns="0" tIns="0" rIns="0" bIns="0" rtlCol="0">
            <a:spAutoFit/>
          </a:bodyPr>
          <a:lstStyle>
            <a:defPPr>
              <a:defRPr lang="zh-CN"/>
            </a:defPPr>
            <a:lvl1pPr>
              <a:defRPr sz="3200" spc="300">
                <a:gradFill>
                  <a:gsLst>
                    <a:gs pos="0">
                      <a:schemeClr val="bg1"/>
                    </a:gs>
                    <a:gs pos="100000">
                      <a:schemeClr val="accent4"/>
                    </a:gs>
                  </a:gsLst>
                  <a:lin ang="2700000" scaled="0"/>
                </a:gradFill>
                <a:latin typeface="+mj-ea"/>
                <a:ea typeface="+mj-ea"/>
              </a:defRPr>
            </a:lvl1pPr>
          </a:lstStyle>
          <a:p>
            <a:pPr marL="0" marR="0" lvl="0" indent="0" defTabSz="914400" rtl="0" eaLnBrk="1" fontAlgn="auto" latinLnBrk="0" hangingPunct="1">
              <a:lnSpc>
                <a:spcPct val="100000"/>
              </a:lnSpc>
              <a:spcBef>
                <a:spcPct val="0"/>
              </a:spcBef>
              <a:spcAft>
                <a:spcPct val="0"/>
              </a:spcAft>
              <a:buClrTx/>
              <a:buSzTx/>
              <a:buFontTx/>
              <a:buNone/>
              <a:defRPr/>
            </a:pPr>
            <a:r>
              <a:rPr lang="en-US" altLang="zh-CN" sz="2400" spc="1000">
                <a:solidFill>
                  <a:srgbClr val="05050F"/>
                </a:solidFill>
                <a:latin typeface="微软雅黑 Light" panose="020B0502040204020203" pitchFamily="34" charset="-122"/>
                <a:ea typeface="微软雅黑 Light" panose="020B0502040204020203" pitchFamily="34" charset="-122"/>
                <a:cs typeface="OPPOSans H" panose="00020600040101010101" pitchFamily="18" charset="-122"/>
              </a:rPr>
              <a:t>-</a:t>
            </a:r>
            <a:r>
              <a:rPr lang="zh-CN" altLang="en-US" sz="2400" spc="1000">
                <a:solidFill>
                  <a:srgbClr val="05050F"/>
                </a:solidFill>
                <a:latin typeface="微软雅黑 Light" panose="020B0502040204020203" pitchFamily="34" charset="-122"/>
                <a:ea typeface="微软雅黑 Light" panose="020B0502040204020203" pitchFamily="34" charset="-122"/>
                <a:cs typeface="OPPOSans H" panose="00020600040101010101" pitchFamily="18" charset="-122"/>
              </a:rPr>
              <a:t>市场营销运营部</a:t>
            </a:r>
            <a:r>
              <a:rPr lang="en-US" altLang="zh-CN" sz="2400" spc="1000">
                <a:solidFill>
                  <a:srgbClr val="05050F"/>
                </a:solidFill>
                <a:latin typeface="微软雅黑 Light" panose="020B0502040204020203" pitchFamily="34" charset="-122"/>
                <a:ea typeface="微软雅黑 Light" panose="020B0502040204020203" pitchFamily="34" charset="-122"/>
                <a:cs typeface="OPPOSans H" panose="00020600040101010101" pitchFamily="18" charset="-122"/>
              </a:rPr>
              <a:t>-</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063552" y="4437112"/>
            <a:ext cx="9025003"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panose="020F0502020204030204"/>
                <a:ea typeface="+mn-ea"/>
                <a:cs typeface="+mn-cs"/>
              </a:defRPr>
            </a:lvl1pPr>
            <a:lvl2pPr marL="457200" algn="l" defTabSz="914400" rtl="0" eaLnBrk="1" latinLnBrk="0" hangingPunct="1">
              <a:defRPr sz="1800" kern="1200">
                <a:solidFill>
                  <a:srgbClr val="FFFFFF"/>
                </a:solidFill>
                <a:latin typeface="Calibri" panose="020F0502020204030204"/>
                <a:ea typeface="+mn-ea"/>
                <a:cs typeface="+mn-cs"/>
              </a:defRPr>
            </a:lvl2pPr>
            <a:lvl3pPr marL="914400" algn="l" defTabSz="914400" rtl="0" eaLnBrk="1" latinLnBrk="0" hangingPunct="1">
              <a:defRPr sz="1800" kern="1200">
                <a:solidFill>
                  <a:srgbClr val="FFFFFF"/>
                </a:solidFill>
                <a:latin typeface="Calibri" panose="020F0502020204030204"/>
                <a:ea typeface="+mn-ea"/>
                <a:cs typeface="+mn-cs"/>
              </a:defRPr>
            </a:lvl3pPr>
            <a:lvl4pPr marL="1371600" algn="l" defTabSz="914400" rtl="0" eaLnBrk="1" latinLnBrk="0" hangingPunct="1">
              <a:defRPr sz="1800" kern="1200">
                <a:solidFill>
                  <a:srgbClr val="FFFFFF"/>
                </a:solidFill>
                <a:latin typeface="Calibri" panose="020F0502020204030204"/>
                <a:ea typeface="+mn-ea"/>
                <a:cs typeface="+mn-cs"/>
              </a:defRPr>
            </a:lvl4pPr>
            <a:lvl5pPr marL="1828800" algn="l" defTabSz="914400" rtl="0" eaLnBrk="1" latinLnBrk="0" hangingPunct="1">
              <a:defRPr sz="1800" kern="1200">
                <a:solidFill>
                  <a:srgbClr val="FFFFFF"/>
                </a:solidFill>
                <a:latin typeface="Calibri" panose="020F0502020204030204"/>
                <a:ea typeface="+mn-ea"/>
                <a:cs typeface="+mn-cs"/>
              </a:defRPr>
            </a:lvl5pPr>
            <a:lvl6pPr marL="2286000" algn="l" defTabSz="914400" rtl="0" eaLnBrk="1" latinLnBrk="0" hangingPunct="1">
              <a:defRPr sz="1800" kern="1200">
                <a:solidFill>
                  <a:srgbClr val="FFFFFF"/>
                </a:solidFill>
                <a:latin typeface="Calibri" panose="020F0502020204030204"/>
                <a:ea typeface="+mn-ea"/>
                <a:cs typeface="+mn-cs"/>
              </a:defRPr>
            </a:lvl6pPr>
            <a:lvl7pPr marL="2743200" algn="l" defTabSz="914400" rtl="0" eaLnBrk="1" latinLnBrk="0" hangingPunct="1">
              <a:defRPr sz="1800" kern="1200">
                <a:solidFill>
                  <a:srgbClr val="FFFFFF"/>
                </a:solidFill>
                <a:latin typeface="Calibri" panose="020F0502020204030204"/>
                <a:ea typeface="+mn-ea"/>
                <a:cs typeface="+mn-cs"/>
              </a:defRPr>
            </a:lvl7pPr>
            <a:lvl8pPr marL="3200400" algn="l" defTabSz="914400" rtl="0" eaLnBrk="1" latinLnBrk="0" hangingPunct="1">
              <a:defRPr sz="1800" kern="1200">
                <a:solidFill>
                  <a:srgbClr val="FFFFFF"/>
                </a:solidFill>
                <a:latin typeface="Calibri" panose="020F0502020204030204"/>
                <a:ea typeface="+mn-ea"/>
                <a:cs typeface="+mn-cs"/>
              </a:defRPr>
            </a:lvl8pPr>
            <a:lvl9pPr marL="3657600" algn="l" defTabSz="914400" rtl="0" eaLnBrk="1" latinLnBrk="0" hangingPunct="1">
              <a:defRPr sz="1800" kern="1200">
                <a:solidFill>
                  <a:srgbClr val="FFFFFF"/>
                </a:solidFill>
                <a:latin typeface="Calibri" panose="020F0502020204030204"/>
                <a:ea typeface="+mn-ea"/>
                <a:cs typeface="+mn-cs"/>
              </a:defRPr>
            </a:lvl9pPr>
          </a:lstStyle>
          <a:p>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模板：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r>
              <a:rPr lang="zh-CN" altLang="en-US" sz="1465">
                <a:solidFill>
                  <a:srgbClr val="EEECE1">
                    <a:lumMod val="25000"/>
                  </a:srgbClr>
                </a:solidFill>
                <a:latin typeface="微软雅黑" panose="020B0503020204020204" pitchFamily="34" charset="-122"/>
                <a:ea typeface="微软雅黑" panose="020B0503020204020204" pitchFamily="34" charset="-122"/>
              </a:rPr>
              <a:t>行业</a:t>
            </a:r>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模板：</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节日</a:t>
            </a:r>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模板：</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素材：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5"/>
              </a:rPr>
              <a:t>www.1ppt.com/sucai/</a:t>
            </a:r>
            <a:endParaRPr lang="en-US" altLang="zh-CN" sz="1465">
              <a:solidFill>
                <a:srgbClr val="EEECE1">
                  <a:lumMod val="25000"/>
                </a:srgbClr>
              </a:solidFill>
              <a:latin typeface="微软雅黑" panose="020B0503020204020204" pitchFamily="34" charset="-122"/>
              <a:ea typeface="微软雅黑" panose="020B0503020204020204" pitchFamily="34" charset="-122"/>
            </a:endParaRPr>
          </a:p>
          <a:p>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图表：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优秀</a:t>
            </a:r>
            <a:r>
              <a:rPr lang="en-US" altLang="zh-CN" sz="1465">
                <a:solidFill>
                  <a:srgbClr val="EEECE1">
                    <a:lumMod val="25000"/>
                  </a:srgbClr>
                </a:solidFill>
                <a:latin typeface="微软雅黑" panose="020B0503020204020204" pitchFamily="34" charset="-122"/>
                <a:ea typeface="微软雅黑" panose="020B0503020204020204" pitchFamily="34" charset="-122"/>
              </a:rPr>
              <a:t>PPT</a:t>
            </a:r>
            <a:r>
              <a:rPr lang="zh-CN" altLang="en-US" sz="1465">
                <a:solidFill>
                  <a:srgbClr val="EEECE1">
                    <a:lumMod val="25000"/>
                  </a:srgbClr>
                </a:solidFill>
                <a:latin typeface="微软雅黑" panose="020B0503020204020204" pitchFamily="34" charset="-122"/>
                <a:ea typeface="微软雅黑" panose="020B0503020204020204" pitchFamily="34" charset="-122"/>
              </a:rPr>
              <a:t>下载：</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教程：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en-US" altLang="zh-CN" sz="1465">
                <a:solidFill>
                  <a:srgbClr val="EEECE1">
                    <a:lumMod val="25000"/>
                  </a:srgbClr>
                </a:solidFill>
                <a:latin typeface="微软雅黑" panose="020B0503020204020204" pitchFamily="34" charset="-122"/>
                <a:ea typeface="微软雅黑" panose="020B0503020204020204" pitchFamily="34" charset="-122"/>
              </a:rPr>
              <a:t>Word</a:t>
            </a:r>
            <a:r>
              <a:rPr lang="zh-CN" altLang="en-US" sz="1465">
                <a:solidFill>
                  <a:srgbClr val="EEECE1">
                    <a:lumMod val="25000"/>
                  </a:srgbClr>
                </a:solidFill>
                <a:latin typeface="微软雅黑" panose="020B0503020204020204" pitchFamily="34" charset="-122"/>
                <a:ea typeface="微软雅黑" panose="020B0503020204020204" pitchFamily="34" charset="-122"/>
              </a:rPr>
              <a:t>模板：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465">
                <a:solidFill>
                  <a:srgbClr val="EEECE1">
                    <a:lumMod val="25000"/>
                  </a:srgbClr>
                </a:solidFill>
                <a:latin typeface="微软雅黑" panose="020B0503020204020204" pitchFamily="34" charset="-122"/>
                <a:ea typeface="微软雅黑" panose="020B0503020204020204" pitchFamily="34" charset="-122"/>
              </a:rPr>
              <a:t>                        Excel</a:t>
            </a:r>
            <a:r>
              <a:rPr lang="zh-CN" altLang="en-US" sz="1465">
                <a:solidFill>
                  <a:srgbClr val="EEECE1">
                    <a:lumMod val="25000"/>
                  </a:srgbClr>
                </a:solidFill>
                <a:latin typeface="微软雅黑" panose="020B0503020204020204" pitchFamily="34" charset="-122"/>
                <a:ea typeface="微软雅黑" panose="020B0503020204020204" pitchFamily="34" charset="-122"/>
              </a:rPr>
              <a:t>模板：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个人简历：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2"/>
              </a:rPr>
              <a:t>www.1ppt.com/jianli/</a:t>
            </a:r>
            <a:r>
              <a:rPr lang="en-US" altLang="zh-CN" sz="1465">
                <a:solidFill>
                  <a:srgbClr val="EEECE1">
                    <a:lumMod val="25000"/>
                  </a:srgbClr>
                </a:solidFill>
                <a:latin typeface="微软雅黑" panose="020B0503020204020204" pitchFamily="34" charset="-122"/>
                <a:ea typeface="微软雅黑" panose="020B0503020204020204" pitchFamily="34" charset="-122"/>
              </a:rPr>
              <a:t>                         PPT</a:t>
            </a:r>
            <a:r>
              <a:rPr lang="zh-CN" altLang="en-US" sz="1465">
                <a:solidFill>
                  <a:srgbClr val="EEECE1">
                    <a:lumMod val="25000"/>
                  </a:srgbClr>
                </a:solidFill>
                <a:latin typeface="微软雅黑" panose="020B0503020204020204" pitchFamily="34" charset="-122"/>
                <a:ea typeface="微软雅黑" panose="020B0503020204020204" pitchFamily="34" charset="-122"/>
              </a:rPr>
              <a:t>课件：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手抄报：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4"/>
              </a:rPr>
              <a:t>www.1ppt.com/shouchaobao/</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r>
              <a:rPr lang="zh-CN" altLang="en-US" sz="1465">
                <a:solidFill>
                  <a:srgbClr val="EEECE1">
                    <a:lumMod val="25000"/>
                  </a:srgbClr>
                </a:solidFill>
                <a:latin typeface="微软雅黑" panose="020B0503020204020204" pitchFamily="34" charset="-122"/>
                <a:ea typeface="微软雅黑" panose="020B0503020204020204" pitchFamily="34" charset="-122"/>
              </a:rPr>
              <a:t>试题下载：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p>
          <a:p>
            <a:r>
              <a:rPr lang="zh-CN" altLang="en-US" sz="1465">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r>
              <a:rPr lang="zh-CN" altLang="en-US" sz="1465">
                <a:solidFill>
                  <a:srgbClr val="EEECE1">
                    <a:lumMod val="25000"/>
                  </a:srgbClr>
                </a:solidFill>
                <a:latin typeface="微软雅黑" panose="020B0503020204020204" pitchFamily="34" charset="-122"/>
                <a:ea typeface="微软雅黑" panose="020B0503020204020204" pitchFamily="34" charset="-122"/>
              </a:rPr>
              <a:t>字体下载：      </a:t>
            </a:r>
            <a:r>
              <a:rPr lang="en-US" altLang="zh-CN" sz="1465">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465">
                <a:solidFill>
                  <a:srgbClr val="EEECE1">
                    <a:lumMod val="25000"/>
                  </a:srgbClr>
                </a:solidFill>
                <a:latin typeface="微软雅黑" panose="020B0503020204020204" pitchFamily="34" charset="-122"/>
                <a:ea typeface="微软雅黑" panose="020B0503020204020204" pitchFamily="34" charset="-122"/>
              </a:rPr>
              <a:t>              </a:t>
            </a:r>
            <a:endParaRPr lang="zh-CN" altLang="en-US" sz="1465">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0" y="2998276"/>
            <a:ext cx="12192000" cy="1366829"/>
          </a:xfrm>
          <a:prstGeom prst="rect">
            <a:avLst/>
          </a:prstGeom>
          <a:solidFill>
            <a:schemeClr val="tx2">
              <a:lumMod val="75000"/>
            </a:schemeClr>
          </a:solidFill>
          <a:ln w="9525">
            <a:noFill/>
            <a:miter lim="800000"/>
          </a:ln>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2400" kern="0">
              <a:solidFill>
                <a:srgbClr val="005397"/>
              </a:solidFill>
              <a:latin typeface="Arial" panose="020B0604020202020204"/>
              <a:ea typeface="微软雅黑" panose="020B0503020204020204" pitchFamily="34" charset="-122"/>
            </a:endParaRPr>
          </a:p>
        </p:txBody>
      </p:sp>
      <p:sp>
        <p:nvSpPr>
          <p:cNvPr id="15" name="Rectangle 3"/>
          <p:cNvSpPr>
            <a:spLocks noChangeArrowheads="1"/>
          </p:cNvSpPr>
          <p:nvPr/>
        </p:nvSpPr>
        <p:spPr bwMode="auto">
          <a:xfrm>
            <a:off x="540251" y="3097353"/>
            <a:ext cx="5471583" cy="1195751"/>
          </a:xfrm>
          <a:prstGeom prst="rect">
            <a:avLst/>
          </a:prstGeom>
          <a:noFill/>
          <a:ln w="3175" algn="ctr">
            <a:noFill/>
            <a:prstDash val="dash"/>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20000"/>
              </a:spcBef>
              <a:buClr>
                <a:srgbClr val="5B8CC1"/>
              </a:buClr>
              <a:buFont typeface="Wingdings" panose="05000000000000000000" pitchFamily="2" charset="2"/>
              <a:buNone/>
              <a:defRPr/>
            </a:pPr>
            <a:r>
              <a:rPr lang="zh-CN" altLang="en-US" sz="2400" b="1" kern="0">
                <a:solidFill>
                  <a:prstClr val="white"/>
                </a:solidFill>
                <a:latin typeface="微软雅黑" panose="020B0503020204020204" pitchFamily="34" charset="-122"/>
                <a:ea typeface="微软雅黑" panose="020B0503020204020204" pitchFamily="34" charset="-122"/>
              </a:rPr>
              <a:t>可以在下列情况使用</a:t>
            </a:r>
            <a:endParaRPr lang="zh-CN" altLang="en-US" sz="1465" kern="0">
              <a:solidFill>
                <a:prstClr val="white"/>
              </a:solidFill>
              <a:latin typeface="微软雅黑" panose="020B0503020204020204" pitchFamily="34" charset="-122"/>
              <a:ea typeface="微软雅黑" panose="020B0503020204020204" pitchFamily="34" charset="-122"/>
            </a:endParaRP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个人学习、研究。</a:t>
            </a: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拷贝模板中的内容用于其它幻灯片母版中使用。</a:t>
            </a:r>
          </a:p>
        </p:txBody>
      </p:sp>
      <p:sp>
        <p:nvSpPr>
          <p:cNvPr id="16" name="Rectangle 4"/>
          <p:cNvSpPr>
            <a:spLocks noChangeArrowheads="1"/>
          </p:cNvSpPr>
          <p:nvPr/>
        </p:nvSpPr>
        <p:spPr bwMode="auto">
          <a:xfrm>
            <a:off x="6107840" y="3097353"/>
            <a:ext cx="5471584" cy="1195751"/>
          </a:xfrm>
          <a:prstGeom prst="rect">
            <a:avLst/>
          </a:prstGeom>
          <a:noFill/>
          <a:ln w="3175" algn="ctr">
            <a:noFill/>
            <a:prstDash val="dash"/>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20000"/>
              </a:spcBef>
              <a:buClr>
                <a:srgbClr val="5B8CC1"/>
              </a:buClr>
              <a:buFont typeface="Wingdings" panose="05000000000000000000" pitchFamily="2" charset="2"/>
              <a:buNone/>
              <a:defRPr/>
            </a:pPr>
            <a:r>
              <a:rPr lang="zh-CN" altLang="en-US" sz="2400" b="1" kern="0">
                <a:solidFill>
                  <a:prstClr val="white"/>
                </a:solidFill>
                <a:latin typeface="微软雅黑" panose="020B0503020204020204" pitchFamily="34" charset="-122"/>
                <a:ea typeface="微软雅黑" panose="020B0503020204020204" pitchFamily="34" charset="-122"/>
              </a:rPr>
              <a:t>不可以在以下情况使用</a:t>
            </a:r>
            <a:endParaRPr lang="zh-CN" altLang="en-US" sz="1335" b="1" kern="0">
              <a:solidFill>
                <a:prstClr val="white"/>
              </a:solidFill>
              <a:latin typeface="微软雅黑" panose="020B0503020204020204" pitchFamily="34" charset="-122"/>
              <a:ea typeface="微软雅黑" panose="020B0503020204020204" pitchFamily="34" charset="-122"/>
            </a:endParaRP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任何形式的在线付费下载。</a:t>
            </a:r>
          </a:p>
          <a:p>
            <a:pPr>
              <a:lnSpc>
                <a:spcPct val="150000"/>
              </a:lnSpc>
              <a:buClr>
                <a:srgbClr val="5B8CC1"/>
              </a:buClr>
              <a:buFont typeface="Wingdings" panose="05000000000000000000" pitchFamily="2" charset="2"/>
              <a:buChar char="n"/>
              <a:defRPr/>
            </a:pPr>
            <a:r>
              <a:rPr lang="zh-CN" altLang="en-US" sz="1465" kern="0">
                <a:solidFill>
                  <a:prstClr val="white"/>
                </a:solidFill>
                <a:latin typeface="微软雅黑" panose="020B0503020204020204" pitchFamily="34" charset="-122"/>
                <a:ea typeface="微软雅黑" panose="020B0503020204020204" pitchFamily="34" charset="-122"/>
              </a:rPr>
              <a:t>网络转载、线上线下传播。</a:t>
            </a:r>
            <a:endParaRPr lang="zh-CN" altLang="en-GB" sz="1465" kern="0">
              <a:solidFill>
                <a:prstClr val="white"/>
              </a:solidFill>
              <a:latin typeface="微软雅黑" panose="020B0503020204020204" pitchFamily="34" charset="-122"/>
              <a:ea typeface="微软雅黑" panose="020B0503020204020204" pitchFamily="34" charset="-122"/>
            </a:endParaRPr>
          </a:p>
        </p:txBody>
      </p:sp>
      <p:pic>
        <p:nvPicPr>
          <p:cNvPr id="1027" name="Picture 3"/>
          <p:cNvPicPr>
            <a:picLocks noChangeAspect="1" noChangeArrowheads="1"/>
          </p:cNvPicPr>
          <p:nvPr/>
        </p:nvPicPr>
        <p:blipFill>
          <a:blip r:embed="rId18">
            <a:extLst>
              <a:ext uri="{28A0092B-C50C-407E-A947-70E740481C1C}">
                <a14:useLocalDpi xmlns:a14="http://schemas.microsoft.com/office/drawing/2010/main" val="0"/>
              </a:ext>
            </a:extLst>
          </a:blip>
          <a:stretch>
            <a:fillRect/>
          </a:stretch>
        </p:blipFill>
        <p:spPr bwMode="auto">
          <a:xfrm>
            <a:off x="1947382" y="-404505"/>
            <a:ext cx="7893049" cy="3402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墨迹 6"/>
          <p:cNvPicPr/>
          <p:nvPr/>
        </p:nvPicPr>
        <p:blipFill>
          <a:blip r:embed="rId19"/>
          <a:stretch>
            <a:fillRect/>
          </a:stretch>
        </p:blipFill>
        <p:spPr>
          <a:xfrm>
            <a:off x="-1715569" y="629060"/>
            <a:ext cx="48000" cy="216000"/>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11.14"/>
  <p:tag name="AS_TITLE" val="Aspose.Slides for .NET 4.0 Client Profile"/>
  <p:tag name="AS_VERSION" val="22.11"/>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8.xml><?xml version="1.0" encoding="utf-8"?>
<p:tagLst xmlns:a="http://schemas.openxmlformats.org/drawingml/2006/main" xmlns:r="http://schemas.openxmlformats.org/officeDocument/2006/relationships" xmlns:p="http://schemas.openxmlformats.org/presentationml/2006/main">
  <p:tag name="SHADOWSIZE" val="100"/>
</p:tagLst>
</file>

<file path=ppt/tags/tag9.xml><?xml version="1.0" encoding="utf-8"?>
<p:tagLst xmlns:a="http://schemas.openxmlformats.org/drawingml/2006/main" xmlns:r="http://schemas.openxmlformats.org/officeDocument/2006/relationships" xmlns:p="http://schemas.openxmlformats.org/presentationml/2006/main">
  <p:tag name="SHADOWSIZE" val="100"/>
</p:tagLst>
</file>

<file path=ppt/tags/tag10.xml><?xml version="1.0" encoding="utf-8"?>
<p:tagLst xmlns:a="http://schemas.openxmlformats.org/drawingml/2006/main" xmlns:r="http://schemas.openxmlformats.org/officeDocument/2006/relationships" xmlns:p="http://schemas.openxmlformats.org/presentationml/2006/main">
  <p:tag name="SHADOWSIZE" val="100"/>
</p:tagLst>
</file>

<file path=ppt/tags/tag11.xml><?xml version="1.0" encoding="utf-8"?>
<p:tagLst xmlns:a="http://schemas.openxmlformats.org/drawingml/2006/main" xmlns:r="http://schemas.openxmlformats.org/officeDocument/2006/relationships" xmlns:p="http://schemas.openxmlformats.org/presentationml/2006/main">
  <p:tag name="SHADOWSIZE" val="100"/>
</p:tagLst>
</file>

<file path=ppt/tags/tag12.xml><?xml version="1.0" encoding="utf-8"?>
<p:tagLst xmlns:a="http://schemas.openxmlformats.org/drawingml/2006/main" xmlns:r="http://schemas.openxmlformats.org/officeDocument/2006/relationships" xmlns:p="http://schemas.openxmlformats.org/presentationml/2006/main">
  <p:tag name="SHADOWSIZE" val="100"/>
</p:tagLst>
</file>

<file path=ppt/tags/tag13.xml><?xml version="1.0" encoding="utf-8"?>
<p:tagLst xmlns:a="http://schemas.openxmlformats.org/drawingml/2006/main" xmlns:r="http://schemas.openxmlformats.org/officeDocument/2006/relationships" xmlns:p="http://schemas.openxmlformats.org/presentationml/2006/main">
  <p:tag name="SHADOWSIZE" val="100"/>
</p:tagLst>
</file>

<file path=ppt/tags/tag14.xml><?xml version="1.0" encoding="utf-8"?>
<p:tagLst xmlns:a="http://schemas.openxmlformats.org/drawingml/2006/main" xmlns:r="http://schemas.openxmlformats.org/officeDocument/2006/relationships" xmlns:p="http://schemas.openxmlformats.org/presentationml/2006/main">
  <p:tag name="SHADOWSIZE" val="100"/>
</p:tagLst>
</file>

<file path=ppt/tags/tag15.xml><?xml version="1.0" encoding="utf-8"?>
<p:tagLst xmlns:a="http://schemas.openxmlformats.org/drawingml/2006/main" xmlns:r="http://schemas.openxmlformats.org/officeDocument/2006/relationships" xmlns:p="http://schemas.openxmlformats.org/presentationml/2006/main">
  <p:tag name="SHADOWSIZE" val="100"/>
</p:tagLst>
</file>

<file path=ppt/tags/tag16.xml><?xml version="1.0" encoding="utf-8"?>
<p:tagLst xmlns:a="http://schemas.openxmlformats.org/drawingml/2006/main" xmlns:r="http://schemas.openxmlformats.org/officeDocument/2006/relationships" xmlns:p="http://schemas.openxmlformats.org/presentationml/2006/main">
  <p:tag name="SHADOWSIZE" val="100"/>
</p:tagLst>
</file>

<file path=ppt/tags/tag17.xml><?xml version="1.0" encoding="utf-8"?>
<p:tagLst xmlns:a="http://schemas.openxmlformats.org/drawingml/2006/main" xmlns:r="http://schemas.openxmlformats.org/officeDocument/2006/relationships" xmlns:p="http://schemas.openxmlformats.org/presentationml/2006/main">
  <p:tag name="ADJUSTMENTS" val="9.331733"/>
</p:tagLst>
</file>

<file path=ppt/tags/tag18.xml><?xml version="1.0" encoding="utf-8"?>
<p:tagLst xmlns:a="http://schemas.openxmlformats.org/drawingml/2006/main" xmlns:r="http://schemas.openxmlformats.org/officeDocument/2006/relationships" xmlns:p="http://schemas.openxmlformats.org/presentationml/2006/main">
  <p:tag name="ADJUSTMENTS" val="9.331733"/>
</p:tagLst>
</file>

<file path=ppt/tags/tag19.xml><?xml version="1.0" encoding="utf-8"?>
<p:tagLst xmlns:a="http://schemas.openxmlformats.org/drawingml/2006/main" xmlns:r="http://schemas.openxmlformats.org/officeDocument/2006/relationships" xmlns:p="http://schemas.openxmlformats.org/presentationml/2006/main">
  <p:tag name="ADJUSTMENTS" val="9.331733"/>
</p:tagLst>
</file>

<file path=ppt/tags/tag20.xml><?xml version="1.0" encoding="utf-8"?>
<p:tagLst xmlns:a="http://schemas.openxmlformats.org/drawingml/2006/main" xmlns:r="http://schemas.openxmlformats.org/officeDocument/2006/relationships" xmlns:p="http://schemas.openxmlformats.org/presentationml/2006/main">
  <p:tag name="ADJUSTMENTS" val="9.331733"/>
</p:tagLst>
</file>

<file path=ppt/tags/tag21.xml><?xml version="1.0" encoding="utf-8"?>
<p:tagLst xmlns:a="http://schemas.openxmlformats.org/drawingml/2006/main" xmlns:r="http://schemas.openxmlformats.org/officeDocument/2006/relationships" xmlns:p="http://schemas.openxmlformats.org/presentationml/2006/main">
  <p:tag name="ADJUSTMENTS" val="9.331733"/>
</p:tagLst>
</file>

<file path=ppt/tags/tag22.xml><?xml version="1.0" encoding="utf-8"?>
<p:tagLst xmlns:a="http://schemas.openxmlformats.org/drawingml/2006/main" xmlns:r="http://schemas.openxmlformats.org/officeDocument/2006/relationships" xmlns:p="http://schemas.openxmlformats.org/presentationml/2006/main">
  <p:tag name="ADJUSTMENTS" val="9.331733"/>
</p:tagLst>
</file>

<file path=ppt/tags/tag23.xml><?xml version="1.0" encoding="utf-8"?>
<p:tagLst xmlns:a="http://schemas.openxmlformats.org/drawingml/2006/main" xmlns:r="http://schemas.openxmlformats.org/officeDocument/2006/relationships" xmlns:p="http://schemas.openxmlformats.org/presentationml/2006/main">
  <p:tag name="ADJUSTMENTS" val="9.331733"/>
</p:tagLst>
</file>

<file path=ppt/tags/tag24.xml><?xml version="1.0" encoding="utf-8"?>
<p:tagLst xmlns:a="http://schemas.openxmlformats.org/drawingml/2006/main" xmlns:r="http://schemas.openxmlformats.org/officeDocument/2006/relationships" xmlns:p="http://schemas.openxmlformats.org/presentationml/2006/main">
  <p:tag name="ADJUSTMENTS" val="9.331733"/>
</p:tagLst>
</file>

<file path=ppt/tags/tag25.xml><?xml version="1.0" encoding="utf-8"?>
<p:tagLst xmlns:a="http://schemas.openxmlformats.org/drawingml/2006/main" xmlns:r="http://schemas.openxmlformats.org/officeDocument/2006/relationships" xmlns:p="http://schemas.openxmlformats.org/presentationml/2006/main">
  <p:tag name="ADJUSTMENTS" val="9.331733"/>
</p:tagLst>
</file>

<file path=ppt/tags/tag26.xml><?xml version="1.0" encoding="utf-8"?>
<p:tagLst xmlns:a="http://schemas.openxmlformats.org/drawingml/2006/main" xmlns:r="http://schemas.openxmlformats.org/officeDocument/2006/relationships" xmlns:p="http://schemas.openxmlformats.org/presentationml/2006/main">
  <p:tag name="ADJUSTMENTS" val="9.331733"/>
</p:tagLst>
</file>

<file path=ppt/tags/tag27.xml><?xml version="1.0" encoding="utf-8"?>
<p:tagLst xmlns:a="http://schemas.openxmlformats.org/drawingml/2006/main" xmlns:r="http://schemas.openxmlformats.org/officeDocument/2006/relationships" xmlns:p="http://schemas.openxmlformats.org/presentationml/2006/main">
  <p:tag name="ADJUSTMENTS" val="9.331733"/>
</p:tagLst>
</file>

<file path=ppt/tags/tag28.xml><?xml version="1.0" encoding="utf-8"?>
<p:tagLst xmlns:a="http://schemas.openxmlformats.org/drawingml/2006/main" xmlns:r="http://schemas.openxmlformats.org/officeDocument/2006/relationships" xmlns:p="http://schemas.openxmlformats.org/presentationml/2006/main">
  <p:tag name="ADJUSTMENTS" val="9.331733"/>
</p:tagLst>
</file>

<file path=ppt/tags/tag29.xml><?xml version="1.0" encoding="utf-8"?>
<p:tagLst xmlns:a="http://schemas.openxmlformats.org/drawingml/2006/main" xmlns:r="http://schemas.openxmlformats.org/officeDocument/2006/relationships" xmlns:p="http://schemas.openxmlformats.org/presentationml/2006/main">
  <p:tag name="ADJUSTMENTS" val="9.331733"/>
</p:tagLst>
</file>

<file path=ppt/tags/tag30.xml><?xml version="1.0" encoding="utf-8"?>
<p:tagLst xmlns:a="http://schemas.openxmlformats.org/drawingml/2006/main" xmlns:r="http://schemas.openxmlformats.org/officeDocument/2006/relationships" xmlns:p="http://schemas.openxmlformats.org/presentationml/2006/main">
  <p:tag name="ADJUSTMENTS" val="9.331733"/>
</p:tagLst>
</file>

<file path=ppt/tags/tag31.xml><?xml version="1.0" encoding="utf-8"?>
<p:tagLst xmlns:a="http://schemas.openxmlformats.org/drawingml/2006/main" xmlns:r="http://schemas.openxmlformats.org/officeDocument/2006/relationships" xmlns:p="http://schemas.openxmlformats.org/presentationml/2006/main">
  <p:tag name="ADJUSTMENTS" val="9.331733"/>
</p:tagLst>
</file>

<file path=ppt/tags/tag32.xml><?xml version="1.0" encoding="utf-8"?>
<p:tagLst xmlns:a="http://schemas.openxmlformats.org/drawingml/2006/main" xmlns:r="http://schemas.openxmlformats.org/officeDocument/2006/relationships" xmlns:p="http://schemas.openxmlformats.org/presentationml/2006/main">
  <p:tag name="ADJUSTMENTS" val="9.331733"/>
</p:tagLst>
</file>

<file path=ppt/tags/tag33.xml><?xml version="1.0" encoding="utf-8"?>
<p:tagLst xmlns:a="http://schemas.openxmlformats.org/drawingml/2006/main" xmlns:r="http://schemas.openxmlformats.org/officeDocument/2006/relationships" xmlns:p="http://schemas.openxmlformats.org/presentationml/2006/main">
  <p:tag name="ADJUSTMENTS" val="9.331733"/>
</p:tagLst>
</file>

<file path=ppt/tags/tag34.xml><?xml version="1.0" encoding="utf-8"?>
<p:tagLst xmlns:a="http://schemas.openxmlformats.org/drawingml/2006/main" xmlns:r="http://schemas.openxmlformats.org/officeDocument/2006/relationships" xmlns:p="http://schemas.openxmlformats.org/presentationml/2006/main">
  <p:tag name="ADJUSTMENTS" val="9.331733"/>
</p:tagLst>
</file>

<file path=ppt/tags/tag35.xml><?xml version="1.0" encoding="utf-8"?>
<p:tagLst xmlns:a="http://schemas.openxmlformats.org/drawingml/2006/main" xmlns:r="http://schemas.openxmlformats.org/officeDocument/2006/relationships" xmlns:p="http://schemas.openxmlformats.org/presentationml/2006/main">
  <p:tag name="ADJUSTMENTS" val="9.331733"/>
</p:tagLst>
</file>

<file path=ppt/tags/tag36.xml><?xml version="1.0" encoding="utf-8"?>
<p:tagLst xmlns:a="http://schemas.openxmlformats.org/drawingml/2006/main" xmlns:r="http://schemas.openxmlformats.org/officeDocument/2006/relationships" xmlns:p="http://schemas.openxmlformats.org/presentationml/2006/main">
  <p:tag name="ADJUSTMENTS" val="9.331733"/>
</p:tagLst>
</file>

<file path=ppt/tags/tag37.xml><?xml version="1.0" encoding="utf-8"?>
<p:tagLst xmlns:a="http://schemas.openxmlformats.org/drawingml/2006/main" xmlns:r="http://schemas.openxmlformats.org/officeDocument/2006/relationships" xmlns:p="http://schemas.openxmlformats.org/presentationml/2006/main">
  <p:tag name="ADJUSTMENTS" val="9.331733"/>
</p:tagLst>
</file>

<file path=ppt/tags/tag38.xml><?xml version="1.0" encoding="utf-8"?>
<p:tagLst xmlns:a="http://schemas.openxmlformats.org/drawingml/2006/main" xmlns:r="http://schemas.openxmlformats.org/officeDocument/2006/relationships" xmlns:p="http://schemas.openxmlformats.org/presentationml/2006/main">
  <p:tag name="ADJUSTMENTS" val="9.331733"/>
</p:tagLst>
</file>

<file path=ppt/tags/tag39.xml><?xml version="1.0" encoding="utf-8"?>
<p:tagLst xmlns:a="http://schemas.openxmlformats.org/drawingml/2006/main" xmlns:r="http://schemas.openxmlformats.org/officeDocument/2006/relationships" xmlns:p="http://schemas.openxmlformats.org/presentationml/2006/main">
  <p:tag name="ADJUSTMENTS" val="9.331733"/>
</p:tagLst>
</file>

<file path=ppt/tags/tag40.xml><?xml version="1.0" encoding="utf-8"?>
<p:tagLst xmlns:a="http://schemas.openxmlformats.org/drawingml/2006/main" xmlns:r="http://schemas.openxmlformats.org/officeDocument/2006/relationships" xmlns:p="http://schemas.openxmlformats.org/presentationml/2006/main">
  <p:tag name="ADJUSTMENTS" val="9.331733"/>
</p:tagLst>
</file>

<file path=ppt/tags/tag41.xml><?xml version="1.0" encoding="utf-8"?>
<p:tagLst xmlns:a="http://schemas.openxmlformats.org/drawingml/2006/main" xmlns:r="http://schemas.openxmlformats.org/officeDocument/2006/relationships" xmlns:p="http://schemas.openxmlformats.org/presentationml/2006/main">
  <p:tag name="ADJUSTMENTS" val="9.331733"/>
</p:tagLst>
</file>

<file path=ppt/tags/tag42.xml><?xml version="1.0" encoding="utf-8"?>
<p:tagLst xmlns:a="http://schemas.openxmlformats.org/drawingml/2006/main" xmlns:r="http://schemas.openxmlformats.org/officeDocument/2006/relationships" xmlns:p="http://schemas.openxmlformats.org/presentationml/2006/main">
  <p:tag name="ADJUSTMENTS" val="9.331733"/>
</p:tagLst>
</file>

<file path=ppt/tags/tag43.xml><?xml version="1.0" encoding="utf-8"?>
<p:tagLst xmlns:a="http://schemas.openxmlformats.org/drawingml/2006/main" xmlns:r="http://schemas.openxmlformats.org/officeDocument/2006/relationships" xmlns:p="http://schemas.openxmlformats.org/presentationml/2006/main">
  <p:tag name="ADJUSTMENTS" val="9.331733"/>
</p:tagLst>
</file>

<file path=ppt/tags/tag44.xml><?xml version="1.0" encoding="utf-8"?>
<p:tagLst xmlns:a="http://schemas.openxmlformats.org/drawingml/2006/main" xmlns:r="http://schemas.openxmlformats.org/officeDocument/2006/relationships" xmlns:p="http://schemas.openxmlformats.org/presentationml/2006/main">
  <p:tag name="ADJUSTMENTS" val="9.331733"/>
</p:tagLst>
</file>

<file path=ppt/tags/tag45.xml><?xml version="1.0" encoding="utf-8"?>
<p:tagLst xmlns:a="http://schemas.openxmlformats.org/drawingml/2006/main" xmlns:r="http://schemas.openxmlformats.org/officeDocument/2006/relationships" xmlns:p="http://schemas.openxmlformats.org/presentationml/2006/main">
  <p:tag name="ADJUSTMENTS" val="9.331733"/>
</p:tagLst>
</file>

<file path=ppt/tags/tag46.xml><?xml version="1.0" encoding="utf-8"?>
<p:tagLst xmlns:a="http://schemas.openxmlformats.org/drawingml/2006/main" xmlns:r="http://schemas.openxmlformats.org/officeDocument/2006/relationships" xmlns:p="http://schemas.openxmlformats.org/presentationml/2006/main">
  <p:tag name="ADJUSTMENTS" val="9.331733"/>
</p:tagLst>
</file>

<file path=ppt/tags/tag47.xml><?xml version="1.0" encoding="utf-8"?>
<p:tagLst xmlns:a="http://schemas.openxmlformats.org/drawingml/2006/main" xmlns:r="http://schemas.openxmlformats.org/officeDocument/2006/relationships" xmlns:p="http://schemas.openxmlformats.org/presentationml/2006/main">
  <p:tag name="ADJUSTMENTS" val="9.331733"/>
</p:tagLst>
</file>

<file path=ppt/tags/tag48.xml><?xml version="1.0" encoding="utf-8"?>
<p:tagLst xmlns:a="http://schemas.openxmlformats.org/drawingml/2006/main" xmlns:r="http://schemas.openxmlformats.org/officeDocument/2006/relationships" xmlns:p="http://schemas.openxmlformats.org/presentationml/2006/main">
  <p:tag name="ADJUSTMENTS" val="9.331733"/>
</p:tagLst>
</file>

<file path=ppt/tags/tag49.xml><?xml version="1.0" encoding="utf-8"?>
<p:tagLst xmlns:a="http://schemas.openxmlformats.org/drawingml/2006/main" xmlns:r="http://schemas.openxmlformats.org/officeDocument/2006/relationships" xmlns:p="http://schemas.openxmlformats.org/presentationml/2006/main">
  <p:tag name="ADJUSTMENTS" val="9.331733"/>
</p:tagLst>
</file>

<file path=ppt/tags/tag50.xml><?xml version="1.0" encoding="utf-8"?>
<p:tagLst xmlns:a="http://schemas.openxmlformats.org/drawingml/2006/main" xmlns:r="http://schemas.openxmlformats.org/officeDocument/2006/relationships" xmlns:p="http://schemas.openxmlformats.org/presentationml/2006/main">
  <p:tag name="ADJUSTMENTS" val="9.331733"/>
</p:tagLst>
</file>

<file path=ppt/tags/tag51.xml><?xml version="1.0" encoding="utf-8"?>
<p:tagLst xmlns:a="http://schemas.openxmlformats.org/drawingml/2006/main" xmlns:r="http://schemas.openxmlformats.org/officeDocument/2006/relationships" xmlns:p="http://schemas.openxmlformats.org/presentationml/2006/main">
  <p:tag name="ADJUSTMENTS" val="9.331733"/>
</p:tagLst>
</file>

<file path=ppt/tags/tag52.xml><?xml version="1.0" encoding="utf-8"?>
<p:tagLst xmlns:a="http://schemas.openxmlformats.org/drawingml/2006/main" xmlns:r="http://schemas.openxmlformats.org/officeDocument/2006/relationships" xmlns:p="http://schemas.openxmlformats.org/presentationml/2006/main">
  <p:tag name="ADJUSTMENTS" val="9.331733"/>
</p:tagLst>
</file>

<file path=ppt/tags/tag53.xml><?xml version="1.0" encoding="utf-8"?>
<p:tagLst xmlns:a="http://schemas.openxmlformats.org/drawingml/2006/main" xmlns:r="http://schemas.openxmlformats.org/officeDocument/2006/relationships" xmlns:p="http://schemas.openxmlformats.org/presentationml/2006/main">
  <p:tag name="ADJUSTMENTS" val="9.331733"/>
</p:tagLst>
</file>

<file path=ppt/tags/tag54.xml><?xml version="1.0" encoding="utf-8"?>
<p:tagLst xmlns:a="http://schemas.openxmlformats.org/drawingml/2006/main" xmlns:r="http://schemas.openxmlformats.org/officeDocument/2006/relationships" xmlns:p="http://schemas.openxmlformats.org/presentationml/2006/main">
  <p:tag name="ADJUSTMENTS" val="9.331733"/>
</p:tagLst>
</file>

<file path=ppt/tags/tag55.xml><?xml version="1.0" encoding="utf-8"?>
<p:tagLst xmlns:a="http://schemas.openxmlformats.org/drawingml/2006/main" xmlns:r="http://schemas.openxmlformats.org/officeDocument/2006/relationships" xmlns:p="http://schemas.openxmlformats.org/presentationml/2006/main">
  <p:tag name="ADJUSTMENTS" val="1.188174"/>
  <p:tag name="TEXTZ '" val="-2.147484E+09"/>
</p:tagLst>
</file>

<file path=ppt/tags/tag56.xml><?xml version="1.0" encoding="utf-8"?>
<p:tagLst xmlns:a="http://schemas.openxmlformats.org/drawingml/2006/main" xmlns:r="http://schemas.openxmlformats.org/officeDocument/2006/relationships" xmlns:p="http://schemas.openxmlformats.org/presentationml/2006/main">
  <p:tag name="ADJUSTMENTS" val="0.9465909"/>
  <p:tag name="SHADOWSIZE" val="100"/>
  <p:tag name="TEXTZ '" val="-2.147484E+09"/>
</p:tagLst>
</file>

<file path=ppt/tags/tag57.xml><?xml version="1.0" encoding="utf-8"?>
<p:tagLst xmlns:a="http://schemas.openxmlformats.org/drawingml/2006/main" xmlns:r="http://schemas.openxmlformats.org/officeDocument/2006/relationships" xmlns:p="http://schemas.openxmlformats.org/presentationml/2006/main">
  <p:tag name="ADJUSTMENTS" val="1.188174"/>
  <p:tag name="TEXTZ '" val="-2.147484E+09"/>
</p:tagLst>
</file>

<file path=ppt/tags/tag58.xml><?xml version="1.0" encoding="utf-8"?>
<p:tagLst xmlns:a="http://schemas.openxmlformats.org/drawingml/2006/main" xmlns:r="http://schemas.openxmlformats.org/officeDocument/2006/relationships" xmlns:p="http://schemas.openxmlformats.org/presentationml/2006/main">
  <p:tag name="ADJUSTMENTS" val="0.9465909"/>
  <p:tag name="SHADOWSIZE" val="100"/>
  <p:tag name="TEXTZ '" val="-2.147484E+09"/>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 name="PA" val="v5.2.9"/>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 name="PA" val="v5.2.9"/>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 name="PA" val="v5.2.9"/>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 name="PA" val="v5.2.9"/>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 name="PA" val="v5.2.9"/>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 name="PA" val="v5.2.9"/>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 name="PA" val="v5.2.9"/>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 name="PA" val="v5.2.9"/>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 name="PA" val="v5.2.9"/>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 name="PA" val="v5.2.9"/>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 name="PA" val="v5.2.9"/>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 name="PA" val="v5.2.9"/>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6.8211023622047,&quot;left&quot;:52.50661417322834,&quot;top&quot;:121.3071653543307,&quot;width&quot;:846.7433858267717}"/>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6.8211023622047,&quot;left&quot;:52.50661417322834,&quot;top&quot;:121.3071653543307,&quot;width&quot;:846.7433858267717}"/>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6.8211023622047,&quot;left&quot;:52.50661417322834,&quot;top&quot;:121.3071653543307,&quot;width&quot;:846.7433858267717}"/>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6.8211023622047,&quot;left&quot;:52.50661417322834,&quot;top&quot;:121.3071653543307,&quot;width&quot;:846.7433858267717}"/>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6.8211023622047,&quot;left&quot;:52.50661417322834,&quot;top&quot;:121.3071653543307,&quot;width&quot;:846.7433858267717}"/>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6.8211023622047,&quot;left&quot;:52.50661417322834,&quot;top&quot;:121.3071653543307,&quot;width&quot;:846.7433858267717}"/>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6.8211023622047,&quot;left&quot;:52.50661417322834,&quot;top&quot;:121.3071653543307,&quot;width&quot;:846.7433858267717}"/>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6.8211023622047,&quot;left&quot;:52.50661417322834,&quot;top&quot;:121.3071653543307,&quot;width&quot;:846.7433858267717}"/>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6.8211023622047,&quot;left&quot;:52.50661417322834,&quot;top&quot;:121.3071653543307,&quot;width&quot;:846.7433858267717}"/>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6.8211023622047,&quot;left&quot;:52.50661417322834,&quot;top&quot;:121.3071653543307,&quot;width&quot;:846.7433858267717}"/>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6.8211023622047,&quot;left&quot;:52.50661417322834,&quot;top&quot;:121.3071653543307,&quot;width&quot;:846.7433858267717}"/>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6.8211023622047,&quot;left&quot;:52.50661417322834,&quot;top&quot;:121.3071653543307,&quot;width&quot;:846.7433858267717}"/>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6.8211023622047,&quot;left&quot;:52.50661417322834,&quot;top&quot;:121.3071653543307,&quot;width&quot;:846.7433858267717}"/>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6.8211023622047,&quot;left&quot;:52.50661417322834,&quot;top&quot;:121.3071653543307,&quot;width&quot;:846.7433858267717}"/>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6.8211023622047,&quot;left&quot;:52.50661417322834,&quot;top&quot;:121.3071653543307,&quot;width&quot;:846.7433858267717}"/>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36.8211023622047,&quot;left&quot;:52.50661417322834,&quot;top&quot;:121.3071653543307,&quot;width&quot;:846.7433858267717}"/>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336.8211023622047,&quot;left&quot;:52.50661417322834,&quot;top&quot;:121.3071653543307,&quot;width&quot;:846.7433858267717}"/>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336.8211023622047,&quot;left&quot;:52.50661417322834,&quot;top&quot;:121.3071653543307,&quot;width&quot;:846.7433858267717}"/>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336.8211023622047,&quot;left&quot;:52.50661417322834,&quot;top&quot;:121.3071653543307,&quot;width&quot;:846.7433858267717}"/>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336.8211023622047,&quot;left&quot;:52.50661417322834,&quot;top&quot;:121.3071653543307,&quot;width&quot;:846.7433858267717}"/>
</p:tagLst>
</file>

<file path=ppt/theme/theme1.xml><?xml version="1.0" encoding="utf-8"?>
<a:theme xmlns:a="http://schemas.openxmlformats.org/drawingml/2006/main" name="第一PPT，www.1ppt.com">
  <a:themeElements>
    <a:clrScheme name="">
      <a:dk1>
        <a:srgbClr val="000000"/>
      </a:dk1>
      <a:lt1>
        <a:srgbClr val="FFFFFF"/>
      </a:lt1>
      <a:dk2>
        <a:srgbClr val="0F1423"/>
      </a:dk2>
      <a:lt2>
        <a:srgbClr val="FFFFFF"/>
      </a:lt2>
      <a:accent1>
        <a:srgbClr val="275DF5"/>
      </a:accent1>
      <a:accent2>
        <a:srgbClr val="3DA4F9"/>
      </a:accent2>
      <a:accent3>
        <a:srgbClr val="275DF5"/>
      </a:accent3>
      <a:accent4>
        <a:srgbClr val="3DA4F9"/>
      </a:accent4>
      <a:accent5>
        <a:srgbClr val="275DF5"/>
      </a:accent5>
      <a:accent6>
        <a:srgbClr val="275DF5"/>
      </a:accent6>
      <a:hlink>
        <a:srgbClr val="0026E5"/>
      </a:hlink>
      <a:folHlink>
        <a:srgbClr val="275DF5"/>
      </a:folHlink>
    </a:clrScheme>
    <a:fontScheme name="WPS">
      <a:majorFont>
        <a:latin typeface="Arial"/>
        <a:ea typeface="微软雅黑"/>
        <a:cs typeface="Arial"/>
      </a:majorFont>
      <a:minorFont>
        <a:latin typeface="Arial"/>
        <a:ea typeface="微软雅黑"/>
        <a:cs typeface="Arial"/>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19000">
              <a:srgbClr val="2946ED"/>
            </a:gs>
            <a:gs pos="100000">
              <a:srgbClr val="4294FF"/>
            </a:gs>
          </a:gsLst>
          <a:path path="circle">
            <a:fillToRect r="100000" b="100000"/>
          </a:path>
        </a:gradFill>
        <a:ln w="12700" cap="flat" cmpd="sng" algn="ctr">
          <a:noFill/>
          <a:prstDash val="solid"/>
          <a:miter lim="800000"/>
        </a:ln>
      </a:spPr>
      <a:bodyPr rot="0" spcFirstLastPara="0" vertOverflow="overflow" horzOverflow="overflow" vert="horz" wrap="square" lIns="91440" tIns="45720" rIns="91440" bIns="45720" numCol="1" spcCol="0" rtlCol="0" fromWordArt="0" anchor="ctr" anchorCtr="0" forceAA="0" compatLnSpc="1">
        <a:noAutofit/>
      </a:bodyPr>
      <a:lstStyle>
        <a:defPPr algn="ctr">
          <a:defRPr kern="0">
            <a:solidFill>
              <a:prstClr val="white"/>
            </a:solidFill>
            <a:latin typeface="Helvetica"/>
            <a:ea typeface="思源黑体 CN Regular" panose="020B0500000000000000" charset="-122"/>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12</TotalTime>
  <Words>2309</Words>
  <Application>Microsoft Office PowerPoint</Application>
  <PresentationFormat>宽屏</PresentationFormat>
  <Paragraphs>488</Paragraphs>
  <Slides>21</Slides>
  <Notes>2</Notes>
  <HiddenSlides>0</HiddenSlides>
  <MMClips>0</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21</vt:i4>
      </vt:variant>
    </vt:vector>
  </HeadingPairs>
  <TitlesOfParts>
    <vt:vector size="42" baseType="lpstr">
      <vt:lpstr>Helvetica Neue</vt:lpstr>
      <vt:lpstr>Helvetica85-Heavy</vt:lpstr>
      <vt:lpstr>OPPOSans H</vt:lpstr>
      <vt:lpstr>OPPOSans M</vt:lpstr>
      <vt:lpstr>OPPOSans R</vt:lpstr>
      <vt:lpstr>OPPOSans-B</vt:lpstr>
      <vt:lpstr>OPPOSans-M</vt:lpstr>
      <vt:lpstr>OPPOSans-R</vt:lpstr>
      <vt:lpstr>Roboto Regular</vt:lpstr>
      <vt:lpstr>等线</vt:lpstr>
      <vt:lpstr>方正风雅宋简体</vt:lpstr>
      <vt:lpstr>汉仪综艺体简</vt:lpstr>
      <vt:lpstr>微软雅黑</vt:lpstr>
      <vt:lpstr>微软雅黑 Light</vt:lpstr>
      <vt:lpstr>Arial</vt:lpstr>
      <vt:lpstr>Calibri</vt:lpstr>
      <vt:lpstr>Helvetica</vt:lpstr>
      <vt:lpstr>Roboto</vt:lpstr>
      <vt:lpstr>Wingdings</vt:lpstr>
      <vt:lpstr>第一PPT，www.1ppt.com</vt:lpstr>
      <vt:lpstr>第一PPT，www.1ppt.com </vt:lpstr>
      <vt:lpstr>PowerPoint 演示文稿</vt:lpstr>
      <vt:lpstr>PowerPoint 演示文稿</vt:lpstr>
      <vt:lpstr>物联网企业介绍</vt:lpstr>
      <vt:lpstr>物联网企业介绍</vt:lpstr>
      <vt:lpstr>物联网企业介绍</vt:lpstr>
      <vt:lpstr>PowerPoint 演示文稿</vt:lpstr>
      <vt:lpstr>物联网产品介绍</vt:lpstr>
      <vt:lpstr>物联网产品介绍</vt:lpstr>
      <vt:lpstr>物联网产品介绍</vt:lpstr>
      <vt:lpstr>物联网产品介绍</vt:lpstr>
      <vt:lpstr>物联网产品介绍</vt:lpstr>
      <vt:lpstr>物联网产品介绍</vt:lpstr>
      <vt:lpstr>PowerPoint 演示文稿</vt:lpstr>
      <vt:lpstr>物联网产品优势</vt:lpstr>
      <vt:lpstr>物联网产品优势</vt:lpstr>
      <vt:lpstr>物联网产品优势</vt:lpstr>
      <vt:lpstr>物联网产品优势</vt:lpstr>
      <vt:lpstr>物联网产品优势</vt:lpstr>
      <vt:lpstr>物联网产品优势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商业计划书</dc:title>
  <dc:creator>第一PPT</dc:creator>
  <cp:keywords>www.1ppt.com</cp:keywords>
  <dc:description>www.1ppt.com</dc:description>
  <cp:lastModifiedBy>PC</cp:lastModifiedBy>
  <cp:revision>575</cp:revision>
  <dcterms:created xsi:type="dcterms:W3CDTF">2023-11-16T06:11:00Z</dcterms:created>
  <dcterms:modified xsi:type="dcterms:W3CDTF">2026-07-21T03:08:52Z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F2B789B7E04B4C6EAA25480C2B99B46E_12</vt:lpwstr>
  </property>
  <property fmtid="{D5CDD505-2E9C-101B-9397-08002B2CF9AE}" pid="3" name="KSOProductBuildVer">
    <vt:lpwstr>2052-12.1.0.26375</vt:lpwstr>
  </property>
</Properties>
</file>